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notesSlides/notesSlide1.xml" ContentType="application/vnd.openxmlformats-officedocument.presentationml.notesSlide+xml"/>
  <Override PartName="/ppt/tags/tag630.xml" ContentType="application/vnd.openxmlformats-officedocument.presentationml.tags+xml"/>
  <Override PartName="/ppt/tags/tag631.xml" ContentType="application/vnd.openxmlformats-officedocument.presentationml.tags+xml"/>
  <Override PartName="/ppt/notesSlides/notesSlide2.xml" ContentType="application/vnd.openxmlformats-officedocument.presentationml.notesSlide+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notesSlides/notesSlide3.xml" ContentType="application/vnd.openxmlformats-officedocument.presentationml.notesSlide+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notesSlides/notesSlide4.xml" ContentType="application/vnd.openxmlformats-officedocument.presentationml.notesSlide+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notesSlides/notesSlide5.xml" ContentType="application/vnd.openxmlformats-officedocument.presentationml.notesSlide+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notesSlides/notesSlide6.xml" ContentType="application/vnd.openxmlformats-officedocument.presentationml.notesSlide+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notesSlides/notesSlide7.xml" ContentType="application/vnd.openxmlformats-officedocument.presentationml.notesSlide+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notesSlides/notesSlide9.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notesSlides/notesSlide10.xml" ContentType="application/vnd.openxmlformats-officedocument.presentationml.notesSlide+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notesSlides/notesSlide1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notesSlides/notesSlide12.xml" ContentType="application/vnd.openxmlformats-officedocument.presentationml.notesSlide+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notesSlides/notesSlide13.xml" ContentType="application/vnd.openxmlformats-officedocument.presentationml.notesSlide+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notesSlides/notesSlide14.xml" ContentType="application/vnd.openxmlformats-officedocument.presentationml.notesSlide+xml"/>
  <Override PartName="/ppt/charts/chart10.xml" ContentType="application/vnd.openxmlformats-officedocument.drawingml.chart+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notesSlides/notesSlide15.xml" ContentType="application/vnd.openxmlformats-officedocument.presentationml.notesSlide+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notesSlides/notesSlide16.xml" ContentType="application/vnd.openxmlformats-officedocument.presentationml.notesSlide+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notesSlides/notesSlide17.xml" ContentType="application/vnd.openxmlformats-officedocument.presentationml.notesSlide+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notesSlides/notesSlide18.xml" ContentType="application/vnd.openxmlformats-officedocument.presentationml.notesSlide+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notesSlides/notesSlide19.xml" ContentType="application/vnd.openxmlformats-officedocument.presentationml.notesSlide+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notesSlides/notesSlide20.xml" ContentType="application/vnd.openxmlformats-officedocument.presentationml.notesSlide+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notesSlides/notesSlide21.xml" ContentType="application/vnd.openxmlformats-officedocument.presentationml.notesSlide+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notesSlides/notesSlide22.xml" ContentType="application/vnd.openxmlformats-officedocument.presentationml.notesSlide+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notesSlides/notesSlide23.xml" ContentType="application/vnd.openxmlformats-officedocument.presentationml.notesSlide+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notesSlides/notesSlide24.xml" ContentType="application/vnd.openxmlformats-officedocument.presentationml.notesSlide+xml"/>
  <Override PartName="/ppt/charts/chart11.xml" ContentType="application/vnd.openxmlformats-officedocument.drawingml.chart+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notesSlides/notesSlide25.xml" ContentType="application/vnd.openxmlformats-officedocument.presentationml.notesSlide+xml"/>
  <Override PartName="/ppt/charts/chart12.xml" ContentType="application/vnd.openxmlformats-officedocument.drawingml.chart+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notesSlides/notesSlide26.xml" ContentType="application/vnd.openxmlformats-officedocument.presentationml.notesSlide+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notesSlides/notesSlide27.xml" ContentType="application/vnd.openxmlformats-officedocument.presentationml.notesSlide+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notesSlides/notesSlide28.xml" ContentType="application/vnd.openxmlformats-officedocument.presentationml.notesSlide+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notesSlides/notesSlide29.xml" ContentType="application/vnd.openxmlformats-officedocument.presentationml.notesSlide+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notesSlides/notesSlide30.xml" ContentType="application/vnd.openxmlformats-officedocument.presentationml.notesSlide+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notesSlides/notesSlide31.xml" ContentType="application/vnd.openxmlformats-officedocument.presentationml.notesSlide+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900" r:id="rId6"/>
    <p:sldMasterId id="2147483929" r:id="rId7"/>
    <p:sldMasterId id="2147484033" r:id="rId8"/>
  </p:sldMasterIdLst>
  <p:notesMasterIdLst>
    <p:notesMasterId r:id="rId44"/>
  </p:notesMasterIdLst>
  <p:handoutMasterIdLst>
    <p:handoutMasterId r:id="rId45"/>
  </p:handoutMasterIdLst>
  <p:sldIdLst>
    <p:sldId id="256" r:id="rId9"/>
    <p:sldId id="269" r:id="rId10"/>
    <p:sldId id="281" r:id="rId11"/>
    <p:sldId id="257" r:id="rId12"/>
    <p:sldId id="276" r:id="rId13"/>
    <p:sldId id="2147483289" r:id="rId14"/>
    <p:sldId id="262" r:id="rId15"/>
    <p:sldId id="2147483645" r:id="rId16"/>
    <p:sldId id="3703" r:id="rId17"/>
    <p:sldId id="2147483635" r:id="rId18"/>
    <p:sldId id="1448943235" r:id="rId19"/>
    <p:sldId id="267" r:id="rId20"/>
    <p:sldId id="270" r:id="rId21"/>
    <p:sldId id="266" r:id="rId22"/>
    <p:sldId id="271" r:id="rId23"/>
    <p:sldId id="277" r:id="rId24"/>
    <p:sldId id="274" r:id="rId25"/>
    <p:sldId id="275" r:id="rId26"/>
    <p:sldId id="260" r:id="rId27"/>
    <p:sldId id="264" r:id="rId28"/>
    <p:sldId id="265" r:id="rId29"/>
    <p:sldId id="263" r:id="rId30"/>
    <p:sldId id="2147483646" r:id="rId31"/>
    <p:sldId id="302" r:id="rId32"/>
    <p:sldId id="2147483633" r:id="rId33"/>
    <p:sldId id="2147483647" r:id="rId34"/>
    <p:sldId id="285" r:id="rId35"/>
    <p:sldId id="286" r:id="rId36"/>
    <p:sldId id="261" r:id="rId37"/>
    <p:sldId id="291" r:id="rId38"/>
    <p:sldId id="292" r:id="rId39"/>
    <p:sldId id="259" r:id="rId40"/>
    <p:sldId id="273" r:id="rId41"/>
    <p:sldId id="278" r:id="rId42"/>
    <p:sldId id="279" r:id="rId43"/>
  </p:sldIdLst>
  <p:sldSz cx="12192000" cy="6858000"/>
  <p:notesSz cx="7102475" cy="9388475"/>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4CD25F-A522-43B7-B331-8457A65640B9}">
          <p14:sldIdLst>
            <p14:sldId id="256"/>
            <p14:sldId id="269"/>
            <p14:sldId id="281"/>
            <p14:sldId id="257"/>
            <p14:sldId id="276"/>
            <p14:sldId id="2147483289"/>
            <p14:sldId id="262"/>
            <p14:sldId id="2147483645"/>
            <p14:sldId id="3703"/>
            <p14:sldId id="2147483635"/>
            <p14:sldId id="1448943235"/>
            <p14:sldId id="267"/>
            <p14:sldId id="270"/>
            <p14:sldId id="266"/>
            <p14:sldId id="271"/>
            <p14:sldId id="277"/>
            <p14:sldId id="274"/>
            <p14:sldId id="275"/>
            <p14:sldId id="260"/>
            <p14:sldId id="264"/>
            <p14:sldId id="265"/>
            <p14:sldId id="263"/>
            <p14:sldId id="2147483646"/>
            <p14:sldId id="302"/>
            <p14:sldId id="2147483633"/>
            <p14:sldId id="2147483647"/>
            <p14:sldId id="285"/>
            <p14:sldId id="286"/>
            <p14:sldId id="261"/>
            <p14:sldId id="291"/>
            <p14:sldId id="292"/>
            <p14:sldId id="259"/>
            <p14:sldId id="273"/>
            <p14:sldId id="278"/>
            <p14:sldId id="27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683"/>
    <a:srgbClr val="FA8E72"/>
    <a:srgbClr val="91D7AA"/>
    <a:srgbClr val="4D4D4D"/>
    <a:srgbClr val="111918"/>
    <a:srgbClr val="D5DEFF"/>
    <a:srgbClr val="E5546C"/>
    <a:srgbClr val="A0D37E"/>
    <a:srgbClr val="E5B50A"/>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57"/>
    <p:restoredTop sz="94676"/>
  </p:normalViewPr>
  <p:slideViewPr>
    <p:cSldViewPr snapToGrid="0" showGuides="1">
      <p:cViewPr varScale="1">
        <p:scale>
          <a:sx n="146" d="100"/>
          <a:sy n="146" d="100"/>
        </p:scale>
        <p:origin x="46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presProps" Target="presProps.xml"/><Relationship Id="rId8" Type="http://schemas.openxmlformats.org/officeDocument/2006/relationships/slideMaster" Target="slideMasters/slideMaster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ags" Target="tags/tag1.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540095361941917E-2"/>
          <c:y val="9.0976606015595984E-2"/>
          <c:w val="0.95491980927611619"/>
          <c:h val="0.81804678796880803"/>
        </c:manualLayout>
      </c:layout>
      <c:pieChart>
        <c:varyColors val="0"/>
        <c:ser>
          <c:idx val="0"/>
          <c:order val="0"/>
          <c:dPt>
            <c:idx val="0"/>
            <c:bubble3D val="0"/>
            <c:spPr>
              <a:solidFill>
                <a:srgbClr val="B9D0CD"/>
              </a:solidFill>
              <a:ln w="9525" cmpd="sng" algn="ctr">
                <a:solidFill>
                  <a:schemeClr val="bg1"/>
                </a:solidFill>
                <a:prstDash val="solid"/>
              </a:ln>
            </c:spPr>
            <c:extLst>
              <c:ext xmlns:c16="http://schemas.microsoft.com/office/drawing/2014/chart" uri="{C3380CC4-5D6E-409C-BE32-E72D297353CC}">
                <c16:uniqueId val="{00000000-83BD-F442-BF12-5F2A4BED645E}"/>
              </c:ext>
            </c:extLst>
          </c:dPt>
          <c:dPt>
            <c:idx val="1"/>
            <c:bubble3D val="0"/>
            <c:spPr>
              <a:solidFill>
                <a:schemeClr val="accent2"/>
              </a:solidFill>
              <a:ln w="9525" cmpd="sng" algn="ctr">
                <a:solidFill>
                  <a:schemeClr val="bg1"/>
                </a:solidFill>
                <a:prstDash val="solid"/>
              </a:ln>
            </c:spPr>
            <c:extLst>
              <c:ext xmlns:c16="http://schemas.microsoft.com/office/drawing/2014/chart" uri="{C3380CC4-5D6E-409C-BE32-E72D297353CC}">
                <c16:uniqueId val="{00000001-83BD-F442-BF12-5F2A4BED645E}"/>
              </c:ext>
            </c:extLst>
          </c:dPt>
          <c:dPt>
            <c:idx val="2"/>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2-83BD-F442-BF12-5F2A4BED645E}"/>
              </c:ext>
            </c:extLst>
          </c:dPt>
          <c:dLbls>
            <c:dLbl>
              <c:idx val="0"/>
              <c:layout>
                <c:manualLayout>
                  <c:x val="9.7529258777633285E-2"/>
                  <c:y val="-0.13145191236539175"/>
                </c:manualLayout>
              </c:layout>
              <c:numFmt formatCode="#,##0&quot;%&quot;;&quot;-&quot;#,##0&quot;%&quot;;0&quot;%&quot;" sourceLinked="0"/>
              <c:spPr>
                <a:noFill/>
                <a:ln>
                  <a:noFill/>
                </a:ln>
              </c:spPr>
              <c:txPr>
                <a:bodyPr wrap="none"/>
                <a:lstStyle/>
                <a:p>
                  <a:pPr>
                    <a:defRPr sz="1400" kern="1200">
                      <a:solidFill>
                        <a:schemeClr val="tx1"/>
                      </a:solidFill>
                      <a:latin typeface="+mn-lt"/>
                      <a:ea typeface="+mn-e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3BD-F442-BF12-5F2A4BED645E}"/>
                </c:ext>
              </c:extLst>
            </c:dLbl>
            <c:dLbl>
              <c:idx val="1"/>
              <c:layout>
                <c:manualLayout>
                  <c:x val="0.12917208495882099"/>
                  <c:y val="0.10397326401782399"/>
                </c:manualLayout>
              </c:layout>
              <c:numFmt formatCode="#,##0&quot;%&quot;;&quot;-&quot;#,##0&quot;%&quot;;0&quot;%&quot;" sourceLinked="0"/>
              <c:spPr>
                <a:noFill/>
                <a:ln>
                  <a:noFill/>
                </a:ln>
              </c:spPr>
              <c:txPr>
                <a:bodyPr wrap="none"/>
                <a:lstStyle/>
                <a:p>
                  <a:pPr>
                    <a:defRPr sz="1400" kern="1200">
                      <a:solidFill>
                        <a:schemeClr val="bg1"/>
                      </a:solidFill>
                      <a:latin typeface="+mn-lt"/>
                      <a:ea typeface="+mn-ea"/>
                      <a:cs typeface="Tahoma"/>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3BD-F442-BF12-5F2A4BED645E}"/>
                </c:ext>
              </c:extLst>
            </c:dLbl>
            <c:dLbl>
              <c:idx val="2"/>
              <c:layout>
                <c:manualLayout>
                  <c:x val="-0.17598612917208495"/>
                  <c:y val="-2.8963980690679538E-2"/>
                </c:manualLayout>
              </c:layout>
              <c:numFmt formatCode="#,##0&quot;%&quot;;&quot;-&quot;#,##0&quot;%&quot;;0&quot;%&quot;" sourceLinked="0"/>
              <c:spPr>
                <a:noFill/>
                <a:ln>
                  <a:noFill/>
                </a:ln>
              </c:spPr>
              <c:txPr>
                <a:bodyPr wrap="none"/>
                <a:lstStyle/>
                <a:p>
                  <a:pPr>
                    <a:defRPr sz="1400" kern="1200">
                      <a:solidFill>
                        <a:schemeClr val="bg1"/>
                      </a:solidFill>
                      <a:latin typeface="+mn-lt"/>
                      <a:ea typeface="+mn-e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83BD-F442-BF12-5F2A4BED645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Sheet1!$A$1:$A$3</c:f>
              <c:numCache>
                <c:formatCode>General</c:formatCode>
                <c:ptCount val="3"/>
                <c:pt idx="0">
                  <c:v>18</c:v>
                </c:pt>
                <c:pt idx="1">
                  <c:v>38</c:v>
                </c:pt>
                <c:pt idx="2">
                  <c:v>44</c:v>
                </c:pt>
              </c:numCache>
            </c:numRef>
          </c:val>
          <c:extLst>
            <c:ext xmlns:c16="http://schemas.microsoft.com/office/drawing/2014/chart" uri="{C3380CC4-5D6E-409C-BE32-E72D297353CC}">
              <c16:uniqueId val="{00000003-83BD-F442-BF12-5F2A4BED645E}"/>
            </c:ext>
          </c:extLst>
        </c:ser>
        <c:dLbls>
          <c:showLegendKey val="0"/>
          <c:showVal val="0"/>
          <c:showCatName val="0"/>
          <c:showSerName val="0"/>
          <c:showPercent val="0"/>
          <c:showBubbleSize val="0"/>
          <c:showLeaderLines val="1"/>
        </c:dLbls>
        <c:firstSliceAng val="0"/>
      </c:pie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825549534892971E-2"/>
          <c:y val="3.2928223354430304E-2"/>
          <c:w val="0.98459714651107788"/>
          <c:h val="0.96455693244934082"/>
        </c:manualLayout>
      </c:layout>
      <c:barChart>
        <c:barDir val="col"/>
        <c:grouping val="clustered"/>
        <c:varyColors val="0"/>
        <c:ser>
          <c:idx val="0"/>
          <c:order val="0"/>
          <c:spPr>
            <a:solidFill>
              <a:schemeClr val="accent2">
                <a:lumMod val="20000"/>
                <a:lumOff val="80000"/>
              </a:schemeClr>
            </a:solidFill>
            <a:ln>
              <a:noFill/>
            </a:ln>
            <a:effectLst/>
          </c:spPr>
          <c:invertIfNegative val="0"/>
          <c:dPt>
            <c:idx val="72"/>
            <c:invertIfNegative val="0"/>
            <c:bubble3D val="0"/>
            <c:extLst>
              <c:ext xmlns:c16="http://schemas.microsoft.com/office/drawing/2014/chart" uri="{C3380CC4-5D6E-409C-BE32-E72D297353CC}">
                <c16:uniqueId val="{00000000-81C5-984A-B356-FCE8D27A3114}"/>
              </c:ext>
            </c:extLst>
          </c:dPt>
          <c:val>
            <c:numRef>
              <c:f>Sheet1!$B$2:$B$792</c:f>
              <c:numCache>
                <c:formatCode>General</c:formatCode>
                <c:ptCount val="791"/>
                <c:pt idx="0">
                  <c:v>-34</c:v>
                </c:pt>
                <c:pt idx="1">
                  <c:v>-31.2</c:v>
                </c:pt>
                <c:pt idx="2">
                  <c:v>-30.737500000000001</c:v>
                </c:pt>
                <c:pt idx="3">
                  <c:v>-30.545500000000001</c:v>
                </c:pt>
                <c:pt idx="4">
                  <c:v>-30.545500000000001</c:v>
                </c:pt>
                <c:pt idx="5">
                  <c:v>-30.349499999999999</c:v>
                </c:pt>
                <c:pt idx="6">
                  <c:v>-30.25</c:v>
                </c:pt>
                <c:pt idx="7">
                  <c:v>-30.1495</c:v>
                </c:pt>
                <c:pt idx="8">
                  <c:v>-29.945499999999999</c:v>
                </c:pt>
                <c:pt idx="9">
                  <c:v>-29.525500000000001</c:v>
                </c:pt>
                <c:pt idx="10">
                  <c:v>-29.3095</c:v>
                </c:pt>
                <c:pt idx="11">
                  <c:v>-29.2</c:v>
                </c:pt>
                <c:pt idx="12">
                  <c:v>-29.089499999999997</c:v>
                </c:pt>
                <c:pt idx="13">
                  <c:v>-28.752000000000002</c:v>
                </c:pt>
                <c:pt idx="14">
                  <c:v>-28.637500000000003</c:v>
                </c:pt>
                <c:pt idx="15">
                  <c:v>-28.4055</c:v>
                </c:pt>
                <c:pt idx="16">
                  <c:v>-28.05</c:v>
                </c:pt>
                <c:pt idx="17">
                  <c:v>-27.929500000000001</c:v>
                </c:pt>
                <c:pt idx="18">
                  <c:v>-27.808</c:v>
                </c:pt>
                <c:pt idx="19">
                  <c:v>-27.685500000000001</c:v>
                </c:pt>
                <c:pt idx="20">
                  <c:v>-27.4375</c:v>
                </c:pt>
                <c:pt idx="21">
                  <c:v>-26.929500000000001</c:v>
                </c:pt>
                <c:pt idx="22">
                  <c:v>-26.8</c:v>
                </c:pt>
                <c:pt idx="23">
                  <c:v>-26.8</c:v>
                </c:pt>
                <c:pt idx="24">
                  <c:v>-26.669499999999999</c:v>
                </c:pt>
                <c:pt idx="25">
                  <c:v>-26.4055</c:v>
                </c:pt>
                <c:pt idx="26">
                  <c:v>-26.271999999999998</c:v>
                </c:pt>
                <c:pt idx="27">
                  <c:v>-26.271999999999998</c:v>
                </c:pt>
                <c:pt idx="28">
                  <c:v>-26.271999999999998</c:v>
                </c:pt>
                <c:pt idx="29">
                  <c:v>-26.271999999999998</c:v>
                </c:pt>
                <c:pt idx="30">
                  <c:v>-26.137499999999999</c:v>
                </c:pt>
                <c:pt idx="31">
                  <c:v>-26.137499999999999</c:v>
                </c:pt>
                <c:pt idx="32">
                  <c:v>-26.001999999999999</c:v>
                </c:pt>
                <c:pt idx="33">
                  <c:v>-25.589500000000001</c:v>
                </c:pt>
                <c:pt idx="34">
                  <c:v>-25.589500000000001</c:v>
                </c:pt>
                <c:pt idx="35">
                  <c:v>-25.589500000000001</c:v>
                </c:pt>
                <c:pt idx="36">
                  <c:v>-25.450000000000003</c:v>
                </c:pt>
                <c:pt idx="37">
                  <c:v>-25.450000000000003</c:v>
                </c:pt>
                <c:pt idx="38">
                  <c:v>-25.025500000000001</c:v>
                </c:pt>
                <c:pt idx="39">
                  <c:v>-25.025500000000001</c:v>
                </c:pt>
                <c:pt idx="40">
                  <c:v>-25.025500000000001</c:v>
                </c:pt>
                <c:pt idx="41">
                  <c:v>-24.882000000000001</c:v>
                </c:pt>
                <c:pt idx="42">
                  <c:v>-24.882000000000001</c:v>
                </c:pt>
                <c:pt idx="43">
                  <c:v>-24.591999999999999</c:v>
                </c:pt>
              </c:numCache>
            </c:numRef>
          </c:val>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1-C433-49EC-B6F7-87EF57BAE9F3}"/>
            </c:ext>
          </c:extLst>
        </c:ser>
        <c:ser>
          <c:idx val="1"/>
          <c:order val="1"/>
          <c:spPr>
            <a:solidFill>
              <a:schemeClr val="accent3">
                <a:lumMod val="75000"/>
              </a:schemeClr>
            </a:solidFill>
            <a:ln>
              <a:noFill/>
            </a:ln>
            <a:effectLst/>
          </c:spPr>
          <c:invertIfNegative val="0"/>
          <c:val>
            <c:numRef>
              <c:f>Sheet1!$C$2:$C$792</c:f>
              <c:numCache>
                <c:formatCode>General</c:formatCode>
                <c:ptCount val="791"/>
                <c:pt idx="44">
                  <c:v>-23.849500000000003</c:v>
                </c:pt>
                <c:pt idx="45">
                  <c:v>-23.698</c:v>
                </c:pt>
                <c:pt idx="46">
                  <c:v>-23.698</c:v>
                </c:pt>
                <c:pt idx="47">
                  <c:v>-23.545500000000004</c:v>
                </c:pt>
                <c:pt idx="48">
                  <c:v>-23.545500000000004</c:v>
                </c:pt>
                <c:pt idx="49">
                  <c:v>-23.545500000000004</c:v>
                </c:pt>
                <c:pt idx="50">
                  <c:v>-23.545500000000004</c:v>
                </c:pt>
                <c:pt idx="51">
                  <c:v>-23.545500000000004</c:v>
                </c:pt>
                <c:pt idx="52">
                  <c:v>-23.545500000000004</c:v>
                </c:pt>
                <c:pt idx="53">
                  <c:v>-23.545500000000004</c:v>
                </c:pt>
                <c:pt idx="54">
                  <c:v>-23.545500000000004</c:v>
                </c:pt>
                <c:pt idx="55">
                  <c:v>-23.392000000000003</c:v>
                </c:pt>
                <c:pt idx="56">
                  <c:v>-23.392000000000003</c:v>
                </c:pt>
                <c:pt idx="57">
                  <c:v>-23.392000000000003</c:v>
                </c:pt>
                <c:pt idx="58">
                  <c:v>-23.392000000000003</c:v>
                </c:pt>
                <c:pt idx="59">
                  <c:v>-23.237500000000004</c:v>
                </c:pt>
                <c:pt idx="60">
                  <c:v>-23.082000000000001</c:v>
                </c:pt>
                <c:pt idx="61">
                  <c:v>-23.082000000000001</c:v>
                </c:pt>
                <c:pt idx="62">
                  <c:v>-23.082000000000001</c:v>
                </c:pt>
                <c:pt idx="63">
                  <c:v>-23.082000000000001</c:v>
                </c:pt>
                <c:pt idx="64">
                  <c:v>-23.082000000000001</c:v>
                </c:pt>
                <c:pt idx="65">
                  <c:v>-22.9255</c:v>
                </c:pt>
                <c:pt idx="66">
                  <c:v>-22.768000000000001</c:v>
                </c:pt>
                <c:pt idx="67">
                  <c:v>-22.609500000000004</c:v>
                </c:pt>
                <c:pt idx="68">
                  <c:v>-22.609500000000004</c:v>
                </c:pt>
                <c:pt idx="69">
                  <c:v>-22.45</c:v>
                </c:pt>
                <c:pt idx="70">
                  <c:v>-22.45</c:v>
                </c:pt>
                <c:pt idx="71">
                  <c:v>-22.45</c:v>
                </c:pt>
                <c:pt idx="72">
                  <c:v>-22.45</c:v>
                </c:pt>
                <c:pt idx="73">
                  <c:v>-22.289500000000004</c:v>
                </c:pt>
                <c:pt idx="74">
                  <c:v>-22.289500000000004</c:v>
                </c:pt>
                <c:pt idx="75">
                  <c:v>-22.289500000000004</c:v>
                </c:pt>
                <c:pt idx="76">
                  <c:v>-22.289500000000004</c:v>
                </c:pt>
                <c:pt idx="77">
                  <c:v>-22.127999999999997</c:v>
                </c:pt>
                <c:pt idx="78">
                  <c:v>-22.127999999999997</c:v>
                </c:pt>
                <c:pt idx="79">
                  <c:v>-22.127999999999997</c:v>
                </c:pt>
                <c:pt idx="80">
                  <c:v>-21.965500000000002</c:v>
                </c:pt>
                <c:pt idx="81">
                  <c:v>-21.965500000000002</c:v>
                </c:pt>
                <c:pt idx="82">
                  <c:v>-21.965500000000002</c:v>
                </c:pt>
                <c:pt idx="83">
                  <c:v>-21.802</c:v>
                </c:pt>
                <c:pt idx="84">
                  <c:v>-21.802</c:v>
                </c:pt>
                <c:pt idx="85">
                  <c:v>-21.637500000000003</c:v>
                </c:pt>
                <c:pt idx="86">
                  <c:v>-21.637500000000003</c:v>
                </c:pt>
                <c:pt idx="87">
                  <c:v>-21.471999999999998</c:v>
                </c:pt>
                <c:pt idx="88">
                  <c:v>-21.471999999999998</c:v>
                </c:pt>
                <c:pt idx="89">
                  <c:v>-21.471999999999998</c:v>
                </c:pt>
                <c:pt idx="90">
                  <c:v>-21.305500000000002</c:v>
                </c:pt>
                <c:pt idx="91">
                  <c:v>-21.137999999999998</c:v>
                </c:pt>
                <c:pt idx="92">
                  <c:v>-21.137999999999998</c:v>
                </c:pt>
                <c:pt idx="93">
                  <c:v>-21.137999999999998</c:v>
                </c:pt>
                <c:pt idx="94">
                  <c:v>-20.969500000000004</c:v>
                </c:pt>
                <c:pt idx="95">
                  <c:v>-20.969500000000004</c:v>
                </c:pt>
                <c:pt idx="96">
                  <c:v>-20.799999999999997</c:v>
                </c:pt>
                <c:pt idx="97">
                  <c:v>-20.799999999999997</c:v>
                </c:pt>
                <c:pt idx="98">
                  <c:v>-20.799999999999997</c:v>
                </c:pt>
                <c:pt idx="99">
                  <c:v>-20.799999999999997</c:v>
                </c:pt>
                <c:pt idx="100">
                  <c:v>-20.799999999999997</c:v>
                </c:pt>
                <c:pt idx="101">
                  <c:v>-20.6295</c:v>
                </c:pt>
                <c:pt idx="102">
                  <c:v>-20.457999999999998</c:v>
                </c:pt>
                <c:pt idx="103">
                  <c:v>-20.285499999999999</c:v>
                </c:pt>
                <c:pt idx="104">
                  <c:v>-20.285499999999999</c:v>
                </c:pt>
                <c:pt idx="105">
                  <c:v>-20.285499999999999</c:v>
                </c:pt>
                <c:pt idx="106">
                  <c:v>-20.111999999999995</c:v>
                </c:pt>
                <c:pt idx="107">
                  <c:v>-20.111999999999995</c:v>
                </c:pt>
                <c:pt idx="108">
                  <c:v>-19.9375</c:v>
                </c:pt>
                <c:pt idx="109">
                  <c:v>-19.9375</c:v>
                </c:pt>
                <c:pt idx="110">
                  <c:v>-19.9375</c:v>
                </c:pt>
                <c:pt idx="111">
                  <c:v>-19.9375</c:v>
                </c:pt>
                <c:pt idx="112">
                  <c:v>-19.762000000000004</c:v>
                </c:pt>
                <c:pt idx="113">
                  <c:v>-19.762000000000004</c:v>
                </c:pt>
                <c:pt idx="114">
                  <c:v>-19.5855</c:v>
                </c:pt>
                <c:pt idx="115">
                  <c:v>-19.5855</c:v>
                </c:pt>
                <c:pt idx="116">
                  <c:v>-19.408000000000005</c:v>
                </c:pt>
                <c:pt idx="117">
                  <c:v>-19.408000000000005</c:v>
                </c:pt>
                <c:pt idx="118">
                  <c:v>-19.408000000000005</c:v>
                </c:pt>
                <c:pt idx="119">
                  <c:v>-19.229500000000002</c:v>
                </c:pt>
                <c:pt idx="120">
                  <c:v>-19.229500000000002</c:v>
                </c:pt>
                <c:pt idx="121">
                  <c:v>-19.050000000000004</c:v>
                </c:pt>
                <c:pt idx="122">
                  <c:v>-19.050000000000004</c:v>
                </c:pt>
                <c:pt idx="123">
                  <c:v>-19.050000000000004</c:v>
                </c:pt>
                <c:pt idx="124">
                  <c:v>-19.050000000000004</c:v>
                </c:pt>
                <c:pt idx="125">
                  <c:v>-18.869499999999999</c:v>
                </c:pt>
                <c:pt idx="126">
                  <c:v>-18.869499999999999</c:v>
                </c:pt>
                <c:pt idx="127">
                  <c:v>-18.869499999999999</c:v>
                </c:pt>
                <c:pt idx="128">
                  <c:v>-18.688000000000002</c:v>
                </c:pt>
                <c:pt idx="129">
                  <c:v>-18.688000000000002</c:v>
                </c:pt>
                <c:pt idx="130">
                  <c:v>-18.688000000000002</c:v>
                </c:pt>
                <c:pt idx="131">
                  <c:v>-18.688000000000002</c:v>
                </c:pt>
                <c:pt idx="132">
                  <c:v>-18.688000000000002</c:v>
                </c:pt>
                <c:pt idx="133">
                  <c:v>-18.688000000000002</c:v>
                </c:pt>
                <c:pt idx="134">
                  <c:v>-18.688000000000002</c:v>
                </c:pt>
                <c:pt idx="135">
                  <c:v>-18.688000000000002</c:v>
                </c:pt>
                <c:pt idx="136">
                  <c:v>-18.505499999999998</c:v>
                </c:pt>
                <c:pt idx="137">
                  <c:v>-18.505499999999998</c:v>
                </c:pt>
                <c:pt idx="138">
                  <c:v>-18.505499999999998</c:v>
                </c:pt>
                <c:pt idx="139">
                  <c:v>-18.505499999999998</c:v>
                </c:pt>
                <c:pt idx="140">
                  <c:v>-18.322000000000003</c:v>
                </c:pt>
                <c:pt idx="141">
                  <c:v>-18.137499999999999</c:v>
                </c:pt>
                <c:pt idx="142">
                  <c:v>-18.137499999999999</c:v>
                </c:pt>
                <c:pt idx="143">
                  <c:v>-18.137499999999999</c:v>
                </c:pt>
                <c:pt idx="144">
                  <c:v>-17.952000000000002</c:v>
                </c:pt>
                <c:pt idx="145">
                  <c:v>-17.765499999999996</c:v>
                </c:pt>
                <c:pt idx="146">
                  <c:v>-17.578000000000003</c:v>
                </c:pt>
                <c:pt idx="147">
                  <c:v>-17.578000000000003</c:v>
                </c:pt>
                <c:pt idx="148">
                  <c:v>-17.389499999999998</c:v>
                </c:pt>
                <c:pt idx="149">
                  <c:v>-17.389499999999998</c:v>
                </c:pt>
                <c:pt idx="150">
                  <c:v>-17.389499999999998</c:v>
                </c:pt>
                <c:pt idx="151">
                  <c:v>-17.389499999999998</c:v>
                </c:pt>
                <c:pt idx="152">
                  <c:v>-17.389499999999998</c:v>
                </c:pt>
                <c:pt idx="153">
                  <c:v>-17.200000000000003</c:v>
                </c:pt>
                <c:pt idx="154">
                  <c:v>-17.200000000000003</c:v>
                </c:pt>
                <c:pt idx="155">
                  <c:v>-17.200000000000003</c:v>
                </c:pt>
                <c:pt idx="156">
                  <c:v>-17.009499999999996</c:v>
                </c:pt>
                <c:pt idx="157">
                  <c:v>-17.009499999999996</c:v>
                </c:pt>
                <c:pt idx="158">
                  <c:v>-16.818000000000001</c:v>
                </c:pt>
                <c:pt idx="159">
                  <c:v>-16.818000000000001</c:v>
                </c:pt>
                <c:pt idx="160">
                  <c:v>-16.818000000000001</c:v>
                </c:pt>
                <c:pt idx="161">
                  <c:v>-16.818000000000001</c:v>
                </c:pt>
                <c:pt idx="162">
                  <c:v>-16.818000000000001</c:v>
                </c:pt>
                <c:pt idx="163">
                  <c:v>-16.818000000000001</c:v>
                </c:pt>
                <c:pt idx="164">
                  <c:v>-16.625499999999999</c:v>
                </c:pt>
                <c:pt idx="165">
                  <c:v>-16.625499999999999</c:v>
                </c:pt>
                <c:pt idx="166">
                  <c:v>-16.625499999999999</c:v>
                </c:pt>
                <c:pt idx="167">
                  <c:v>-16.625499999999999</c:v>
                </c:pt>
                <c:pt idx="168">
                  <c:v>-16.625499999999999</c:v>
                </c:pt>
                <c:pt idx="169">
                  <c:v>-16.432000000000002</c:v>
                </c:pt>
                <c:pt idx="170">
                  <c:v>-16.432000000000002</c:v>
                </c:pt>
                <c:pt idx="171">
                  <c:v>-16.432000000000002</c:v>
                </c:pt>
                <c:pt idx="172">
                  <c:v>-16.432000000000002</c:v>
                </c:pt>
                <c:pt idx="173">
                  <c:v>-16.237499999999997</c:v>
                </c:pt>
                <c:pt idx="174">
                  <c:v>-16.237499999999997</c:v>
                </c:pt>
                <c:pt idx="175">
                  <c:v>-16.237499999999997</c:v>
                </c:pt>
                <c:pt idx="176">
                  <c:v>-16.041999999999998</c:v>
                </c:pt>
                <c:pt idx="177">
                  <c:v>-16.041999999999998</c:v>
                </c:pt>
                <c:pt idx="178">
                  <c:v>-16.041999999999998</c:v>
                </c:pt>
                <c:pt idx="179">
                  <c:v>-16.041999999999998</c:v>
                </c:pt>
                <c:pt idx="180">
                  <c:v>-16.041999999999998</c:v>
                </c:pt>
                <c:pt idx="181">
                  <c:v>-15.845499999999994</c:v>
                </c:pt>
                <c:pt idx="182">
                  <c:v>-15.845499999999994</c:v>
                </c:pt>
                <c:pt idx="183">
                  <c:v>-15.845499999999994</c:v>
                </c:pt>
                <c:pt idx="184">
                  <c:v>-15.648</c:v>
                </c:pt>
                <c:pt idx="185">
                  <c:v>-15.648</c:v>
                </c:pt>
                <c:pt idx="186">
                  <c:v>-15.648</c:v>
                </c:pt>
                <c:pt idx="187">
                  <c:v>-15.648</c:v>
                </c:pt>
                <c:pt idx="188">
                  <c:v>-15.648</c:v>
                </c:pt>
                <c:pt idx="189">
                  <c:v>-15.648</c:v>
                </c:pt>
                <c:pt idx="190">
                  <c:v>-15.449499999999997</c:v>
                </c:pt>
                <c:pt idx="191">
                  <c:v>-15.449499999999997</c:v>
                </c:pt>
                <c:pt idx="192">
                  <c:v>-15.449499999999997</c:v>
                </c:pt>
                <c:pt idx="193">
                  <c:v>-15.449499999999997</c:v>
                </c:pt>
                <c:pt idx="194">
                  <c:v>-15.25</c:v>
                </c:pt>
                <c:pt idx="195">
                  <c:v>-15.25</c:v>
                </c:pt>
                <c:pt idx="196">
                  <c:v>-15.25</c:v>
                </c:pt>
                <c:pt idx="197">
                  <c:v>-15.25</c:v>
                </c:pt>
                <c:pt idx="198">
                  <c:v>-15.25</c:v>
                </c:pt>
                <c:pt idx="199">
                  <c:v>-15.25</c:v>
                </c:pt>
                <c:pt idx="200">
                  <c:v>-15.25</c:v>
                </c:pt>
                <c:pt idx="201">
                  <c:v>-15.049500000000005</c:v>
                </c:pt>
                <c:pt idx="202">
                  <c:v>-15.049500000000005</c:v>
                </c:pt>
                <c:pt idx="203">
                  <c:v>-15.049500000000005</c:v>
                </c:pt>
                <c:pt idx="204">
                  <c:v>-15.049500000000005</c:v>
                </c:pt>
                <c:pt idx="205">
                  <c:v>-15.049500000000005</c:v>
                </c:pt>
                <c:pt idx="206">
                  <c:v>-15.049500000000005</c:v>
                </c:pt>
                <c:pt idx="207">
                  <c:v>-15.049500000000005</c:v>
                </c:pt>
                <c:pt idx="208">
                  <c:v>-15.049500000000005</c:v>
                </c:pt>
                <c:pt idx="209">
                  <c:v>-15.049500000000005</c:v>
                </c:pt>
                <c:pt idx="210">
                  <c:v>-14.847999999999999</c:v>
                </c:pt>
                <c:pt idx="211">
                  <c:v>-14.847999999999999</c:v>
                </c:pt>
                <c:pt idx="212">
                  <c:v>-14.847999999999999</c:v>
                </c:pt>
                <c:pt idx="213">
                  <c:v>-14.847999999999999</c:v>
                </c:pt>
                <c:pt idx="214">
                  <c:v>-14.847999999999999</c:v>
                </c:pt>
                <c:pt idx="215">
                  <c:v>-14.847999999999999</c:v>
                </c:pt>
                <c:pt idx="216">
                  <c:v>-14.645500000000006</c:v>
                </c:pt>
                <c:pt idx="217">
                  <c:v>-14.645500000000006</c:v>
                </c:pt>
                <c:pt idx="218">
                  <c:v>-14.645500000000006</c:v>
                </c:pt>
                <c:pt idx="219">
                  <c:v>-14.442</c:v>
                </c:pt>
                <c:pt idx="220">
                  <c:v>-14.237500000000001</c:v>
                </c:pt>
                <c:pt idx="221">
                  <c:v>-14.237500000000001</c:v>
                </c:pt>
                <c:pt idx="222">
                  <c:v>-14.237500000000001</c:v>
                </c:pt>
                <c:pt idx="223">
                  <c:v>-14.237500000000001</c:v>
                </c:pt>
                <c:pt idx="224">
                  <c:v>-14.237500000000001</c:v>
                </c:pt>
                <c:pt idx="225">
                  <c:v>-14.237500000000001</c:v>
                </c:pt>
                <c:pt idx="226">
                  <c:v>-14.237500000000001</c:v>
                </c:pt>
                <c:pt idx="227">
                  <c:v>-14.031999999999996</c:v>
                </c:pt>
                <c:pt idx="228">
                  <c:v>-14.031999999999996</c:v>
                </c:pt>
                <c:pt idx="229">
                  <c:v>-13.825500000000002</c:v>
                </c:pt>
                <c:pt idx="230">
                  <c:v>-13.617999999999999</c:v>
                </c:pt>
                <c:pt idx="231">
                  <c:v>-13.617999999999999</c:v>
                </c:pt>
                <c:pt idx="232">
                  <c:v>-13.409500000000001</c:v>
                </c:pt>
                <c:pt idx="233">
                  <c:v>-13.409500000000001</c:v>
                </c:pt>
                <c:pt idx="234">
                  <c:v>-13.409500000000001</c:v>
                </c:pt>
                <c:pt idx="235">
                  <c:v>-13.409500000000001</c:v>
                </c:pt>
                <c:pt idx="236">
                  <c:v>-13.2</c:v>
                </c:pt>
                <c:pt idx="237">
                  <c:v>-13.2</c:v>
                </c:pt>
                <c:pt idx="238">
                  <c:v>-12.989500000000003</c:v>
                </c:pt>
                <c:pt idx="239">
                  <c:v>-12.989500000000003</c:v>
                </c:pt>
                <c:pt idx="240">
                  <c:v>-12.989500000000003</c:v>
                </c:pt>
                <c:pt idx="241">
                  <c:v>-12.989500000000003</c:v>
                </c:pt>
                <c:pt idx="242">
                  <c:v>-12.989500000000003</c:v>
                </c:pt>
                <c:pt idx="243">
                  <c:v>-12.777999999999995</c:v>
                </c:pt>
                <c:pt idx="244">
                  <c:v>-12.777999999999995</c:v>
                </c:pt>
                <c:pt idx="245">
                  <c:v>-12.777999999999995</c:v>
                </c:pt>
                <c:pt idx="246">
                  <c:v>-12.777999999999995</c:v>
                </c:pt>
                <c:pt idx="247">
                  <c:v>-12.777999999999995</c:v>
                </c:pt>
                <c:pt idx="248">
                  <c:v>-12.777999999999995</c:v>
                </c:pt>
                <c:pt idx="249">
                  <c:v>-12.777999999999995</c:v>
                </c:pt>
                <c:pt idx="250">
                  <c:v>-12.777999999999995</c:v>
                </c:pt>
                <c:pt idx="251">
                  <c:v>-12.565500000000004</c:v>
                </c:pt>
                <c:pt idx="252">
                  <c:v>-12.565500000000004</c:v>
                </c:pt>
                <c:pt idx="253">
                  <c:v>-12.565500000000004</c:v>
                </c:pt>
                <c:pt idx="254">
                  <c:v>-12.565500000000004</c:v>
                </c:pt>
                <c:pt idx="255">
                  <c:v>-12.565500000000004</c:v>
                </c:pt>
                <c:pt idx="256">
                  <c:v>-12.565500000000004</c:v>
                </c:pt>
                <c:pt idx="257">
                  <c:v>-12.351999999999997</c:v>
                </c:pt>
                <c:pt idx="258">
                  <c:v>-12.351999999999997</c:v>
                </c:pt>
                <c:pt idx="259">
                  <c:v>-12.351999999999997</c:v>
                </c:pt>
                <c:pt idx="260">
                  <c:v>-12.351999999999997</c:v>
                </c:pt>
                <c:pt idx="261">
                  <c:v>-12.137500000000003</c:v>
                </c:pt>
                <c:pt idx="262">
                  <c:v>-12.137500000000003</c:v>
                </c:pt>
                <c:pt idx="263">
                  <c:v>-12.137500000000003</c:v>
                </c:pt>
                <c:pt idx="264">
                  <c:v>-12.137500000000003</c:v>
                </c:pt>
                <c:pt idx="265">
                  <c:v>-12.137500000000003</c:v>
                </c:pt>
                <c:pt idx="266">
                  <c:v>-11.921999999999997</c:v>
                </c:pt>
                <c:pt idx="267">
                  <c:v>-11.921999999999997</c:v>
                </c:pt>
                <c:pt idx="268">
                  <c:v>-11.921999999999997</c:v>
                </c:pt>
                <c:pt idx="269">
                  <c:v>-11.921999999999997</c:v>
                </c:pt>
                <c:pt idx="270">
                  <c:v>-11.921999999999997</c:v>
                </c:pt>
                <c:pt idx="271">
                  <c:v>-11.705500000000001</c:v>
                </c:pt>
                <c:pt idx="272">
                  <c:v>-11.705500000000001</c:v>
                </c:pt>
                <c:pt idx="273">
                  <c:v>-11.705500000000001</c:v>
                </c:pt>
                <c:pt idx="274">
                  <c:v>-11.487999999999996</c:v>
                </c:pt>
                <c:pt idx="275">
                  <c:v>-11.487999999999996</c:v>
                </c:pt>
                <c:pt idx="276">
                  <c:v>-11.487999999999996</c:v>
                </c:pt>
                <c:pt idx="277">
                  <c:v>-11.269500000000001</c:v>
                </c:pt>
                <c:pt idx="278">
                  <c:v>-11.269500000000001</c:v>
                </c:pt>
                <c:pt idx="279">
                  <c:v>-11.269500000000001</c:v>
                </c:pt>
                <c:pt idx="280">
                  <c:v>-11.269500000000001</c:v>
                </c:pt>
                <c:pt idx="281">
                  <c:v>-11.269500000000001</c:v>
                </c:pt>
                <c:pt idx="282">
                  <c:v>-11.049999999999997</c:v>
                </c:pt>
                <c:pt idx="283">
                  <c:v>-11.049999999999997</c:v>
                </c:pt>
                <c:pt idx="284">
                  <c:v>-11.049999999999997</c:v>
                </c:pt>
                <c:pt idx="285">
                  <c:v>-11.049999999999997</c:v>
                </c:pt>
                <c:pt idx="286">
                  <c:v>-10.829499999999999</c:v>
                </c:pt>
                <c:pt idx="287">
                  <c:v>-10.829499999999999</c:v>
                </c:pt>
                <c:pt idx="288">
                  <c:v>-10.829499999999999</c:v>
                </c:pt>
                <c:pt idx="289">
                  <c:v>-10.829499999999999</c:v>
                </c:pt>
                <c:pt idx="290">
                  <c:v>-10.829499999999999</c:v>
                </c:pt>
                <c:pt idx="291">
                  <c:v>-10.607999999999993</c:v>
                </c:pt>
                <c:pt idx="292">
                  <c:v>-10.607999999999993</c:v>
                </c:pt>
                <c:pt idx="293">
                  <c:v>-10.607999999999993</c:v>
                </c:pt>
                <c:pt idx="294">
                  <c:v>-10.607999999999993</c:v>
                </c:pt>
                <c:pt idx="295">
                  <c:v>-10.607999999999993</c:v>
                </c:pt>
                <c:pt idx="296">
                  <c:v>-10.3855</c:v>
                </c:pt>
                <c:pt idx="297">
                  <c:v>-10.3855</c:v>
                </c:pt>
                <c:pt idx="298">
                  <c:v>-10.3855</c:v>
                </c:pt>
                <c:pt idx="299">
                  <c:v>-10.3855</c:v>
                </c:pt>
                <c:pt idx="300">
                  <c:v>-10.3855</c:v>
                </c:pt>
                <c:pt idx="301">
                  <c:v>-10.3855</c:v>
                </c:pt>
                <c:pt idx="302">
                  <c:v>-10.3855</c:v>
                </c:pt>
                <c:pt idx="303">
                  <c:v>-10.161999999999995</c:v>
                </c:pt>
                <c:pt idx="304">
                  <c:v>-10.161999999999995</c:v>
                </c:pt>
                <c:pt idx="305">
                  <c:v>-10.161999999999995</c:v>
                </c:pt>
                <c:pt idx="306">
                  <c:v>-10.161999999999995</c:v>
                </c:pt>
                <c:pt idx="307">
                  <c:v>-9.9375</c:v>
                </c:pt>
                <c:pt idx="308">
                  <c:v>-9.9375</c:v>
                </c:pt>
                <c:pt idx="309">
                  <c:v>-9.9375</c:v>
                </c:pt>
                <c:pt idx="310">
                  <c:v>-9.9375</c:v>
                </c:pt>
                <c:pt idx="311">
                  <c:v>-9.9375</c:v>
                </c:pt>
                <c:pt idx="312">
                  <c:v>-9.9375</c:v>
                </c:pt>
                <c:pt idx="313">
                  <c:v>-9.9375</c:v>
                </c:pt>
                <c:pt idx="314">
                  <c:v>-9.9375</c:v>
                </c:pt>
                <c:pt idx="315">
                  <c:v>-9.9375</c:v>
                </c:pt>
                <c:pt idx="316">
                  <c:v>-9.7120000000000033</c:v>
                </c:pt>
                <c:pt idx="317">
                  <c:v>-9.7120000000000033</c:v>
                </c:pt>
                <c:pt idx="318">
                  <c:v>-9.4855000000000018</c:v>
                </c:pt>
                <c:pt idx="319">
                  <c:v>-9.4855000000000018</c:v>
                </c:pt>
                <c:pt idx="320">
                  <c:v>-9.4855000000000018</c:v>
                </c:pt>
                <c:pt idx="321">
                  <c:v>-9.4855000000000018</c:v>
                </c:pt>
                <c:pt idx="322">
                  <c:v>-9.4855000000000018</c:v>
                </c:pt>
                <c:pt idx="323">
                  <c:v>-9.2580000000000062</c:v>
                </c:pt>
                <c:pt idx="324">
                  <c:v>-9.2580000000000062</c:v>
                </c:pt>
                <c:pt idx="325">
                  <c:v>-9.2580000000000062</c:v>
                </c:pt>
                <c:pt idx="326">
                  <c:v>-9.2580000000000062</c:v>
                </c:pt>
                <c:pt idx="327">
                  <c:v>-9.2580000000000062</c:v>
                </c:pt>
                <c:pt idx="328">
                  <c:v>-9.0295000000000023</c:v>
                </c:pt>
                <c:pt idx="329">
                  <c:v>-9.0295000000000023</c:v>
                </c:pt>
                <c:pt idx="330">
                  <c:v>-9.0295000000000023</c:v>
                </c:pt>
                <c:pt idx="331">
                  <c:v>-9.0295000000000023</c:v>
                </c:pt>
                <c:pt idx="332">
                  <c:v>-9.0295000000000023</c:v>
                </c:pt>
                <c:pt idx="333">
                  <c:v>-9.0295000000000023</c:v>
                </c:pt>
                <c:pt idx="334">
                  <c:v>-9.0295000000000023</c:v>
                </c:pt>
                <c:pt idx="335">
                  <c:v>-9.0295000000000023</c:v>
                </c:pt>
                <c:pt idx="336">
                  <c:v>-9.0295000000000023</c:v>
                </c:pt>
                <c:pt idx="337">
                  <c:v>-8.8000000000000043</c:v>
                </c:pt>
                <c:pt idx="338">
                  <c:v>-8.8000000000000043</c:v>
                </c:pt>
                <c:pt idx="339">
                  <c:v>-8.8000000000000043</c:v>
                </c:pt>
                <c:pt idx="340">
                  <c:v>-8.8000000000000043</c:v>
                </c:pt>
                <c:pt idx="341">
                  <c:v>-8.8000000000000043</c:v>
                </c:pt>
                <c:pt idx="342">
                  <c:v>-8.8000000000000043</c:v>
                </c:pt>
                <c:pt idx="343">
                  <c:v>-8.5694999999999979</c:v>
                </c:pt>
                <c:pt idx="344">
                  <c:v>-8.5694999999999979</c:v>
                </c:pt>
                <c:pt idx="345">
                  <c:v>-8.5694999999999979</c:v>
                </c:pt>
                <c:pt idx="346">
                  <c:v>-8.5694999999999979</c:v>
                </c:pt>
                <c:pt idx="347">
                  <c:v>-8.5694999999999979</c:v>
                </c:pt>
                <c:pt idx="348">
                  <c:v>-8.5694999999999979</c:v>
                </c:pt>
                <c:pt idx="349">
                  <c:v>-8.3380000000000045</c:v>
                </c:pt>
                <c:pt idx="350">
                  <c:v>-8.3380000000000045</c:v>
                </c:pt>
                <c:pt idx="351">
                  <c:v>-8.3380000000000045</c:v>
                </c:pt>
                <c:pt idx="352">
                  <c:v>-8.3380000000000045</c:v>
                </c:pt>
                <c:pt idx="353">
                  <c:v>-8.3380000000000045</c:v>
                </c:pt>
                <c:pt idx="354">
                  <c:v>-8.3380000000000045</c:v>
                </c:pt>
                <c:pt idx="355">
                  <c:v>-8.3380000000000045</c:v>
                </c:pt>
                <c:pt idx="356">
                  <c:v>-8.3380000000000045</c:v>
                </c:pt>
                <c:pt idx="357">
                  <c:v>-8.1054999999999993</c:v>
                </c:pt>
                <c:pt idx="358">
                  <c:v>-8.1054999999999993</c:v>
                </c:pt>
                <c:pt idx="359">
                  <c:v>-8.1054999999999993</c:v>
                </c:pt>
                <c:pt idx="360">
                  <c:v>-8.1054999999999993</c:v>
                </c:pt>
                <c:pt idx="361">
                  <c:v>-7.8720000000000034</c:v>
                </c:pt>
                <c:pt idx="362">
                  <c:v>-7.8720000000000034</c:v>
                </c:pt>
                <c:pt idx="363">
                  <c:v>-7.8720000000000034</c:v>
                </c:pt>
                <c:pt idx="364">
                  <c:v>-7.8720000000000034</c:v>
                </c:pt>
                <c:pt idx="365">
                  <c:v>-7.8720000000000034</c:v>
                </c:pt>
                <c:pt idx="366">
                  <c:v>-7.8720000000000034</c:v>
                </c:pt>
                <c:pt idx="367">
                  <c:v>-7.8720000000000034</c:v>
                </c:pt>
                <c:pt idx="368">
                  <c:v>-7.8720000000000034</c:v>
                </c:pt>
                <c:pt idx="369">
                  <c:v>-7.6374999999999993</c:v>
                </c:pt>
                <c:pt idx="370">
                  <c:v>-7.6374999999999993</c:v>
                </c:pt>
                <c:pt idx="371">
                  <c:v>-7.6374999999999993</c:v>
                </c:pt>
                <c:pt idx="372">
                  <c:v>-7.6374999999999993</c:v>
                </c:pt>
                <c:pt idx="373">
                  <c:v>-7.6374999999999993</c:v>
                </c:pt>
                <c:pt idx="374">
                  <c:v>-7.4020000000000046</c:v>
                </c:pt>
                <c:pt idx="375">
                  <c:v>-7.4020000000000046</c:v>
                </c:pt>
                <c:pt idx="376">
                  <c:v>-7.4020000000000046</c:v>
                </c:pt>
                <c:pt idx="377">
                  <c:v>-7.4020000000000046</c:v>
                </c:pt>
                <c:pt idx="378">
                  <c:v>-7.4020000000000046</c:v>
                </c:pt>
                <c:pt idx="379">
                  <c:v>-7.4020000000000046</c:v>
                </c:pt>
                <c:pt idx="380">
                  <c:v>-7.4020000000000046</c:v>
                </c:pt>
                <c:pt idx="381">
                  <c:v>-7.4020000000000046</c:v>
                </c:pt>
                <c:pt idx="382">
                  <c:v>-7.4020000000000046</c:v>
                </c:pt>
                <c:pt idx="383">
                  <c:v>-7.4020000000000046</c:v>
                </c:pt>
                <c:pt idx="384">
                  <c:v>-7.1654999999999944</c:v>
                </c:pt>
                <c:pt idx="385">
                  <c:v>-7.1654999999999944</c:v>
                </c:pt>
                <c:pt idx="386">
                  <c:v>-7.1654999999999944</c:v>
                </c:pt>
                <c:pt idx="387">
                  <c:v>-7.1654999999999944</c:v>
                </c:pt>
                <c:pt idx="388">
                  <c:v>-7.1654999999999944</c:v>
                </c:pt>
                <c:pt idx="389">
                  <c:v>-7.1654999999999944</c:v>
                </c:pt>
                <c:pt idx="390">
                  <c:v>-6.9280000000000044</c:v>
                </c:pt>
                <c:pt idx="391">
                  <c:v>-6.9280000000000044</c:v>
                </c:pt>
                <c:pt idx="392">
                  <c:v>-6.9280000000000044</c:v>
                </c:pt>
                <c:pt idx="393">
                  <c:v>-6.9280000000000044</c:v>
                </c:pt>
                <c:pt idx="394">
                  <c:v>-6.9280000000000044</c:v>
                </c:pt>
                <c:pt idx="395">
                  <c:v>-6.9280000000000044</c:v>
                </c:pt>
                <c:pt idx="396">
                  <c:v>-6.6894999999999953</c:v>
                </c:pt>
                <c:pt idx="397">
                  <c:v>-6.6894999999999953</c:v>
                </c:pt>
                <c:pt idx="398">
                  <c:v>-6.6894999999999953</c:v>
                </c:pt>
                <c:pt idx="399">
                  <c:v>-6.6894999999999953</c:v>
                </c:pt>
                <c:pt idx="400">
                  <c:v>-6.6894999999999953</c:v>
                </c:pt>
                <c:pt idx="401">
                  <c:v>-6.6894999999999953</c:v>
                </c:pt>
                <c:pt idx="402">
                  <c:v>-6.6894999999999953</c:v>
                </c:pt>
                <c:pt idx="403">
                  <c:v>-6.6894999999999953</c:v>
                </c:pt>
                <c:pt idx="404">
                  <c:v>-6.4500000000000028</c:v>
                </c:pt>
                <c:pt idx="405">
                  <c:v>-6.4500000000000028</c:v>
                </c:pt>
                <c:pt idx="406">
                  <c:v>-6.4500000000000028</c:v>
                </c:pt>
                <c:pt idx="407">
                  <c:v>-6.4500000000000028</c:v>
                </c:pt>
                <c:pt idx="408">
                  <c:v>-6.4500000000000028</c:v>
                </c:pt>
                <c:pt idx="409">
                  <c:v>-6.4500000000000028</c:v>
                </c:pt>
                <c:pt idx="410">
                  <c:v>-6.4500000000000028</c:v>
                </c:pt>
                <c:pt idx="411">
                  <c:v>-6.4500000000000028</c:v>
                </c:pt>
                <c:pt idx="412">
                  <c:v>-6.4500000000000028</c:v>
                </c:pt>
                <c:pt idx="413">
                  <c:v>-6.4500000000000028</c:v>
                </c:pt>
                <c:pt idx="414">
                  <c:v>-6.4500000000000028</c:v>
                </c:pt>
                <c:pt idx="415">
                  <c:v>-6.2094999999999949</c:v>
                </c:pt>
                <c:pt idx="416">
                  <c:v>-6.2094999999999949</c:v>
                </c:pt>
                <c:pt idx="417">
                  <c:v>-6.2094999999999949</c:v>
                </c:pt>
                <c:pt idx="418">
                  <c:v>-6.2094999999999949</c:v>
                </c:pt>
                <c:pt idx="419">
                  <c:v>-6.2094999999999949</c:v>
                </c:pt>
                <c:pt idx="420">
                  <c:v>-6.2094999999999949</c:v>
                </c:pt>
                <c:pt idx="421">
                  <c:v>-6.2094999999999949</c:v>
                </c:pt>
                <c:pt idx="422">
                  <c:v>-6.2094999999999949</c:v>
                </c:pt>
                <c:pt idx="423">
                  <c:v>-6.2094999999999949</c:v>
                </c:pt>
                <c:pt idx="424">
                  <c:v>-5.968</c:v>
                </c:pt>
                <c:pt idx="425">
                  <c:v>-5.968</c:v>
                </c:pt>
                <c:pt idx="426">
                  <c:v>-5.968</c:v>
                </c:pt>
                <c:pt idx="427">
                  <c:v>-5.968</c:v>
                </c:pt>
                <c:pt idx="428">
                  <c:v>-5.7254999999999967</c:v>
                </c:pt>
                <c:pt idx="429">
                  <c:v>-5.7254999999999967</c:v>
                </c:pt>
                <c:pt idx="430">
                  <c:v>-5.7254999999999967</c:v>
                </c:pt>
                <c:pt idx="431">
                  <c:v>-5.7254999999999967</c:v>
                </c:pt>
                <c:pt idx="432">
                  <c:v>-5.7254999999999967</c:v>
                </c:pt>
                <c:pt idx="433">
                  <c:v>-5.7254999999999967</c:v>
                </c:pt>
                <c:pt idx="434">
                  <c:v>-5.4820000000000029</c:v>
                </c:pt>
                <c:pt idx="435">
                  <c:v>-5.4820000000000029</c:v>
                </c:pt>
                <c:pt idx="436">
                  <c:v>-5.4820000000000029</c:v>
                </c:pt>
                <c:pt idx="437">
                  <c:v>-5.4820000000000029</c:v>
                </c:pt>
                <c:pt idx="438">
                  <c:v>-5.2374999999999972</c:v>
                </c:pt>
                <c:pt idx="439">
                  <c:v>-5.2374999999999972</c:v>
                </c:pt>
                <c:pt idx="440">
                  <c:v>-5.2374999999999972</c:v>
                </c:pt>
                <c:pt idx="441">
                  <c:v>-5.2374999999999972</c:v>
                </c:pt>
                <c:pt idx="442">
                  <c:v>-4.9920000000000009</c:v>
                </c:pt>
                <c:pt idx="443">
                  <c:v>-4.9920000000000009</c:v>
                </c:pt>
                <c:pt idx="444">
                  <c:v>-4.7454999999999927</c:v>
                </c:pt>
                <c:pt idx="445">
                  <c:v>-4.7454999999999927</c:v>
                </c:pt>
                <c:pt idx="446">
                  <c:v>-4.7454999999999927</c:v>
                </c:pt>
                <c:pt idx="447">
                  <c:v>-4.7454999999999927</c:v>
                </c:pt>
                <c:pt idx="448">
                  <c:v>-4.7454999999999927</c:v>
                </c:pt>
                <c:pt idx="449">
                  <c:v>-4.7454999999999927</c:v>
                </c:pt>
                <c:pt idx="450">
                  <c:v>-4.7454999999999927</c:v>
                </c:pt>
                <c:pt idx="451">
                  <c:v>-4.4980000000000011</c:v>
                </c:pt>
                <c:pt idx="452">
                  <c:v>-4.4980000000000011</c:v>
                </c:pt>
                <c:pt idx="453">
                  <c:v>-4.4980000000000011</c:v>
                </c:pt>
                <c:pt idx="454">
                  <c:v>-4.2494999999999941</c:v>
                </c:pt>
                <c:pt idx="455">
                  <c:v>-4.2494999999999941</c:v>
                </c:pt>
                <c:pt idx="456">
                  <c:v>-4.2494999999999941</c:v>
                </c:pt>
                <c:pt idx="457">
                  <c:v>-4.2494999999999941</c:v>
                </c:pt>
                <c:pt idx="458">
                  <c:v>-4.2494999999999941</c:v>
                </c:pt>
                <c:pt idx="459">
                  <c:v>-4.2494999999999941</c:v>
                </c:pt>
                <c:pt idx="460">
                  <c:v>-4.2494999999999941</c:v>
                </c:pt>
                <c:pt idx="461">
                  <c:v>-4.2494999999999941</c:v>
                </c:pt>
              </c:numCache>
            </c:numRef>
          </c:val>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4-C433-49EC-B6F7-87EF57BAE9F3}"/>
            </c:ext>
          </c:extLst>
        </c:ser>
        <c:ser>
          <c:idx val="2"/>
          <c:order val="2"/>
          <c:spPr>
            <a:solidFill>
              <a:schemeClr val="accent2"/>
            </a:solidFill>
            <a:ln>
              <a:noFill/>
            </a:ln>
            <a:effectLst/>
          </c:spPr>
          <c:invertIfNegative val="0"/>
          <c:val>
            <c:numRef>
              <c:f>Sheet1!$D$2:$D$792</c:f>
              <c:numCache>
                <c:formatCode>General</c:formatCode>
                <c:ptCount val="791"/>
                <c:pt idx="462">
                  <c:v>-4</c:v>
                </c:pt>
                <c:pt idx="463">
                  <c:v>-4</c:v>
                </c:pt>
                <c:pt idx="464">
                  <c:v>-4</c:v>
                </c:pt>
                <c:pt idx="465">
                  <c:v>-3.7495000000000047</c:v>
                </c:pt>
                <c:pt idx="466">
                  <c:v>-3.7495000000000047</c:v>
                </c:pt>
                <c:pt idx="467">
                  <c:v>-3.7495000000000047</c:v>
                </c:pt>
                <c:pt idx="468">
                  <c:v>-3.7495000000000047</c:v>
                </c:pt>
                <c:pt idx="469">
                  <c:v>-3.7495000000000047</c:v>
                </c:pt>
                <c:pt idx="470">
                  <c:v>-3.7495000000000047</c:v>
                </c:pt>
                <c:pt idx="471">
                  <c:v>-3.4980000000000011</c:v>
                </c:pt>
                <c:pt idx="472">
                  <c:v>-3.4980000000000011</c:v>
                </c:pt>
                <c:pt idx="473">
                  <c:v>-3.4980000000000011</c:v>
                </c:pt>
                <c:pt idx="474">
                  <c:v>-3.4980000000000011</c:v>
                </c:pt>
                <c:pt idx="475">
                  <c:v>-3.4980000000000011</c:v>
                </c:pt>
                <c:pt idx="476">
                  <c:v>-3.2455000000000069</c:v>
                </c:pt>
                <c:pt idx="477">
                  <c:v>-3.2455000000000069</c:v>
                </c:pt>
                <c:pt idx="478">
                  <c:v>-3.2455000000000069</c:v>
                </c:pt>
                <c:pt idx="479">
                  <c:v>-3.2455000000000069</c:v>
                </c:pt>
                <c:pt idx="480">
                  <c:v>-2.9920000000000009</c:v>
                </c:pt>
                <c:pt idx="481">
                  <c:v>-2.9920000000000009</c:v>
                </c:pt>
                <c:pt idx="482">
                  <c:v>-2.9920000000000009</c:v>
                </c:pt>
                <c:pt idx="483">
                  <c:v>-2.9920000000000009</c:v>
                </c:pt>
                <c:pt idx="484">
                  <c:v>-2.9920000000000009</c:v>
                </c:pt>
                <c:pt idx="485">
                  <c:v>-2.7375000000000043</c:v>
                </c:pt>
                <c:pt idx="486">
                  <c:v>-2.7375000000000043</c:v>
                </c:pt>
                <c:pt idx="487">
                  <c:v>-2.7375000000000043</c:v>
                </c:pt>
                <c:pt idx="488">
                  <c:v>-2.7375000000000043</c:v>
                </c:pt>
                <c:pt idx="489">
                  <c:v>-2.7375000000000043</c:v>
                </c:pt>
                <c:pt idx="490">
                  <c:v>-2.7375000000000043</c:v>
                </c:pt>
                <c:pt idx="491">
                  <c:v>-2.7375000000000043</c:v>
                </c:pt>
                <c:pt idx="492">
                  <c:v>-2.7375000000000043</c:v>
                </c:pt>
                <c:pt idx="493">
                  <c:v>-2.4819999999999993</c:v>
                </c:pt>
                <c:pt idx="494">
                  <c:v>-2.2255000000000038</c:v>
                </c:pt>
                <c:pt idx="495">
                  <c:v>-2.2255000000000038</c:v>
                </c:pt>
                <c:pt idx="496">
                  <c:v>-2.2255000000000038</c:v>
                </c:pt>
                <c:pt idx="497">
                  <c:v>-2.2255000000000038</c:v>
                </c:pt>
                <c:pt idx="498">
                  <c:v>-2.2255000000000038</c:v>
                </c:pt>
                <c:pt idx="499">
                  <c:v>-1.9679999999999964</c:v>
                </c:pt>
                <c:pt idx="500">
                  <c:v>-1.9679999999999964</c:v>
                </c:pt>
                <c:pt idx="501">
                  <c:v>-1.9679999999999964</c:v>
                </c:pt>
                <c:pt idx="502">
                  <c:v>-1.7095000000000056</c:v>
                </c:pt>
                <c:pt idx="503">
                  <c:v>-1.7095000000000056</c:v>
                </c:pt>
                <c:pt idx="504">
                  <c:v>-1.7095000000000056</c:v>
                </c:pt>
                <c:pt idx="505">
                  <c:v>-1.7095000000000056</c:v>
                </c:pt>
                <c:pt idx="506">
                  <c:v>-1.7095000000000056</c:v>
                </c:pt>
                <c:pt idx="507">
                  <c:v>-1.7095000000000056</c:v>
                </c:pt>
                <c:pt idx="508">
                  <c:v>-1.4499999999999957</c:v>
                </c:pt>
                <c:pt idx="509">
                  <c:v>-1.4499999999999957</c:v>
                </c:pt>
                <c:pt idx="510">
                  <c:v>-1.1895000000000024</c:v>
                </c:pt>
                <c:pt idx="511">
                  <c:v>-1.1895000000000024</c:v>
                </c:pt>
                <c:pt idx="512">
                  <c:v>-1.1895000000000024</c:v>
                </c:pt>
                <c:pt idx="513">
                  <c:v>-1.1895000000000024</c:v>
                </c:pt>
                <c:pt idx="514">
                  <c:v>-0.92799999999999727</c:v>
                </c:pt>
                <c:pt idx="515">
                  <c:v>-0.92799999999999727</c:v>
                </c:pt>
                <c:pt idx="516">
                  <c:v>-0.92799999999999727</c:v>
                </c:pt>
                <c:pt idx="517">
                  <c:v>-0.92799999999999727</c:v>
                </c:pt>
                <c:pt idx="518">
                  <c:v>-0.66550000000000153</c:v>
                </c:pt>
                <c:pt idx="519">
                  <c:v>-0.66550000000000153</c:v>
                </c:pt>
                <c:pt idx="520">
                  <c:v>-0.66550000000000153</c:v>
                </c:pt>
                <c:pt idx="521">
                  <c:v>-0.66550000000000153</c:v>
                </c:pt>
                <c:pt idx="522">
                  <c:v>-0.66550000000000153</c:v>
                </c:pt>
                <c:pt idx="523">
                  <c:v>-0.66550000000000153</c:v>
                </c:pt>
                <c:pt idx="524">
                  <c:v>-0.66550000000000153</c:v>
                </c:pt>
                <c:pt idx="525">
                  <c:v>-0.40199999999999392</c:v>
                </c:pt>
                <c:pt idx="526">
                  <c:v>-0.40199999999999392</c:v>
                </c:pt>
                <c:pt idx="527">
                  <c:v>-0.40199999999999392</c:v>
                </c:pt>
                <c:pt idx="528">
                  <c:v>-0.40199999999999392</c:v>
                </c:pt>
                <c:pt idx="529">
                  <c:v>-0.13750000000000284</c:v>
                </c:pt>
                <c:pt idx="530">
                  <c:v>-0.13750000000000284</c:v>
                </c:pt>
                <c:pt idx="531">
                  <c:v>-0.13750000000000284</c:v>
                </c:pt>
                <c:pt idx="532">
                  <c:v>-0.13750000000000284</c:v>
                </c:pt>
                <c:pt idx="533">
                  <c:v>-0.13750000000000284</c:v>
                </c:pt>
                <c:pt idx="534">
                  <c:v>-0.13750000000000284</c:v>
                </c:pt>
                <c:pt idx="535">
                  <c:v>-0.13750000000000284</c:v>
                </c:pt>
                <c:pt idx="536">
                  <c:v>-0.13750000000000284</c:v>
                </c:pt>
                <c:pt idx="537">
                  <c:v>0.12800000000000722</c:v>
                </c:pt>
                <c:pt idx="538">
                  <c:v>0.12800000000000722</c:v>
                </c:pt>
                <c:pt idx="539">
                  <c:v>0.12800000000000722</c:v>
                </c:pt>
                <c:pt idx="540">
                  <c:v>0.12800000000000722</c:v>
                </c:pt>
                <c:pt idx="541">
                  <c:v>0.12800000000000722</c:v>
                </c:pt>
                <c:pt idx="542">
                  <c:v>0.12800000000000722</c:v>
                </c:pt>
                <c:pt idx="543">
                  <c:v>0.12800000000000722</c:v>
                </c:pt>
                <c:pt idx="544">
                  <c:v>0.12800000000000722</c:v>
                </c:pt>
                <c:pt idx="545">
                  <c:v>0.39450000000000074</c:v>
                </c:pt>
                <c:pt idx="546">
                  <c:v>0.39450000000000074</c:v>
                </c:pt>
                <c:pt idx="547">
                  <c:v>0.39450000000000074</c:v>
                </c:pt>
                <c:pt idx="548">
                  <c:v>0.39450000000000074</c:v>
                </c:pt>
                <c:pt idx="549">
                  <c:v>0.66200000000000614</c:v>
                </c:pt>
                <c:pt idx="550">
                  <c:v>0.66200000000000614</c:v>
                </c:pt>
                <c:pt idx="551">
                  <c:v>0.66200000000000614</c:v>
                </c:pt>
                <c:pt idx="552">
                  <c:v>0.66200000000000614</c:v>
                </c:pt>
                <c:pt idx="553">
                  <c:v>0.66200000000000614</c:v>
                </c:pt>
                <c:pt idx="554">
                  <c:v>0.930499999999995</c:v>
                </c:pt>
                <c:pt idx="555">
                  <c:v>0.930499999999995</c:v>
                </c:pt>
                <c:pt idx="556">
                  <c:v>0.930499999999995</c:v>
                </c:pt>
                <c:pt idx="557">
                  <c:v>1.2000000000000028</c:v>
                </c:pt>
                <c:pt idx="558">
                  <c:v>1.2000000000000028</c:v>
                </c:pt>
                <c:pt idx="559">
                  <c:v>1.4705000000000013</c:v>
                </c:pt>
                <c:pt idx="560">
                  <c:v>1.4705000000000013</c:v>
                </c:pt>
                <c:pt idx="561">
                  <c:v>1.4705000000000013</c:v>
                </c:pt>
                <c:pt idx="562">
                  <c:v>1.4705000000000013</c:v>
                </c:pt>
                <c:pt idx="563">
                  <c:v>1.4705000000000013</c:v>
                </c:pt>
                <c:pt idx="564">
                  <c:v>1.7420000000000044</c:v>
                </c:pt>
                <c:pt idx="565">
                  <c:v>1.7420000000000044</c:v>
                </c:pt>
                <c:pt idx="566">
                  <c:v>1.7420000000000044</c:v>
                </c:pt>
                <c:pt idx="567">
                  <c:v>1.7420000000000044</c:v>
                </c:pt>
                <c:pt idx="568">
                  <c:v>2.0144999999999982</c:v>
                </c:pt>
                <c:pt idx="569">
                  <c:v>2.0144999999999982</c:v>
                </c:pt>
                <c:pt idx="570">
                  <c:v>2.0144999999999982</c:v>
                </c:pt>
                <c:pt idx="571">
                  <c:v>2.0144999999999982</c:v>
                </c:pt>
                <c:pt idx="572">
                  <c:v>2.0144999999999982</c:v>
                </c:pt>
                <c:pt idx="573">
                  <c:v>2.0144999999999982</c:v>
                </c:pt>
                <c:pt idx="574">
                  <c:v>2.0144999999999982</c:v>
                </c:pt>
                <c:pt idx="575">
                  <c:v>2.2880000000000109</c:v>
                </c:pt>
                <c:pt idx="576">
                  <c:v>2.2880000000000109</c:v>
                </c:pt>
                <c:pt idx="577">
                  <c:v>2.2880000000000109</c:v>
                </c:pt>
                <c:pt idx="578">
                  <c:v>2.2880000000000109</c:v>
                </c:pt>
                <c:pt idx="579">
                  <c:v>2.2880000000000109</c:v>
                </c:pt>
                <c:pt idx="580">
                  <c:v>2.2880000000000109</c:v>
                </c:pt>
                <c:pt idx="581">
                  <c:v>2.2880000000000109</c:v>
                </c:pt>
                <c:pt idx="582">
                  <c:v>2.5625</c:v>
                </c:pt>
                <c:pt idx="583">
                  <c:v>2.5625</c:v>
                </c:pt>
                <c:pt idx="584">
                  <c:v>2.5625</c:v>
                </c:pt>
                <c:pt idx="585">
                  <c:v>2.5625</c:v>
                </c:pt>
                <c:pt idx="586">
                  <c:v>2.5625</c:v>
                </c:pt>
                <c:pt idx="587">
                  <c:v>2.5625</c:v>
                </c:pt>
                <c:pt idx="588">
                  <c:v>2.8379999999999868</c:v>
                </c:pt>
                <c:pt idx="589">
                  <c:v>2.8379999999999868</c:v>
                </c:pt>
                <c:pt idx="590">
                  <c:v>2.8379999999999868</c:v>
                </c:pt>
                <c:pt idx="591">
                  <c:v>2.8379999999999868</c:v>
                </c:pt>
                <c:pt idx="592">
                  <c:v>2.8379999999999868</c:v>
                </c:pt>
                <c:pt idx="593">
                  <c:v>3.1145000000000067</c:v>
                </c:pt>
                <c:pt idx="594">
                  <c:v>3.1145000000000067</c:v>
                </c:pt>
                <c:pt idx="595">
                  <c:v>3.3919999999999959</c:v>
                </c:pt>
                <c:pt idx="596">
                  <c:v>3.3919999999999959</c:v>
                </c:pt>
                <c:pt idx="597">
                  <c:v>3.3919999999999959</c:v>
                </c:pt>
                <c:pt idx="598">
                  <c:v>3.3919999999999959</c:v>
                </c:pt>
                <c:pt idx="599">
                  <c:v>3.3919999999999959</c:v>
                </c:pt>
                <c:pt idx="600">
                  <c:v>3.670499999999997</c:v>
                </c:pt>
                <c:pt idx="601">
                  <c:v>3.670499999999997</c:v>
                </c:pt>
                <c:pt idx="602">
                  <c:v>3.9499999999999957</c:v>
                </c:pt>
                <c:pt idx="603">
                  <c:v>3.9499999999999957</c:v>
                </c:pt>
                <c:pt idx="604">
                  <c:v>3.9499999999999957</c:v>
                </c:pt>
                <c:pt idx="605">
                  <c:v>4.2304999999999993</c:v>
                </c:pt>
                <c:pt idx="606">
                  <c:v>4.2304999999999993</c:v>
                </c:pt>
                <c:pt idx="607">
                  <c:v>4.2304999999999993</c:v>
                </c:pt>
                <c:pt idx="608">
                  <c:v>4.2304999999999993</c:v>
                </c:pt>
                <c:pt idx="609">
                  <c:v>4.2304999999999993</c:v>
                </c:pt>
                <c:pt idx="610">
                  <c:v>4.2304999999999993</c:v>
                </c:pt>
                <c:pt idx="611">
                  <c:v>4.5119999999999933</c:v>
                </c:pt>
                <c:pt idx="612">
                  <c:v>4.5119999999999933</c:v>
                </c:pt>
                <c:pt idx="613">
                  <c:v>4.5119999999999933</c:v>
                </c:pt>
                <c:pt idx="614">
                  <c:v>4.5119999999999933</c:v>
                </c:pt>
                <c:pt idx="615">
                  <c:v>4.5119999999999933</c:v>
                </c:pt>
                <c:pt idx="616">
                  <c:v>4.5119999999999933</c:v>
                </c:pt>
                <c:pt idx="617">
                  <c:v>4.7944999999999993</c:v>
                </c:pt>
                <c:pt idx="618">
                  <c:v>4.7944999999999993</c:v>
                </c:pt>
                <c:pt idx="619">
                  <c:v>4.7944999999999993</c:v>
                </c:pt>
                <c:pt idx="620">
                  <c:v>5.0779999999999959</c:v>
                </c:pt>
                <c:pt idx="621">
                  <c:v>5.0779999999999959</c:v>
                </c:pt>
                <c:pt idx="622">
                  <c:v>5.0779999999999959</c:v>
                </c:pt>
                <c:pt idx="623">
                  <c:v>5.3625000000000043</c:v>
                </c:pt>
                <c:pt idx="624">
                  <c:v>5.6479999999999961</c:v>
                </c:pt>
                <c:pt idx="625">
                  <c:v>5.6479999999999961</c:v>
                </c:pt>
                <c:pt idx="626">
                  <c:v>5.6479999999999961</c:v>
                </c:pt>
                <c:pt idx="627">
                  <c:v>5.6479999999999961</c:v>
                </c:pt>
                <c:pt idx="628">
                  <c:v>5.934500000000007</c:v>
                </c:pt>
                <c:pt idx="629">
                  <c:v>6.2219999999999942</c:v>
                </c:pt>
                <c:pt idx="630">
                  <c:v>6.2219999999999942</c:v>
                </c:pt>
                <c:pt idx="631">
                  <c:v>6.5105000000000004</c:v>
                </c:pt>
                <c:pt idx="632">
                  <c:v>6.5105000000000004</c:v>
                </c:pt>
                <c:pt idx="633">
                  <c:v>6.7999999999999972</c:v>
                </c:pt>
                <c:pt idx="634">
                  <c:v>6.7999999999999972</c:v>
                </c:pt>
                <c:pt idx="635">
                  <c:v>6.7999999999999972</c:v>
                </c:pt>
                <c:pt idx="636">
                  <c:v>6.7999999999999972</c:v>
                </c:pt>
                <c:pt idx="637">
                  <c:v>6.7999999999999972</c:v>
                </c:pt>
                <c:pt idx="638">
                  <c:v>6.7999999999999972</c:v>
                </c:pt>
                <c:pt idx="639">
                  <c:v>6.7999999999999972</c:v>
                </c:pt>
                <c:pt idx="640">
                  <c:v>7.0905000000000058</c:v>
                </c:pt>
                <c:pt idx="641">
                  <c:v>7.0905000000000058</c:v>
                </c:pt>
                <c:pt idx="642">
                  <c:v>7.0905000000000058</c:v>
                </c:pt>
                <c:pt idx="643">
                  <c:v>7.382000000000005</c:v>
                </c:pt>
                <c:pt idx="644">
                  <c:v>7.382000000000005</c:v>
                </c:pt>
                <c:pt idx="645">
                  <c:v>7.382000000000005</c:v>
                </c:pt>
                <c:pt idx="646">
                  <c:v>7.674500000000009</c:v>
                </c:pt>
                <c:pt idx="647">
                  <c:v>7.674500000000009</c:v>
                </c:pt>
                <c:pt idx="648">
                  <c:v>7.9679999999999964</c:v>
                </c:pt>
                <c:pt idx="649">
                  <c:v>7.9679999999999964</c:v>
                </c:pt>
                <c:pt idx="650">
                  <c:v>8.2625000000000028</c:v>
                </c:pt>
                <c:pt idx="651">
                  <c:v>8.5579999999999998</c:v>
                </c:pt>
                <c:pt idx="652">
                  <c:v>8.5579999999999998</c:v>
                </c:pt>
                <c:pt idx="653">
                  <c:v>8.8545000000000087</c:v>
                </c:pt>
                <c:pt idx="654">
                  <c:v>8.8545000000000087</c:v>
                </c:pt>
                <c:pt idx="655">
                  <c:v>8.8545000000000087</c:v>
                </c:pt>
                <c:pt idx="656">
                  <c:v>8.8545000000000087</c:v>
                </c:pt>
                <c:pt idx="657">
                  <c:v>9.1519999999999939</c:v>
                </c:pt>
                <c:pt idx="658">
                  <c:v>9.1519999999999939</c:v>
                </c:pt>
                <c:pt idx="659">
                  <c:v>9.1519999999999939</c:v>
                </c:pt>
                <c:pt idx="660">
                  <c:v>9.1519999999999939</c:v>
                </c:pt>
                <c:pt idx="661">
                  <c:v>9.4505000000000123</c:v>
                </c:pt>
                <c:pt idx="662">
                  <c:v>9.4505000000000123</c:v>
                </c:pt>
                <c:pt idx="663">
                  <c:v>9.75</c:v>
                </c:pt>
                <c:pt idx="664">
                  <c:v>9.75</c:v>
                </c:pt>
                <c:pt idx="665">
                  <c:v>10.352000000000004</c:v>
                </c:pt>
                <c:pt idx="666">
                  <c:v>10.654499999999992</c:v>
                </c:pt>
                <c:pt idx="667">
                  <c:v>10.957999999999998</c:v>
                </c:pt>
                <c:pt idx="668">
                  <c:v>11.262499999999996</c:v>
                </c:pt>
                <c:pt idx="669">
                  <c:v>11.262499999999996</c:v>
                </c:pt>
                <c:pt idx="670">
                  <c:v>11.568000000000005</c:v>
                </c:pt>
                <c:pt idx="671">
                  <c:v>11.874499999999991</c:v>
                </c:pt>
                <c:pt idx="672">
                  <c:v>11.874499999999991</c:v>
                </c:pt>
                <c:pt idx="673">
                  <c:v>12.181999999999995</c:v>
                </c:pt>
                <c:pt idx="674">
                  <c:v>12.181999999999995</c:v>
                </c:pt>
                <c:pt idx="675">
                  <c:v>12.181999999999995</c:v>
                </c:pt>
                <c:pt idx="676">
                  <c:v>12.490499999999997</c:v>
                </c:pt>
                <c:pt idx="677">
                  <c:v>12.800000000000004</c:v>
                </c:pt>
                <c:pt idx="678">
                  <c:v>12.800000000000004</c:v>
                </c:pt>
                <c:pt idx="679">
                  <c:v>13.110500000000002</c:v>
                </c:pt>
                <c:pt idx="680">
                  <c:v>13.110500000000002</c:v>
                </c:pt>
                <c:pt idx="681">
                  <c:v>13.110500000000002</c:v>
                </c:pt>
                <c:pt idx="682">
                  <c:v>13.110500000000002</c:v>
                </c:pt>
                <c:pt idx="683">
                  <c:v>13.422000000000004</c:v>
                </c:pt>
                <c:pt idx="684">
                  <c:v>13.422000000000004</c:v>
                </c:pt>
                <c:pt idx="685">
                  <c:v>13.422000000000004</c:v>
                </c:pt>
                <c:pt idx="686">
                  <c:v>13.422000000000004</c:v>
                </c:pt>
                <c:pt idx="687">
                  <c:v>13.422000000000004</c:v>
                </c:pt>
                <c:pt idx="688">
                  <c:v>13.734499999999997</c:v>
                </c:pt>
                <c:pt idx="689">
                  <c:v>13.734499999999997</c:v>
                </c:pt>
                <c:pt idx="690">
                  <c:v>13.734499999999997</c:v>
                </c:pt>
                <c:pt idx="691">
                  <c:v>13.734499999999997</c:v>
                </c:pt>
                <c:pt idx="692">
                  <c:v>14.048000000000002</c:v>
                </c:pt>
                <c:pt idx="693">
                  <c:v>14.048000000000002</c:v>
                </c:pt>
                <c:pt idx="694">
                  <c:v>14.048000000000002</c:v>
                </c:pt>
                <c:pt idx="695">
                  <c:v>14.048000000000002</c:v>
                </c:pt>
                <c:pt idx="696">
                  <c:v>14.362499999999997</c:v>
                </c:pt>
                <c:pt idx="697">
                  <c:v>14.678000000000004</c:v>
                </c:pt>
                <c:pt idx="698">
                  <c:v>14.678000000000004</c:v>
                </c:pt>
                <c:pt idx="699">
                  <c:v>14.994500000000002</c:v>
                </c:pt>
                <c:pt idx="700">
                  <c:v>14.994500000000002</c:v>
                </c:pt>
                <c:pt idx="701">
                  <c:v>15.312000000000012</c:v>
                </c:pt>
                <c:pt idx="702">
                  <c:v>15.312000000000012</c:v>
                </c:pt>
                <c:pt idx="703">
                  <c:v>15.312000000000012</c:v>
                </c:pt>
                <c:pt idx="704">
                  <c:v>15.630499999999998</c:v>
                </c:pt>
                <c:pt idx="705">
                  <c:v>15.630499999999998</c:v>
                </c:pt>
                <c:pt idx="706">
                  <c:v>15.630499999999998</c:v>
                </c:pt>
                <c:pt idx="707">
                  <c:v>15.630499999999998</c:v>
                </c:pt>
                <c:pt idx="708">
                  <c:v>15.950000000000003</c:v>
                </c:pt>
                <c:pt idx="709">
                  <c:v>15.950000000000003</c:v>
                </c:pt>
                <c:pt idx="710">
                  <c:v>15.950000000000003</c:v>
                </c:pt>
                <c:pt idx="711">
                  <c:v>16.270499999999998</c:v>
                </c:pt>
                <c:pt idx="712">
                  <c:v>16.270499999999998</c:v>
                </c:pt>
                <c:pt idx="713">
                  <c:v>17.5625</c:v>
                </c:pt>
                <c:pt idx="714">
                  <c:v>17.5625</c:v>
                </c:pt>
                <c:pt idx="715">
                  <c:v>17.5625</c:v>
                </c:pt>
                <c:pt idx="716">
                  <c:v>17.887999999999991</c:v>
                </c:pt>
                <c:pt idx="717">
                  <c:v>18.214500000000001</c:v>
                </c:pt>
                <c:pt idx="718">
                  <c:v>18.214500000000001</c:v>
                </c:pt>
                <c:pt idx="719">
                  <c:v>18.541999999999994</c:v>
                </c:pt>
                <c:pt idx="720">
                  <c:v>18.8705</c:v>
                </c:pt>
                <c:pt idx="721">
                  <c:v>18.8705</c:v>
                </c:pt>
                <c:pt idx="722">
                  <c:v>19.861999999999988</c:v>
                </c:pt>
                <c:pt idx="723">
                  <c:v>19.861999999999988</c:v>
                </c:pt>
                <c:pt idx="724">
                  <c:v>19.861999999999988</c:v>
                </c:pt>
                <c:pt idx="725">
                  <c:v>21.198</c:v>
                </c:pt>
                <c:pt idx="726">
                  <c:v>21.198</c:v>
                </c:pt>
                <c:pt idx="727">
                  <c:v>21.198</c:v>
                </c:pt>
                <c:pt idx="728">
                  <c:v>21.534500000000008</c:v>
                </c:pt>
                <c:pt idx="729">
                  <c:v>21.534500000000008</c:v>
                </c:pt>
                <c:pt idx="730">
                  <c:v>21.534500000000008</c:v>
                </c:pt>
                <c:pt idx="731">
                  <c:v>22.890500000000003</c:v>
                </c:pt>
                <c:pt idx="732">
                  <c:v>23.231999999999999</c:v>
                </c:pt>
                <c:pt idx="733">
                  <c:v>23.574500000000008</c:v>
                </c:pt>
                <c:pt idx="734">
                  <c:v>23.574500000000008</c:v>
                </c:pt>
                <c:pt idx="735">
                  <c:v>23.917999999999999</c:v>
                </c:pt>
                <c:pt idx="736">
                  <c:v>24.608000000000004</c:v>
                </c:pt>
                <c:pt idx="737">
                  <c:v>24.95450000000001</c:v>
                </c:pt>
                <c:pt idx="738">
                  <c:v>24.95450000000001</c:v>
                </c:pt>
                <c:pt idx="739">
                  <c:v>24.95450000000001</c:v>
                </c:pt>
                <c:pt idx="740">
                  <c:v>25.301999999999992</c:v>
                </c:pt>
                <c:pt idx="741">
                  <c:v>25.650500000000015</c:v>
                </c:pt>
              </c:numCache>
            </c:numRef>
          </c:val>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5-C433-49EC-B6F7-87EF57BAE9F3}"/>
            </c:ext>
          </c:extLst>
        </c:ser>
        <c:ser>
          <c:idx val="3"/>
          <c:order val="3"/>
          <c:spPr>
            <a:solidFill>
              <a:schemeClr val="accent2">
                <a:lumMod val="60000"/>
              </a:schemeClr>
            </a:solidFill>
            <a:ln>
              <a:noFill/>
            </a:ln>
            <a:effectLst/>
          </c:spPr>
          <c:invertIfNegative val="0"/>
          <c:val>
            <c:numRef>
              <c:f>Sheet1!$E$2:$E$792</c:f>
              <c:numCache>
                <c:formatCode>General</c:formatCode>
                <c:ptCount val="791"/>
                <c:pt idx="742">
                  <c:v>26</c:v>
                </c:pt>
                <c:pt idx="743">
                  <c:v>26</c:v>
                </c:pt>
                <c:pt idx="744">
                  <c:v>26.35049999999999</c:v>
                </c:pt>
                <c:pt idx="745">
                  <c:v>26.701999999999984</c:v>
                </c:pt>
                <c:pt idx="746">
                  <c:v>26.701999999999984</c:v>
                </c:pt>
                <c:pt idx="747">
                  <c:v>26.701999999999984</c:v>
                </c:pt>
                <c:pt idx="748">
                  <c:v>27.054500000000012</c:v>
                </c:pt>
                <c:pt idx="749">
                  <c:v>27.054500000000012</c:v>
                </c:pt>
                <c:pt idx="750">
                  <c:v>27.408000000000001</c:v>
                </c:pt>
                <c:pt idx="751">
                  <c:v>28.117999999999981</c:v>
                </c:pt>
                <c:pt idx="752">
                  <c:v>28.474500000000013</c:v>
                </c:pt>
                <c:pt idx="753">
                  <c:v>30.272000000000006</c:v>
                </c:pt>
                <c:pt idx="754">
                  <c:v>30.272000000000006</c:v>
                </c:pt>
                <c:pt idx="755">
                  <c:v>33.200000000000003</c:v>
                </c:pt>
                <c:pt idx="756">
                  <c:v>33.570499999999996</c:v>
                </c:pt>
                <c:pt idx="757">
                  <c:v>33.941999999999993</c:v>
                </c:pt>
                <c:pt idx="758">
                  <c:v>36.192000000000007</c:v>
                </c:pt>
                <c:pt idx="759">
                  <c:v>36.570499999999996</c:v>
                </c:pt>
                <c:pt idx="760">
                  <c:v>36.570499999999996</c:v>
                </c:pt>
                <c:pt idx="761">
                  <c:v>36.950000000000003</c:v>
                </c:pt>
                <c:pt idx="762">
                  <c:v>37.330499999999986</c:v>
                </c:pt>
                <c:pt idx="763">
                  <c:v>38.094499999999996</c:v>
                </c:pt>
                <c:pt idx="764">
                  <c:v>38.862499999999997</c:v>
                </c:pt>
                <c:pt idx="765">
                  <c:v>40.021999999999991</c:v>
                </c:pt>
                <c:pt idx="766">
                  <c:v>40.021999999999991</c:v>
                </c:pt>
                <c:pt idx="767">
                  <c:v>40.410499999999985</c:v>
                </c:pt>
                <c:pt idx="768">
                  <c:v>41.1905</c:v>
                </c:pt>
                <c:pt idx="769">
                  <c:v>41.582000000000008</c:v>
                </c:pt>
                <c:pt idx="770">
                  <c:v>41.582000000000008</c:v>
                </c:pt>
                <c:pt idx="771">
                  <c:v>41.974499999999992</c:v>
                </c:pt>
                <c:pt idx="772">
                  <c:v>42.368000000000023</c:v>
                </c:pt>
                <c:pt idx="773">
                  <c:v>42.762500000000003</c:v>
                </c:pt>
                <c:pt idx="774">
                  <c:v>43.952000000000012</c:v>
                </c:pt>
                <c:pt idx="775">
                  <c:v>43.952000000000012</c:v>
                </c:pt>
                <c:pt idx="776">
                  <c:v>44.350500000000011</c:v>
                </c:pt>
                <c:pt idx="777">
                  <c:v>44.75</c:v>
                </c:pt>
                <c:pt idx="778">
                  <c:v>48.390499999999989</c:v>
                </c:pt>
                <c:pt idx="779">
                  <c:v>49.622000000000014</c:v>
                </c:pt>
                <c:pt idx="780">
                  <c:v>49.622000000000014</c:v>
                </c:pt>
                <c:pt idx="781">
                  <c:v>52.530500000000018</c:v>
                </c:pt>
                <c:pt idx="782">
                  <c:v>52.95</c:v>
                </c:pt>
                <c:pt idx="783">
                  <c:v>54.214500000000015</c:v>
                </c:pt>
                <c:pt idx="784">
                  <c:v>57.199999999999989</c:v>
                </c:pt>
                <c:pt idx="785">
                  <c:v>58.062000000000012</c:v>
                </c:pt>
                <c:pt idx="786">
                  <c:v>58.494500000000002</c:v>
                </c:pt>
                <c:pt idx="787">
                  <c:v>60.234500000000011</c:v>
                </c:pt>
                <c:pt idx="788">
                  <c:v>61.990500000000011</c:v>
                </c:pt>
                <c:pt idx="789">
                  <c:v>64.207999999999998</c:v>
                </c:pt>
                <c:pt idx="790">
                  <c:v>66</c:v>
                </c:pt>
              </c:numCache>
            </c:numRef>
          </c:val>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6-C433-49EC-B6F7-87EF57BAE9F3}"/>
            </c:ext>
          </c:extLst>
        </c:ser>
        <c:dLbls>
          <c:showLegendKey val="0"/>
          <c:showVal val="0"/>
          <c:showCatName val="0"/>
          <c:showSerName val="0"/>
          <c:showPercent val="0"/>
          <c:showBubbleSize val="0"/>
        </c:dLbls>
        <c:gapWidth val="40"/>
        <c:axId val="-915074400"/>
        <c:axId val="-915072768"/>
      </c:barChart>
      <c:catAx>
        <c:axId val="-915074400"/>
        <c:scaling>
          <c:orientation val="minMax"/>
        </c:scaling>
        <c:delete val="1"/>
        <c:axPos val="b"/>
        <c:numFmt formatCode="General" sourceLinked="1"/>
        <c:majorTickMark val="out"/>
        <c:minorTickMark val="none"/>
        <c:tickLblPos val="nextTo"/>
        <c:crossAx val="-915072768"/>
        <c:crossesAt val="0"/>
        <c:auto val="0"/>
        <c:lblAlgn val="ctr"/>
        <c:lblOffset val="100"/>
        <c:tickLblSkip val="1"/>
        <c:tickMarkSkip val="1"/>
        <c:noMultiLvlLbl val="0"/>
      </c:catAx>
      <c:valAx>
        <c:axId val="-915072768"/>
        <c:scaling>
          <c:orientation val="minMax"/>
          <c:max val="75"/>
          <c:min val="-40"/>
        </c:scaling>
        <c:delete val="0"/>
        <c:axPos val="l"/>
        <c:numFmt formatCode="General" sourceLinked="1"/>
        <c:majorTickMark val="none"/>
        <c:minorTickMark val="none"/>
        <c:tickLblPos val="none"/>
        <c:spPr>
          <a:noFill/>
          <a:ln w="12700" cap="flat" cmpd="sng" algn="ctr">
            <a:solidFill>
              <a:srgbClr val="808080"/>
            </a:solidFill>
            <a:prstDash val="solid"/>
            <a:round/>
          </a:ln>
          <a:effectLst/>
        </c:spPr>
        <c:txPr>
          <a:bodyPr rot="-60000000" spcFirstLastPara="1" vertOverflow="ellipsis" vert="horz" wrap="square" anchor="ctr" anchorCtr="1"/>
          <a:lstStyle/>
          <a:p>
            <a:pPr>
              <a:defRPr sz="1200" b="1" i="0" u="none" strike="noStrike" kern="1200" baseline="0" smtId="4294967295">
                <a:solidFill>
                  <a:schemeClr val="tx1"/>
                </a:solidFill>
                <a:latin typeface="+mn-lt"/>
                <a:ea typeface="Calibri"/>
                <a:cs typeface="Calibri"/>
              </a:defRPr>
            </a:pPr>
            <a:endParaRPr lang="en-US"/>
          </a:p>
        </c:txPr>
        <c:crossAx val="-915074400"/>
        <c:crosses val="autoZero"/>
        <c:crossBetween val="between"/>
        <c:majorUnit val="10"/>
      </c:valAx>
      <c:spPr>
        <a:noFill/>
        <a:ln w="25400">
          <a:noFill/>
        </a:ln>
        <a:effectLst/>
      </c:spPr>
    </c:plotArea>
    <c:plotVisOnly val="1"/>
    <c:dispBlanksAs val="gap"/>
    <c:showDLblsOverMax val="0"/>
  </c:chart>
  <c:spPr>
    <a:noFill/>
    <a:ln w="9525" cap="flat" cmpd="sng" algn="ctr">
      <a:noFill/>
      <a:prstDash val="solid"/>
    </a:ln>
    <a:effectLst/>
  </c:spPr>
  <c:txPr>
    <a:bodyPr/>
    <a:lstStyle/>
    <a:p>
      <a:pPr>
        <a:defRPr sz="1200" b="1" i="0" u="none" strike="noStrike" baseline="0" smtId="4294967295">
          <a:solidFill>
            <a:schemeClr val="tx1"/>
          </a:solidFill>
          <a:latin typeface="+mn-lt"/>
          <a:ea typeface="Calibri"/>
          <a:cs typeface="Calibri"/>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488372093023252E-2"/>
          <c:y val="0.11438063597532036"/>
          <c:w val="0.85209302325581393"/>
          <c:h val="0.8058851447555766"/>
        </c:manualLayout>
      </c:layout>
      <c:barChart>
        <c:barDir val="col"/>
        <c:grouping val="stacked"/>
        <c:varyColors val="0"/>
        <c:ser>
          <c:idx val="0"/>
          <c:order val="0"/>
          <c:spPr>
            <a:solidFill>
              <a:srgbClr val="4D4D4D"/>
            </a:solidFill>
            <a:ln w="9525" cmpd="sng" algn="ctr">
              <a:solidFill>
                <a:schemeClr val="tx1"/>
              </a:solidFill>
              <a:prstDash val="solid"/>
            </a:ln>
          </c:spPr>
          <c:invertIfNegative val="0"/>
          <c:dPt>
            <c:idx val="0"/>
            <c:invertIfNegative val="0"/>
            <c:bubble3D val="0"/>
            <c:spPr>
              <a:solidFill>
                <a:schemeClr val="accent2"/>
              </a:solidFill>
              <a:ln w="9525" cmpd="sng" algn="ctr">
                <a:solidFill>
                  <a:schemeClr val="tx1"/>
                </a:solidFill>
                <a:prstDash val="solid"/>
              </a:ln>
            </c:spPr>
            <c:extLst>
              <c:ext xmlns:c16="http://schemas.microsoft.com/office/drawing/2014/chart" uri="{C3380CC4-5D6E-409C-BE32-E72D297353CC}">
                <c16:uniqueId val="{00000000-AAD6-CC4B-AA04-529208F3498A}"/>
              </c:ext>
            </c:extLst>
          </c:dPt>
          <c:dPt>
            <c:idx val="1"/>
            <c:invertIfNegative val="0"/>
            <c:bubble3D val="0"/>
            <c:spPr>
              <a:solidFill>
                <a:srgbClr val="B3B3B3"/>
              </a:solidFill>
              <a:ln w="9525" cmpd="sng" algn="ctr">
                <a:solidFill>
                  <a:schemeClr val="tx1"/>
                </a:solidFill>
                <a:prstDash val="solid"/>
              </a:ln>
            </c:spPr>
            <c:extLst>
              <c:ext xmlns:c16="http://schemas.microsoft.com/office/drawing/2014/chart" uri="{C3380CC4-5D6E-409C-BE32-E72D297353CC}">
                <c16:uniqueId val="{00000001-AAD6-CC4B-AA04-529208F3498A}"/>
              </c:ext>
            </c:extLst>
          </c:dPt>
          <c:dLbls>
            <c:dLbl>
              <c:idx val="0"/>
              <c:layout>
                <c:manualLayout>
                  <c:x val="0"/>
                  <c:y val="-0.21262458471760798"/>
                </c:manualLayout>
              </c:layout>
              <c:numFmt formatCode="#,##0;&quot;-&quot;#,##0;0" sourceLinked="0"/>
              <c:spPr>
                <a:noFill/>
                <a:ln>
                  <a:noFill/>
                </a:ln>
              </c:spPr>
              <c:txPr>
                <a:bodyPr wrap="none"/>
                <a:lstStyle/>
                <a:p>
                  <a:pPr>
                    <a:defRPr sz="1200" b="1" kern="1200">
                      <a:solidFill>
                        <a:srgbClr val="000000"/>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AD6-CC4B-AA04-529208F3498A}"/>
                </c:ext>
              </c:extLst>
            </c:dLbl>
            <c:dLbl>
              <c:idx val="1"/>
              <c:layout>
                <c:manualLayout>
                  <c:x val="0"/>
                  <c:y val="-0.29615567157095396"/>
                </c:manualLayout>
              </c:layout>
              <c:numFmt formatCode="#,##0;&quot;-&quot;#,##0;0" sourceLinked="0"/>
              <c:spPr>
                <a:noFill/>
                <a:ln>
                  <a:noFill/>
                </a:ln>
              </c:spPr>
              <c:txPr>
                <a:bodyPr wrap="none"/>
                <a:lstStyle/>
                <a:p>
                  <a:pPr>
                    <a:defRPr sz="1200" b="1" kern="1200">
                      <a:solidFill>
                        <a:srgbClr val="000000"/>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AD6-CC4B-AA04-529208F3498A}"/>
                </c:ext>
              </c:extLst>
            </c:dLbl>
            <c:dLbl>
              <c:idx val="2"/>
              <c:layout>
                <c:manualLayout>
                  <c:x val="0"/>
                  <c:y val="-0.43806359753203605"/>
                </c:manualLayout>
              </c:layout>
              <c:numFmt formatCode="#,##0;&quot;-&quot;#,##0;0" sourceLinked="0"/>
              <c:spPr>
                <a:noFill/>
                <a:ln>
                  <a:noFill/>
                </a:ln>
              </c:spPr>
              <c:txPr>
                <a:bodyPr wrap="none"/>
                <a:lstStyle/>
                <a:p>
                  <a:pPr>
                    <a:defRPr sz="1200" b="1" kern="1200">
                      <a:solidFill>
                        <a:srgbClr val="000000"/>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AD6-CC4B-AA04-529208F3498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30</c:v>
                </c:pt>
                <c:pt idx="1">
                  <c:v>44</c:v>
                </c:pt>
                <c:pt idx="2">
                  <c:v>68</c:v>
                </c:pt>
              </c:numCache>
            </c:numRef>
          </c:val>
          <c:extLst>
            <c:ext xmlns:c16="http://schemas.microsoft.com/office/drawing/2014/chart" uri="{C3380CC4-5D6E-409C-BE32-E72D297353CC}">
              <c16:uniqueId val="{00000003-AAD6-CC4B-AA04-529208F3498A}"/>
            </c:ext>
          </c:extLst>
        </c:ser>
        <c:dLbls>
          <c:showLegendKey val="0"/>
          <c:showVal val="0"/>
          <c:showCatName val="0"/>
          <c:showSerName val="0"/>
          <c:showPercent val="0"/>
          <c:showBubbleSize val="0"/>
        </c:dLbls>
        <c:gapWidth val="60"/>
        <c:overlap val="100"/>
        <c:axId val="1506931391"/>
        <c:axId val="1"/>
      </c:barChart>
      <c:catAx>
        <c:axId val="1506931391"/>
        <c:scaling>
          <c:orientation val="minMax"/>
        </c:scaling>
        <c:delete val="0"/>
        <c:axPos val="b"/>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1506931391"/>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627906976744191E-2"/>
          <c:y val="8.2595870206489674E-2"/>
          <c:w val="0.85581395348837208"/>
          <c:h val="0.83480825958702065"/>
        </c:manualLayout>
      </c:layout>
      <c:barChart>
        <c:barDir val="col"/>
        <c:grouping val="stacked"/>
        <c:varyColors val="0"/>
        <c:ser>
          <c:idx val="0"/>
          <c:order val="0"/>
          <c:spPr>
            <a:solidFill>
              <a:srgbClr val="4D4D4D"/>
            </a:solidFill>
            <a:ln w="6350" cmpd="sng" algn="ctr">
              <a:solidFill>
                <a:schemeClr val="tx1"/>
              </a:solidFill>
              <a:prstDash val="solid"/>
            </a:ln>
          </c:spPr>
          <c:invertIfNegative val="0"/>
          <c:dPt>
            <c:idx val="0"/>
            <c:invertIfNegative val="0"/>
            <c:bubble3D val="0"/>
            <c:spPr>
              <a:solidFill>
                <a:schemeClr val="accent2"/>
              </a:solidFill>
              <a:ln w="6350" cmpd="sng" algn="ctr">
                <a:solidFill>
                  <a:schemeClr val="tx1"/>
                </a:solidFill>
                <a:prstDash val="solid"/>
              </a:ln>
            </c:spPr>
            <c:extLst>
              <c:ext xmlns:c16="http://schemas.microsoft.com/office/drawing/2014/chart" uri="{C3380CC4-5D6E-409C-BE32-E72D297353CC}">
                <c16:uniqueId val="{00000000-3DFC-434C-93EC-440F0953204F}"/>
              </c:ext>
            </c:extLst>
          </c:dPt>
          <c:dPt>
            <c:idx val="1"/>
            <c:invertIfNegative val="0"/>
            <c:bubble3D val="0"/>
            <c:spPr>
              <a:solidFill>
                <a:srgbClr val="B3B3B3"/>
              </a:solidFill>
              <a:ln w="6350" cmpd="sng" algn="ctr">
                <a:solidFill>
                  <a:schemeClr val="tx1"/>
                </a:solidFill>
                <a:prstDash val="solid"/>
              </a:ln>
            </c:spPr>
            <c:extLst>
              <c:ext xmlns:c16="http://schemas.microsoft.com/office/drawing/2014/chart" uri="{C3380CC4-5D6E-409C-BE32-E72D297353CC}">
                <c16:uniqueId val="{00000001-3DFC-434C-93EC-440F0953204F}"/>
              </c:ext>
            </c:extLst>
          </c:dPt>
          <c:dLbls>
            <c:dLbl>
              <c:idx val="0"/>
              <c:layout>
                <c:manualLayout>
                  <c:x val="0"/>
                  <c:y val="-0.20206489675516223"/>
                </c:manualLayout>
              </c:layout>
              <c:numFmt formatCode="#,##0;&quot;-&quot;#,##0;0" sourceLinked="0"/>
              <c:spPr>
                <a:noFill/>
                <a:ln>
                  <a:noFill/>
                </a:ln>
              </c:spPr>
              <c:txPr>
                <a:bodyPr wrap="none"/>
                <a:lstStyle/>
                <a:p>
                  <a:pPr>
                    <a:defRPr sz="1200" b="1" kern="1200">
                      <a:solidFill>
                        <a:srgbClr val="000000"/>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DFC-434C-93EC-440F0953204F}"/>
                </c:ext>
              </c:extLst>
            </c:dLbl>
            <c:dLbl>
              <c:idx val="1"/>
              <c:layout>
                <c:manualLayout>
                  <c:x val="0"/>
                  <c:y val="-0.25762045231071778"/>
                </c:manualLayout>
              </c:layout>
              <c:numFmt formatCode="#,##0;&quot;-&quot;#,##0;0" sourceLinked="0"/>
              <c:spPr>
                <a:noFill/>
                <a:ln>
                  <a:noFill/>
                </a:ln>
              </c:spPr>
              <c:txPr>
                <a:bodyPr wrap="none"/>
                <a:lstStyle/>
                <a:p>
                  <a:pPr>
                    <a:defRPr sz="1200" b="1" kern="1200">
                      <a:solidFill>
                        <a:srgbClr val="000000"/>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DFC-434C-93EC-440F0953204F}"/>
                </c:ext>
              </c:extLst>
            </c:dLbl>
            <c:dLbl>
              <c:idx val="2"/>
              <c:layout>
                <c:manualLayout>
                  <c:x val="0"/>
                  <c:y val="-0.39233038348082594"/>
                </c:manualLayout>
              </c:layout>
              <c:numFmt formatCode="#,##0;&quot;-&quot;#,##0;0" sourceLinked="0"/>
              <c:spPr>
                <a:noFill/>
                <a:ln>
                  <a:noFill/>
                </a:ln>
              </c:spPr>
              <c:txPr>
                <a:bodyPr wrap="none"/>
                <a:lstStyle/>
                <a:p>
                  <a:pPr>
                    <a:defRPr sz="1200" b="1" kern="1200">
                      <a:solidFill>
                        <a:srgbClr val="000000"/>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3DFC-434C-93EC-440F0953204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27</c:v>
                </c:pt>
                <c:pt idx="1">
                  <c:v>36</c:v>
                </c:pt>
                <c:pt idx="2">
                  <c:v>58</c:v>
                </c:pt>
              </c:numCache>
            </c:numRef>
          </c:val>
          <c:extLst>
            <c:ext xmlns:c16="http://schemas.microsoft.com/office/drawing/2014/chart" uri="{C3380CC4-5D6E-409C-BE32-E72D297353CC}">
              <c16:uniqueId val="{00000003-3DFC-434C-93EC-440F0953204F}"/>
            </c:ext>
          </c:extLst>
        </c:ser>
        <c:dLbls>
          <c:showLegendKey val="0"/>
          <c:showVal val="0"/>
          <c:showCatName val="0"/>
          <c:showSerName val="0"/>
          <c:showPercent val="0"/>
          <c:showBubbleSize val="0"/>
        </c:dLbls>
        <c:gapWidth val="60"/>
        <c:overlap val="100"/>
        <c:axId val="1448822079"/>
        <c:axId val="1"/>
      </c:barChart>
      <c:catAx>
        <c:axId val="1448822079"/>
        <c:scaling>
          <c:orientation val="minMax"/>
        </c:scaling>
        <c:delete val="0"/>
        <c:axPos val="b"/>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1448822079"/>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951969260326606E-2"/>
          <c:y val="7.4649298597194394E-2"/>
          <c:w val="0.90009606147934673"/>
          <c:h val="0.85070140280561124"/>
        </c:manualLayout>
      </c:layout>
      <c:barChart>
        <c:barDir val="col"/>
        <c:grouping val="stacked"/>
        <c:varyColors val="0"/>
        <c:ser>
          <c:idx val="0"/>
          <c:order val="0"/>
          <c:spPr>
            <a:solidFill>
              <a:srgbClr val="4D4D4D"/>
            </a:solidFill>
            <a:ln w="6350" cmpd="sng" algn="ctr">
              <a:solidFill>
                <a:schemeClr val="tx1"/>
              </a:solidFill>
              <a:prstDash val="solid"/>
            </a:ln>
          </c:spPr>
          <c:invertIfNegative val="0"/>
          <c:dPt>
            <c:idx val="0"/>
            <c:invertIfNegative val="0"/>
            <c:bubble3D val="0"/>
            <c:spPr>
              <a:solidFill>
                <a:schemeClr val="accent2"/>
              </a:solidFill>
              <a:ln w="6350" cmpd="sng" algn="ctr">
                <a:solidFill>
                  <a:schemeClr val="tx1"/>
                </a:solidFill>
                <a:prstDash val="solid"/>
              </a:ln>
            </c:spPr>
            <c:extLst>
              <c:ext xmlns:c16="http://schemas.microsoft.com/office/drawing/2014/chart" uri="{C3380CC4-5D6E-409C-BE32-E72D297353CC}">
                <c16:uniqueId val="{00000000-46BB-1A46-B426-6462C47A1A12}"/>
              </c:ext>
            </c:extLst>
          </c:dPt>
          <c:dPt>
            <c:idx val="1"/>
            <c:invertIfNegative val="0"/>
            <c:bubble3D val="0"/>
            <c:spPr>
              <a:solidFill>
                <a:srgbClr val="B3B3B3"/>
              </a:solidFill>
              <a:ln w="6350" cmpd="sng" algn="ctr">
                <a:solidFill>
                  <a:schemeClr val="tx1"/>
                </a:solidFill>
                <a:prstDash val="solid"/>
              </a:ln>
            </c:spPr>
            <c:extLst>
              <c:ext xmlns:c16="http://schemas.microsoft.com/office/drawing/2014/chart" uri="{C3380CC4-5D6E-409C-BE32-E72D297353CC}">
                <c16:uniqueId val="{00000001-46BB-1A46-B426-6462C47A1A12}"/>
              </c:ext>
            </c:extLst>
          </c:dPt>
          <c:dLbls>
            <c:dLbl>
              <c:idx val="0"/>
              <c:layout>
                <c:manualLayout>
                  <c:x val="0"/>
                  <c:y val="-0.17084168336673347"/>
                </c:manualLayout>
              </c:layout>
              <c:numFmt formatCode="#,##0;&quot;-&quot;#,##0;0" sourceLinked="0"/>
              <c:spPr>
                <a:noFill/>
                <a:ln>
                  <a:noFill/>
                </a:ln>
              </c:spPr>
              <c:txPr>
                <a:bodyPr wrap="none"/>
                <a:lstStyle/>
                <a:p>
                  <a:pPr>
                    <a:defRPr sz="1050" b="1" kern="1200">
                      <a:solidFill>
                        <a:schemeClr val="tx1"/>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6BB-1A46-B426-6462C47A1A12}"/>
                </c:ext>
              </c:extLst>
            </c:dLbl>
            <c:dLbl>
              <c:idx val="1"/>
              <c:layout>
                <c:manualLayout>
                  <c:x val="0"/>
                  <c:y val="-0.2590180360721443"/>
                </c:manualLayout>
              </c:layout>
              <c:numFmt formatCode="#,##0;&quot;-&quot;#,##0;0" sourceLinked="0"/>
              <c:spPr>
                <a:noFill/>
                <a:ln>
                  <a:noFill/>
                </a:ln>
              </c:spPr>
              <c:txPr>
                <a:bodyPr wrap="none"/>
                <a:lstStyle/>
                <a:p>
                  <a:pPr>
                    <a:defRPr sz="1050" b="1" kern="1200">
                      <a:solidFill>
                        <a:schemeClr val="tx1"/>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6BB-1A46-B426-6462C47A1A12}"/>
                </c:ext>
              </c:extLst>
            </c:dLbl>
            <c:dLbl>
              <c:idx val="2"/>
              <c:layout>
                <c:manualLayout>
                  <c:x val="0"/>
                  <c:y val="-0.42735470941883769"/>
                </c:manualLayout>
              </c:layout>
              <c:numFmt formatCode="#,##0;&quot;-&quot;#,##0;0" sourceLinked="0"/>
              <c:spPr>
                <a:noFill/>
                <a:ln>
                  <a:noFill/>
                </a:ln>
              </c:spPr>
              <c:txPr>
                <a:bodyPr wrap="none"/>
                <a:lstStyle/>
                <a:p>
                  <a:pPr>
                    <a:defRPr sz="1050" b="1" kern="1200">
                      <a:solidFill>
                        <a:schemeClr val="tx1"/>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6BB-1A46-B426-6462C47A1A1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22</c:v>
                </c:pt>
                <c:pt idx="1">
                  <c:v>36</c:v>
                </c:pt>
                <c:pt idx="2">
                  <c:v>63</c:v>
                </c:pt>
              </c:numCache>
            </c:numRef>
          </c:val>
          <c:extLst>
            <c:ext xmlns:c16="http://schemas.microsoft.com/office/drawing/2014/chart" uri="{C3380CC4-5D6E-409C-BE32-E72D297353CC}">
              <c16:uniqueId val="{00000003-46BB-1A46-B426-6462C47A1A12}"/>
            </c:ext>
          </c:extLst>
        </c:ser>
        <c:dLbls>
          <c:showLegendKey val="0"/>
          <c:showVal val="0"/>
          <c:showCatName val="0"/>
          <c:showSerName val="0"/>
          <c:showPercent val="0"/>
          <c:showBubbleSize val="0"/>
        </c:dLbls>
        <c:gapWidth val="60"/>
        <c:overlap val="100"/>
        <c:axId val="1781025855"/>
        <c:axId val="1"/>
      </c:barChart>
      <c:catAx>
        <c:axId val="178102585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1781025855"/>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4186046511627903E-2"/>
          <c:y val="0.1037463976945245"/>
          <c:w val="0.87069767441860468"/>
          <c:h val="0.81556195965417866"/>
        </c:manualLayout>
      </c:layout>
      <c:barChart>
        <c:barDir val="col"/>
        <c:grouping val="stacked"/>
        <c:varyColors val="0"/>
        <c:ser>
          <c:idx val="0"/>
          <c:order val="0"/>
          <c:spPr>
            <a:solidFill>
              <a:srgbClr val="4D4D4D"/>
            </a:solidFill>
            <a:ln w="6350" cmpd="sng" algn="ctr">
              <a:solidFill>
                <a:schemeClr val="tx1"/>
              </a:solidFill>
              <a:prstDash val="solid"/>
            </a:ln>
          </c:spPr>
          <c:invertIfNegative val="0"/>
          <c:dPt>
            <c:idx val="0"/>
            <c:invertIfNegative val="0"/>
            <c:bubble3D val="0"/>
            <c:spPr>
              <a:solidFill>
                <a:schemeClr val="accent2"/>
              </a:solidFill>
              <a:ln w="6350" cmpd="sng" algn="ctr">
                <a:solidFill>
                  <a:schemeClr val="tx1"/>
                </a:solidFill>
                <a:prstDash val="solid"/>
              </a:ln>
            </c:spPr>
            <c:extLst>
              <c:ext xmlns:c16="http://schemas.microsoft.com/office/drawing/2014/chart" uri="{C3380CC4-5D6E-409C-BE32-E72D297353CC}">
                <c16:uniqueId val="{00000000-1984-074C-8088-F7758A105EEE}"/>
              </c:ext>
            </c:extLst>
          </c:dPt>
          <c:dPt>
            <c:idx val="1"/>
            <c:invertIfNegative val="0"/>
            <c:bubble3D val="0"/>
            <c:spPr>
              <a:solidFill>
                <a:srgbClr val="B3B3B3"/>
              </a:solidFill>
              <a:ln w="6350" cmpd="sng" algn="ctr">
                <a:solidFill>
                  <a:schemeClr val="tx1"/>
                </a:solidFill>
                <a:prstDash val="solid"/>
              </a:ln>
            </c:spPr>
            <c:extLst>
              <c:ext xmlns:c16="http://schemas.microsoft.com/office/drawing/2014/chart" uri="{C3380CC4-5D6E-409C-BE32-E72D297353CC}">
                <c16:uniqueId val="{00000001-1984-074C-8088-F7758A105EEE}"/>
              </c:ext>
            </c:extLst>
          </c:dPt>
          <c:dLbls>
            <c:dLbl>
              <c:idx val="0"/>
              <c:layout>
                <c:manualLayout>
                  <c:x val="0"/>
                  <c:y val="-0.22718539865513929"/>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984-074C-8088-F7758A105EEE}"/>
                </c:ext>
              </c:extLst>
            </c:dLbl>
            <c:dLbl>
              <c:idx val="1"/>
              <c:layout>
                <c:manualLayout>
                  <c:x val="0"/>
                  <c:y val="-0.26945244956772335"/>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984-074C-8088-F7758A105EEE}"/>
                </c:ext>
              </c:extLst>
            </c:dLbl>
            <c:dLbl>
              <c:idx val="2"/>
              <c:layout>
                <c:manualLayout>
                  <c:x val="0"/>
                  <c:y val="-0.43707973102785785"/>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984-074C-8088-F7758A105E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32</c:v>
                </c:pt>
                <c:pt idx="1">
                  <c:v>39</c:v>
                </c:pt>
                <c:pt idx="2">
                  <c:v>67</c:v>
                </c:pt>
              </c:numCache>
            </c:numRef>
          </c:val>
          <c:extLst>
            <c:ext xmlns:c16="http://schemas.microsoft.com/office/drawing/2014/chart" uri="{C3380CC4-5D6E-409C-BE32-E72D297353CC}">
              <c16:uniqueId val="{00000003-1984-074C-8088-F7758A105EEE}"/>
            </c:ext>
          </c:extLst>
        </c:ser>
        <c:dLbls>
          <c:showLegendKey val="0"/>
          <c:showVal val="0"/>
          <c:showCatName val="0"/>
          <c:showSerName val="0"/>
          <c:showPercent val="0"/>
          <c:showBubbleSize val="0"/>
        </c:dLbls>
        <c:gapWidth val="60"/>
        <c:overlap val="100"/>
        <c:axId val="679100863"/>
        <c:axId val="1"/>
      </c:barChart>
      <c:catAx>
        <c:axId val="67910086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679100863"/>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5116279069767441E-2"/>
          <c:y val="8.2595870206489674E-2"/>
          <c:w val="0.86883720930232555"/>
          <c:h val="0.83480825958702065"/>
        </c:manualLayout>
      </c:layout>
      <c:barChart>
        <c:barDir val="col"/>
        <c:grouping val="stacked"/>
        <c:varyColors val="0"/>
        <c:ser>
          <c:idx val="0"/>
          <c:order val="0"/>
          <c:spPr>
            <a:solidFill>
              <a:srgbClr val="4D4D4D"/>
            </a:solidFill>
            <a:ln w="6350" cmpd="sng" algn="ctr">
              <a:solidFill>
                <a:schemeClr val="tx1"/>
              </a:solidFill>
              <a:prstDash val="solid"/>
            </a:ln>
          </c:spPr>
          <c:invertIfNegative val="0"/>
          <c:dPt>
            <c:idx val="0"/>
            <c:invertIfNegative val="0"/>
            <c:bubble3D val="0"/>
            <c:spPr>
              <a:solidFill>
                <a:schemeClr val="accent2"/>
              </a:solidFill>
              <a:ln w="6350" cmpd="sng" algn="ctr">
                <a:solidFill>
                  <a:schemeClr val="tx1"/>
                </a:solidFill>
                <a:prstDash val="solid"/>
              </a:ln>
            </c:spPr>
            <c:extLst>
              <c:ext xmlns:c16="http://schemas.microsoft.com/office/drawing/2014/chart" uri="{C3380CC4-5D6E-409C-BE32-E72D297353CC}">
                <c16:uniqueId val="{00000000-6CD7-004C-8240-5D8E248C3F3B}"/>
              </c:ext>
            </c:extLst>
          </c:dPt>
          <c:dPt>
            <c:idx val="1"/>
            <c:invertIfNegative val="0"/>
            <c:bubble3D val="0"/>
            <c:spPr>
              <a:solidFill>
                <a:srgbClr val="B3B3B3"/>
              </a:solidFill>
              <a:ln w="6350" cmpd="sng" algn="ctr">
                <a:solidFill>
                  <a:schemeClr val="tx1"/>
                </a:solidFill>
                <a:prstDash val="solid"/>
              </a:ln>
            </c:spPr>
            <c:extLst>
              <c:ext xmlns:c16="http://schemas.microsoft.com/office/drawing/2014/chart" uri="{C3380CC4-5D6E-409C-BE32-E72D297353CC}">
                <c16:uniqueId val="{00000001-6CD7-004C-8240-5D8E248C3F3B}"/>
              </c:ext>
            </c:extLst>
          </c:dPt>
          <c:dLbls>
            <c:dLbl>
              <c:idx val="0"/>
              <c:layout>
                <c:manualLayout>
                  <c:x val="0"/>
                  <c:y val="-0.23893805309734514"/>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CD7-004C-8240-5D8E248C3F3B}"/>
                </c:ext>
              </c:extLst>
            </c:dLbl>
            <c:dLbl>
              <c:idx val="1"/>
              <c:layout>
                <c:manualLayout>
                  <c:x val="0"/>
                  <c:y val="-0.24532940019665683"/>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CD7-004C-8240-5D8E248C3F3B}"/>
                </c:ext>
              </c:extLst>
            </c:dLbl>
            <c:dLbl>
              <c:idx val="2"/>
              <c:layout>
                <c:manualLayout>
                  <c:x val="0"/>
                  <c:y val="-0.39823008849557523"/>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CD7-004C-8240-5D8E248C3F3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33</c:v>
                </c:pt>
                <c:pt idx="1">
                  <c:v>34</c:v>
                </c:pt>
                <c:pt idx="2">
                  <c:v>59</c:v>
                </c:pt>
              </c:numCache>
            </c:numRef>
          </c:val>
          <c:extLst>
            <c:ext xmlns:c16="http://schemas.microsoft.com/office/drawing/2014/chart" uri="{C3380CC4-5D6E-409C-BE32-E72D297353CC}">
              <c16:uniqueId val="{00000003-6CD7-004C-8240-5D8E248C3F3B}"/>
            </c:ext>
          </c:extLst>
        </c:ser>
        <c:dLbls>
          <c:showLegendKey val="0"/>
          <c:showVal val="0"/>
          <c:showCatName val="0"/>
          <c:showSerName val="0"/>
          <c:showPercent val="0"/>
          <c:showBubbleSize val="0"/>
        </c:dLbls>
        <c:gapWidth val="60"/>
        <c:overlap val="100"/>
        <c:axId val="1673745215"/>
        <c:axId val="1"/>
      </c:barChart>
      <c:catAx>
        <c:axId val="167374521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1673745215"/>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7441860465116275E-2"/>
          <c:y val="8.2595870206489674E-2"/>
          <c:w val="0.82418604651162786"/>
          <c:h val="0.83480825958702065"/>
        </c:manualLayout>
      </c:layout>
      <c:barChart>
        <c:barDir val="col"/>
        <c:grouping val="stacked"/>
        <c:varyColors val="0"/>
        <c:ser>
          <c:idx val="0"/>
          <c:order val="0"/>
          <c:spPr>
            <a:solidFill>
              <a:srgbClr val="4D4D4D"/>
            </a:solidFill>
            <a:ln w="6350" cmpd="sng" algn="ctr">
              <a:solidFill>
                <a:schemeClr val="tx1"/>
              </a:solidFill>
              <a:prstDash val="solid"/>
            </a:ln>
          </c:spPr>
          <c:invertIfNegative val="0"/>
          <c:dPt>
            <c:idx val="0"/>
            <c:invertIfNegative val="0"/>
            <c:bubble3D val="0"/>
            <c:spPr>
              <a:solidFill>
                <a:schemeClr val="accent2"/>
              </a:solidFill>
              <a:ln w="6350" cmpd="sng" algn="ctr">
                <a:solidFill>
                  <a:schemeClr val="tx1"/>
                </a:solidFill>
                <a:prstDash val="solid"/>
              </a:ln>
            </c:spPr>
            <c:extLst>
              <c:ext xmlns:c16="http://schemas.microsoft.com/office/drawing/2014/chart" uri="{C3380CC4-5D6E-409C-BE32-E72D297353CC}">
                <c16:uniqueId val="{00000000-EAF6-234E-AA52-6F5E4C025706}"/>
              </c:ext>
            </c:extLst>
          </c:dPt>
          <c:dPt>
            <c:idx val="1"/>
            <c:invertIfNegative val="0"/>
            <c:bubble3D val="0"/>
            <c:spPr>
              <a:solidFill>
                <a:srgbClr val="B3B3B3"/>
              </a:solidFill>
              <a:ln w="6350" cmpd="sng" algn="ctr">
                <a:solidFill>
                  <a:schemeClr val="tx1"/>
                </a:solidFill>
                <a:prstDash val="solid"/>
              </a:ln>
            </c:spPr>
            <c:extLst>
              <c:ext xmlns:c16="http://schemas.microsoft.com/office/drawing/2014/chart" uri="{C3380CC4-5D6E-409C-BE32-E72D297353CC}">
                <c16:uniqueId val="{00000001-EAF6-234E-AA52-6F5E4C025706}"/>
              </c:ext>
            </c:extLst>
          </c:dPt>
          <c:dLbls>
            <c:dLbl>
              <c:idx val="0"/>
              <c:layout>
                <c:manualLayout>
                  <c:x val="0"/>
                  <c:y val="-0.18338249754178959"/>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AF6-234E-AA52-6F5E4C025706}"/>
                </c:ext>
              </c:extLst>
            </c:dLbl>
            <c:dLbl>
              <c:idx val="1"/>
              <c:layout>
                <c:manualLayout>
                  <c:x val="0"/>
                  <c:y val="-0.26352015732546707"/>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AF6-234E-AA52-6F5E4C025706}"/>
                </c:ext>
              </c:extLst>
            </c:dLbl>
            <c:dLbl>
              <c:idx val="2"/>
              <c:layout>
                <c:manualLayout>
                  <c:x val="0"/>
                  <c:y val="-0.4169124877089479"/>
                </c:manualLayout>
              </c:layout>
              <c:numFmt formatCode="#,##0;&quot;-&quot;#,##0;0" sourceLinked="0"/>
              <c:spPr>
                <a:noFill/>
                <a:ln>
                  <a:noFill/>
                </a:ln>
              </c:spPr>
              <c:txPr>
                <a:bodyPr wrap="none"/>
                <a:lstStyle/>
                <a:p>
                  <a:pPr>
                    <a:defRPr sz="1200" b="1" kern="1200">
                      <a:solidFill>
                        <a:srgbClr val="191C1E"/>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AF6-234E-AA52-6F5E4C02570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24</c:v>
                </c:pt>
                <c:pt idx="1">
                  <c:v>37</c:v>
                </c:pt>
                <c:pt idx="2">
                  <c:v>62</c:v>
                </c:pt>
              </c:numCache>
            </c:numRef>
          </c:val>
          <c:extLst>
            <c:ext xmlns:c16="http://schemas.microsoft.com/office/drawing/2014/chart" uri="{C3380CC4-5D6E-409C-BE32-E72D297353CC}">
              <c16:uniqueId val="{00000003-EAF6-234E-AA52-6F5E4C025706}"/>
            </c:ext>
          </c:extLst>
        </c:ser>
        <c:dLbls>
          <c:showLegendKey val="0"/>
          <c:showVal val="0"/>
          <c:showCatName val="0"/>
          <c:showSerName val="0"/>
          <c:showPercent val="0"/>
          <c:showBubbleSize val="0"/>
        </c:dLbls>
        <c:gapWidth val="60"/>
        <c:overlap val="100"/>
        <c:axId val="1745628095"/>
        <c:axId val="1"/>
      </c:barChart>
      <c:catAx>
        <c:axId val="174562809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1745628095"/>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395348837209304E-2"/>
          <c:y val="8.2595870206489674E-2"/>
          <c:w val="0.87720930232558136"/>
          <c:h val="0.83480825958702065"/>
        </c:manualLayout>
      </c:layout>
      <c:barChart>
        <c:barDir val="col"/>
        <c:grouping val="stacked"/>
        <c:varyColors val="0"/>
        <c:ser>
          <c:idx val="0"/>
          <c:order val="0"/>
          <c:spPr>
            <a:solidFill>
              <a:srgbClr val="4D4D4D"/>
            </a:solidFill>
            <a:ln w="6350" cmpd="sng" algn="ctr">
              <a:solidFill>
                <a:schemeClr val="tx1"/>
              </a:solidFill>
              <a:prstDash val="solid"/>
            </a:ln>
          </c:spPr>
          <c:invertIfNegative val="0"/>
          <c:dPt>
            <c:idx val="0"/>
            <c:invertIfNegative val="0"/>
            <c:bubble3D val="0"/>
            <c:spPr>
              <a:solidFill>
                <a:schemeClr val="accent2"/>
              </a:solidFill>
              <a:ln w="6350" cmpd="sng" algn="ctr">
                <a:solidFill>
                  <a:schemeClr val="tx1"/>
                </a:solidFill>
                <a:prstDash val="solid"/>
              </a:ln>
            </c:spPr>
            <c:extLst>
              <c:ext xmlns:c16="http://schemas.microsoft.com/office/drawing/2014/chart" uri="{C3380CC4-5D6E-409C-BE32-E72D297353CC}">
                <c16:uniqueId val="{00000000-86D3-FB41-92B6-30F9DEDF6142}"/>
              </c:ext>
            </c:extLst>
          </c:dPt>
          <c:dPt>
            <c:idx val="1"/>
            <c:invertIfNegative val="0"/>
            <c:bubble3D val="0"/>
            <c:spPr>
              <a:solidFill>
                <a:srgbClr val="B3B3B3"/>
              </a:solidFill>
              <a:ln w="6350" cmpd="sng" algn="ctr">
                <a:solidFill>
                  <a:schemeClr val="tx1"/>
                </a:solidFill>
                <a:prstDash val="solid"/>
              </a:ln>
            </c:spPr>
            <c:extLst>
              <c:ext xmlns:c16="http://schemas.microsoft.com/office/drawing/2014/chart" uri="{C3380CC4-5D6E-409C-BE32-E72D297353CC}">
                <c16:uniqueId val="{00000001-86D3-FB41-92B6-30F9DEDF6142}"/>
              </c:ext>
            </c:extLst>
          </c:dPt>
          <c:dLbls>
            <c:dLbl>
              <c:idx val="0"/>
              <c:layout>
                <c:manualLayout>
                  <c:x val="0"/>
                  <c:y val="-0.20796460176991149"/>
                </c:manualLayout>
              </c:layout>
              <c:numFmt formatCode="#,##0;&quot;-&quot;#,##0;0" sourceLinked="0"/>
              <c:spPr>
                <a:noFill/>
                <a:ln>
                  <a:noFill/>
                </a:ln>
              </c:spPr>
              <c:txPr>
                <a:bodyPr wrap="none"/>
                <a:lstStyle/>
                <a:p>
                  <a:pPr>
                    <a:defRPr sz="1200" b="1" kern="1200">
                      <a:solidFill>
                        <a:srgbClr val="000000"/>
                      </a:solidFill>
                      <a:latin typeface="+mn-lt"/>
                      <a:ea typeface="Tahoma"/>
                      <a:cs typeface="Tahoma"/>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6D3-FB41-92B6-30F9DEDF6142}"/>
                </c:ext>
              </c:extLst>
            </c:dLbl>
            <c:dLbl>
              <c:idx val="1"/>
              <c:layout>
                <c:manualLayout>
                  <c:x val="0"/>
                  <c:y val="-0.26991150442477874"/>
                </c:manualLayout>
              </c:layout>
              <c:numFmt formatCode="#,##0;&quot;-&quot;#,##0;0" sourceLinked="0"/>
              <c:spPr>
                <a:noFill/>
                <a:ln>
                  <a:noFill/>
                </a:ln>
              </c:spPr>
              <c:txPr>
                <a:bodyPr wrap="none"/>
                <a:lstStyle/>
                <a:p>
                  <a:pPr>
                    <a:defRPr sz="1200" b="1" kern="1200">
                      <a:solidFill>
                        <a:srgbClr val="000000"/>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6D3-FB41-92B6-30F9DEDF6142}"/>
                </c:ext>
              </c:extLst>
            </c:dLbl>
            <c:dLbl>
              <c:idx val="2"/>
              <c:layout>
                <c:manualLayout>
                  <c:x val="0"/>
                  <c:y val="-0.42281219272369713"/>
                </c:manualLayout>
              </c:layout>
              <c:numFmt formatCode="#,##0;&quot;-&quot;#,##0;0" sourceLinked="0"/>
              <c:spPr>
                <a:noFill/>
                <a:ln>
                  <a:noFill/>
                </a:ln>
              </c:spPr>
              <c:txPr>
                <a:bodyPr wrap="none"/>
                <a:lstStyle/>
                <a:p>
                  <a:pPr>
                    <a:defRPr sz="1200" b="1" kern="1200">
                      <a:solidFill>
                        <a:srgbClr val="000000"/>
                      </a:solidFill>
                      <a:latin typeface="+mn-lt"/>
                      <a:ea typeface="+mn-lt"/>
                      <a:cs typeface="+mn-lt"/>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86D3-FB41-92B6-30F9DEDF614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28</c:v>
                </c:pt>
                <c:pt idx="1">
                  <c:v>38</c:v>
                </c:pt>
                <c:pt idx="2">
                  <c:v>63</c:v>
                </c:pt>
              </c:numCache>
            </c:numRef>
          </c:val>
          <c:extLst>
            <c:ext xmlns:c16="http://schemas.microsoft.com/office/drawing/2014/chart" uri="{C3380CC4-5D6E-409C-BE32-E72D297353CC}">
              <c16:uniqueId val="{00000003-86D3-FB41-92B6-30F9DEDF6142}"/>
            </c:ext>
          </c:extLst>
        </c:ser>
        <c:dLbls>
          <c:showLegendKey val="0"/>
          <c:showVal val="0"/>
          <c:showCatName val="0"/>
          <c:showSerName val="0"/>
          <c:showPercent val="0"/>
          <c:showBubbleSize val="0"/>
        </c:dLbls>
        <c:gapWidth val="60"/>
        <c:overlap val="100"/>
        <c:axId val="1670807551"/>
        <c:axId val="1"/>
      </c:barChart>
      <c:catAx>
        <c:axId val="1670807551"/>
        <c:scaling>
          <c:orientation val="minMax"/>
        </c:scaling>
        <c:delete val="0"/>
        <c:axPos val="b"/>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68"/>
          <c:min val="0"/>
        </c:scaling>
        <c:delete val="1"/>
        <c:axPos val="l"/>
        <c:numFmt formatCode="General" sourceLinked="1"/>
        <c:majorTickMark val="out"/>
        <c:minorTickMark val="none"/>
        <c:tickLblPos val="nextTo"/>
        <c:crossAx val="1670807551"/>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432115320147504E-2"/>
          <c:y val="1.8950437317784258E-2"/>
          <c:w val="0.96513576935970502"/>
          <c:h val="0.96209912536443154"/>
        </c:manualLayout>
      </c:layout>
      <c:scatterChart>
        <c:scatterStyle val="lineMarker"/>
        <c:varyColors val="0"/>
        <c:ser>
          <c:idx val="0"/>
          <c:order val="0"/>
          <c:spPr>
            <a:ln w="19050" cmpd="sng" algn="ctr">
              <a:solidFill>
                <a:schemeClr val="accent2"/>
              </a:solidFill>
              <a:prstDash val="solid"/>
            </a:ln>
          </c:spPr>
          <c:marker>
            <c:symbol val="none"/>
          </c:marker>
          <c:dPt>
            <c:idx val="0"/>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0-3784-0A40-AB50-5C3689138826}"/>
              </c:ext>
            </c:extLst>
          </c:dPt>
          <c:dPt>
            <c:idx val="1"/>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1-3784-0A40-AB50-5C3689138826}"/>
              </c:ext>
            </c:extLst>
          </c:dPt>
          <c:dPt>
            <c:idx val="2"/>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2-3784-0A40-AB50-5C3689138826}"/>
              </c:ext>
            </c:extLst>
          </c:dPt>
          <c:dPt>
            <c:idx val="3"/>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3-3784-0A40-AB50-5C3689138826}"/>
              </c:ext>
            </c:extLst>
          </c:dPt>
          <c:dPt>
            <c:idx val="4"/>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4-3784-0A40-AB50-5C3689138826}"/>
              </c:ext>
            </c:extLst>
          </c:dPt>
          <c:dPt>
            <c:idx val="5"/>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5-3784-0A40-AB50-5C3689138826}"/>
              </c:ext>
            </c:extLst>
          </c:dPt>
          <c:dPt>
            <c:idx val="6"/>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6-3784-0A40-AB50-5C3689138826}"/>
              </c:ext>
            </c:extLst>
          </c:dPt>
          <c:dPt>
            <c:idx val="7"/>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7-3784-0A40-AB50-5C3689138826}"/>
              </c:ext>
            </c:extLst>
          </c:dPt>
          <c:dPt>
            <c:idx val="8"/>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8-3784-0A40-AB50-5C3689138826}"/>
              </c:ext>
            </c:extLst>
          </c:dPt>
          <c:dPt>
            <c:idx val="9"/>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9-3784-0A40-AB50-5C3689138826}"/>
              </c:ext>
            </c:extLst>
          </c:dPt>
          <c:dPt>
            <c:idx val="10"/>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A-3784-0A40-AB50-5C3689138826}"/>
              </c:ext>
            </c:extLst>
          </c:dPt>
          <c:dPt>
            <c:idx val="11"/>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B-3784-0A40-AB50-5C3689138826}"/>
              </c:ext>
            </c:extLst>
          </c:dPt>
          <c:dPt>
            <c:idx val="12"/>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C-3784-0A40-AB50-5C3689138826}"/>
              </c:ext>
            </c:extLst>
          </c:dPt>
          <c:dPt>
            <c:idx val="13"/>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D-3784-0A40-AB50-5C3689138826}"/>
              </c:ext>
            </c:extLst>
          </c:dPt>
          <c:dPt>
            <c:idx val="14"/>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E-3784-0A40-AB50-5C3689138826}"/>
              </c:ext>
            </c:extLst>
          </c:dPt>
          <c:dPt>
            <c:idx val="15"/>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F-3784-0A40-AB50-5C3689138826}"/>
              </c:ext>
            </c:extLst>
          </c:dPt>
          <c:dPt>
            <c:idx val="16"/>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0-3784-0A40-AB50-5C3689138826}"/>
              </c:ext>
            </c:extLst>
          </c:dPt>
          <c:dPt>
            <c:idx val="17"/>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1-3784-0A40-AB50-5C3689138826}"/>
              </c:ext>
            </c:extLst>
          </c:dPt>
          <c:dPt>
            <c:idx val="18"/>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2-3784-0A40-AB50-5C3689138826}"/>
              </c:ext>
            </c:extLst>
          </c:dPt>
          <c:dPt>
            <c:idx val="19"/>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3-3784-0A40-AB50-5C3689138826}"/>
              </c:ext>
            </c:extLst>
          </c:dPt>
          <c:dPt>
            <c:idx val="20"/>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4-3784-0A40-AB50-5C3689138826}"/>
              </c:ext>
            </c:extLst>
          </c:dPt>
          <c:dPt>
            <c:idx val="21"/>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5-3784-0A40-AB50-5C3689138826}"/>
              </c:ext>
            </c:extLst>
          </c:dPt>
          <c:dPt>
            <c:idx val="22"/>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6-3784-0A40-AB50-5C3689138826}"/>
              </c:ext>
            </c:extLst>
          </c:dPt>
          <c:dPt>
            <c:idx val="23"/>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7-3784-0A40-AB50-5C3689138826}"/>
              </c:ext>
            </c:extLst>
          </c:dPt>
          <c:dPt>
            <c:idx val="24"/>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8-3784-0A40-AB50-5C3689138826}"/>
              </c:ext>
            </c:extLst>
          </c:dPt>
          <c:dPt>
            <c:idx val="25"/>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9-3784-0A40-AB50-5C3689138826}"/>
              </c:ext>
            </c:extLst>
          </c:dPt>
          <c:dPt>
            <c:idx val="26"/>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A-3784-0A40-AB50-5C3689138826}"/>
              </c:ext>
            </c:extLst>
          </c:dPt>
          <c:dPt>
            <c:idx val="27"/>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B-3784-0A40-AB50-5C3689138826}"/>
              </c:ext>
            </c:extLst>
          </c:dPt>
          <c:dPt>
            <c:idx val="28"/>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C-3784-0A40-AB50-5C3689138826}"/>
              </c:ext>
            </c:extLst>
          </c:dPt>
          <c:dPt>
            <c:idx val="29"/>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1D-3784-0A40-AB50-5C3689138826}"/>
              </c:ext>
            </c:extLst>
          </c:dPt>
          <c:xVal>
            <c:numRef>
              <c:f>Sheet1!$A$2:$AD$2</c:f>
              <c:numCache>
                <c:formatCode>General</c:formatCode>
                <c:ptCount val="30"/>
                <c:pt idx="0">
                  <c:v>2.8849999999999998</c:v>
                </c:pt>
                <c:pt idx="1">
                  <c:v>2.7349999999999999</c:v>
                </c:pt>
                <c:pt idx="2">
                  <c:v>3.1019999999999999</c:v>
                </c:pt>
                <c:pt idx="3">
                  <c:v>3</c:v>
                </c:pt>
                <c:pt idx="4">
                  <c:v>2.8410000000000002</c:v>
                </c:pt>
                <c:pt idx="5">
                  <c:v>2.5</c:v>
                </c:pt>
                <c:pt idx="6">
                  <c:v>2.7530000000000001</c:v>
                </c:pt>
                <c:pt idx="7">
                  <c:v>2.9</c:v>
                </c:pt>
                <c:pt idx="8">
                  <c:v>2.7589999999999999</c:v>
                </c:pt>
                <c:pt idx="9">
                  <c:v>2.4689999999999999</c:v>
                </c:pt>
                <c:pt idx="10">
                  <c:v>2.4470000000000001</c:v>
                </c:pt>
                <c:pt idx="11">
                  <c:v>2.4359999999999999</c:v>
                </c:pt>
                <c:pt idx="12">
                  <c:v>2.4780000000000002</c:v>
                </c:pt>
                <c:pt idx="13">
                  <c:v>2.5830000000000002</c:v>
                </c:pt>
                <c:pt idx="14">
                  <c:v>2.2370000000000001</c:v>
                </c:pt>
                <c:pt idx="15">
                  <c:v>2.7949999999999999</c:v>
                </c:pt>
                <c:pt idx="16">
                  <c:v>2.9119999999999999</c:v>
                </c:pt>
                <c:pt idx="17">
                  <c:v>2.694</c:v>
                </c:pt>
                <c:pt idx="18">
                  <c:v>3.0289999999999999</c:v>
                </c:pt>
                <c:pt idx="19">
                  <c:v>3</c:v>
                </c:pt>
                <c:pt idx="20">
                  <c:v>3.149</c:v>
                </c:pt>
                <c:pt idx="21">
                  <c:v>2.819</c:v>
                </c:pt>
                <c:pt idx="22">
                  <c:v>2.919</c:v>
                </c:pt>
                <c:pt idx="23">
                  <c:v>3.1120000000000001</c:v>
                </c:pt>
                <c:pt idx="24">
                  <c:v>2.714</c:v>
                </c:pt>
                <c:pt idx="25">
                  <c:v>2.3849999999999998</c:v>
                </c:pt>
                <c:pt idx="26">
                  <c:v>2.29</c:v>
                </c:pt>
                <c:pt idx="27">
                  <c:v>2.6509999999999998</c:v>
                </c:pt>
                <c:pt idx="28">
                  <c:v>2.6389999999999998</c:v>
                </c:pt>
                <c:pt idx="29">
                  <c:v>2.46</c:v>
                </c:pt>
              </c:numCache>
            </c:numRef>
          </c:xVal>
          <c:yVal>
            <c:numRef>
              <c:f>Sheet1!$A$1:$AD$1</c:f>
              <c:numCache>
                <c:formatCode>General</c:formatCode>
                <c:ptCount val="3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numCache>
            </c:numRef>
          </c:yVal>
          <c:smooth val="0"/>
          <c:extLst>
            <c:ext xmlns:c16="http://schemas.microsoft.com/office/drawing/2014/chart" uri="{C3380CC4-5D6E-409C-BE32-E72D297353CC}">
              <c16:uniqueId val="{0000001E-3784-0A40-AB50-5C3689138826}"/>
            </c:ext>
          </c:extLst>
        </c:ser>
        <c:ser>
          <c:idx val="1"/>
          <c:order val="1"/>
          <c:spPr>
            <a:ln w="19050" cmpd="sng" algn="ctr">
              <a:solidFill>
                <a:srgbClr val="B3B3B3"/>
              </a:solidFill>
              <a:prstDash val="solid"/>
            </a:ln>
          </c:spPr>
          <c:marker>
            <c:symbol val="none"/>
          </c:marker>
          <c:dPt>
            <c:idx val="0"/>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1F-3784-0A40-AB50-5C3689138826}"/>
              </c:ext>
            </c:extLst>
          </c:dPt>
          <c:dPt>
            <c:idx val="1"/>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0-3784-0A40-AB50-5C3689138826}"/>
              </c:ext>
            </c:extLst>
          </c:dPt>
          <c:dPt>
            <c:idx val="2"/>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1-3784-0A40-AB50-5C3689138826}"/>
              </c:ext>
            </c:extLst>
          </c:dPt>
          <c:dPt>
            <c:idx val="3"/>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2-3784-0A40-AB50-5C3689138826}"/>
              </c:ext>
            </c:extLst>
          </c:dPt>
          <c:dPt>
            <c:idx val="4"/>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3-3784-0A40-AB50-5C3689138826}"/>
              </c:ext>
            </c:extLst>
          </c:dPt>
          <c:dPt>
            <c:idx val="5"/>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4-3784-0A40-AB50-5C3689138826}"/>
              </c:ext>
            </c:extLst>
          </c:dPt>
          <c:dPt>
            <c:idx val="6"/>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5-3784-0A40-AB50-5C3689138826}"/>
              </c:ext>
            </c:extLst>
          </c:dPt>
          <c:dPt>
            <c:idx val="7"/>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6-3784-0A40-AB50-5C3689138826}"/>
              </c:ext>
            </c:extLst>
          </c:dPt>
          <c:dPt>
            <c:idx val="8"/>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7-3784-0A40-AB50-5C3689138826}"/>
              </c:ext>
            </c:extLst>
          </c:dPt>
          <c:dPt>
            <c:idx val="9"/>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8-3784-0A40-AB50-5C3689138826}"/>
              </c:ext>
            </c:extLst>
          </c:dPt>
          <c:dPt>
            <c:idx val="10"/>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9-3784-0A40-AB50-5C3689138826}"/>
              </c:ext>
            </c:extLst>
          </c:dPt>
          <c:dPt>
            <c:idx val="11"/>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A-3784-0A40-AB50-5C3689138826}"/>
              </c:ext>
            </c:extLst>
          </c:dPt>
          <c:dPt>
            <c:idx val="12"/>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B-3784-0A40-AB50-5C3689138826}"/>
              </c:ext>
            </c:extLst>
          </c:dPt>
          <c:dPt>
            <c:idx val="13"/>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C-3784-0A40-AB50-5C3689138826}"/>
              </c:ext>
            </c:extLst>
          </c:dPt>
          <c:dPt>
            <c:idx val="14"/>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D-3784-0A40-AB50-5C3689138826}"/>
              </c:ext>
            </c:extLst>
          </c:dPt>
          <c:dPt>
            <c:idx val="15"/>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E-3784-0A40-AB50-5C3689138826}"/>
              </c:ext>
            </c:extLst>
          </c:dPt>
          <c:dPt>
            <c:idx val="16"/>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2F-3784-0A40-AB50-5C3689138826}"/>
              </c:ext>
            </c:extLst>
          </c:dPt>
          <c:dPt>
            <c:idx val="17"/>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0-3784-0A40-AB50-5C3689138826}"/>
              </c:ext>
            </c:extLst>
          </c:dPt>
          <c:dPt>
            <c:idx val="20"/>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1-3784-0A40-AB50-5C3689138826}"/>
              </c:ext>
            </c:extLst>
          </c:dPt>
          <c:dPt>
            <c:idx val="21"/>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2-3784-0A40-AB50-5C3689138826}"/>
              </c:ext>
            </c:extLst>
          </c:dPt>
          <c:dPt>
            <c:idx val="22"/>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3-3784-0A40-AB50-5C3689138826}"/>
              </c:ext>
            </c:extLst>
          </c:dPt>
          <c:dPt>
            <c:idx val="23"/>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4-3784-0A40-AB50-5C3689138826}"/>
              </c:ext>
            </c:extLst>
          </c:dPt>
          <c:dPt>
            <c:idx val="25"/>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5-3784-0A40-AB50-5C3689138826}"/>
              </c:ext>
            </c:extLst>
          </c:dPt>
          <c:dPt>
            <c:idx val="26"/>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6-3784-0A40-AB50-5C3689138826}"/>
              </c:ext>
            </c:extLst>
          </c:dPt>
          <c:dPt>
            <c:idx val="27"/>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7-3784-0A40-AB50-5C3689138826}"/>
              </c:ext>
            </c:extLst>
          </c:dPt>
          <c:dPt>
            <c:idx val="28"/>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8-3784-0A40-AB50-5C3689138826}"/>
              </c:ext>
            </c:extLst>
          </c:dPt>
          <c:dPt>
            <c:idx val="29"/>
            <c:marker>
              <c:symbol val="circle"/>
              <c:size val="6"/>
              <c:spPr>
                <a:solidFill>
                  <a:srgbClr val="B3B3B3"/>
                </a:solidFill>
                <a:ln w="9525" cmpd="sng" algn="ctr">
                  <a:solidFill>
                    <a:srgbClr val="B3B3B3"/>
                  </a:solidFill>
                  <a:prstDash val="solid"/>
                </a:ln>
              </c:spPr>
            </c:marker>
            <c:bubble3D val="0"/>
            <c:extLst>
              <c:ext xmlns:c16="http://schemas.microsoft.com/office/drawing/2014/chart" uri="{C3380CC4-5D6E-409C-BE32-E72D297353CC}">
                <c16:uniqueId val="{00000039-3784-0A40-AB50-5C3689138826}"/>
              </c:ext>
            </c:extLst>
          </c:dPt>
          <c:xVal>
            <c:numRef>
              <c:f>Sheet1!$A$3:$AD$3</c:f>
              <c:numCache>
                <c:formatCode>General</c:formatCode>
                <c:ptCount val="30"/>
                <c:pt idx="0">
                  <c:v>3.4350000000000001</c:v>
                </c:pt>
                <c:pt idx="1">
                  <c:v>3.2759999999999998</c:v>
                </c:pt>
                <c:pt idx="2">
                  <c:v>3.4020000000000001</c:v>
                </c:pt>
                <c:pt idx="3">
                  <c:v>3.2759999999999998</c:v>
                </c:pt>
                <c:pt idx="4">
                  <c:v>3.2309999999999999</c:v>
                </c:pt>
                <c:pt idx="5">
                  <c:v>2.9</c:v>
                </c:pt>
                <c:pt idx="6">
                  <c:v>2.948</c:v>
                </c:pt>
                <c:pt idx="7">
                  <c:v>2.9580000000000002</c:v>
                </c:pt>
                <c:pt idx="8">
                  <c:v>2.8820000000000001</c:v>
                </c:pt>
                <c:pt idx="9">
                  <c:v>3.3610000000000002</c:v>
                </c:pt>
                <c:pt idx="10">
                  <c:v>2.8</c:v>
                </c:pt>
                <c:pt idx="11">
                  <c:v>3.218</c:v>
                </c:pt>
                <c:pt idx="12">
                  <c:v>2.9489999999999998</c:v>
                </c:pt>
                <c:pt idx="13">
                  <c:v>2.742</c:v>
                </c:pt>
                <c:pt idx="14">
                  <c:v>2.6</c:v>
                </c:pt>
                <c:pt idx="15">
                  <c:v>3.069</c:v>
                </c:pt>
                <c:pt idx="16">
                  <c:v>3</c:v>
                </c:pt>
                <c:pt idx="17">
                  <c:v>3.218</c:v>
                </c:pt>
                <c:pt idx="18">
                  <c:v>3.1680000000000001</c:v>
                </c:pt>
                <c:pt idx="19">
                  <c:v>3.1179999999999999</c:v>
                </c:pt>
                <c:pt idx="20">
                  <c:v>3.0680000000000001</c:v>
                </c:pt>
                <c:pt idx="21">
                  <c:v>2.46</c:v>
                </c:pt>
                <c:pt idx="22">
                  <c:v>3.069</c:v>
                </c:pt>
                <c:pt idx="23">
                  <c:v>3.1709999999999998</c:v>
                </c:pt>
                <c:pt idx="24">
                  <c:v>3.0419999999999998</c:v>
                </c:pt>
                <c:pt idx="25">
                  <c:v>2.9129999999999998</c:v>
                </c:pt>
                <c:pt idx="26">
                  <c:v>2.8730000000000002</c:v>
                </c:pt>
                <c:pt idx="27">
                  <c:v>3.1589999999999998</c:v>
                </c:pt>
                <c:pt idx="28">
                  <c:v>2.8559999999999999</c:v>
                </c:pt>
                <c:pt idx="29">
                  <c:v>3.468</c:v>
                </c:pt>
              </c:numCache>
            </c:numRef>
          </c:xVal>
          <c:yVal>
            <c:numRef>
              <c:f>Sheet1!$A$1:$AD$1</c:f>
              <c:numCache>
                <c:formatCode>General</c:formatCode>
                <c:ptCount val="3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numCache>
            </c:numRef>
          </c:yVal>
          <c:smooth val="0"/>
          <c:extLst>
            <c:ext xmlns:c16="http://schemas.microsoft.com/office/drawing/2014/chart" uri="{C3380CC4-5D6E-409C-BE32-E72D297353CC}">
              <c16:uniqueId val="{0000003A-3784-0A40-AB50-5C3689138826}"/>
            </c:ext>
          </c:extLst>
        </c:ser>
        <c:ser>
          <c:idx val="2"/>
          <c:order val="2"/>
          <c:spPr>
            <a:ln w="19050" cmpd="sng" algn="ctr">
              <a:solidFill>
                <a:srgbClr val="4D4D4D"/>
              </a:solidFill>
              <a:prstDash val="solid"/>
            </a:ln>
          </c:spPr>
          <c:marker>
            <c:symbol val="none"/>
          </c:marker>
          <c:dPt>
            <c:idx val="0"/>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3B-3784-0A40-AB50-5C3689138826}"/>
              </c:ext>
            </c:extLst>
          </c:dPt>
          <c:dPt>
            <c:idx val="1"/>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3C-3784-0A40-AB50-5C3689138826}"/>
              </c:ext>
            </c:extLst>
          </c:dPt>
          <c:dPt>
            <c:idx val="2"/>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3D-3784-0A40-AB50-5C3689138826}"/>
              </c:ext>
            </c:extLst>
          </c:dPt>
          <c:dPt>
            <c:idx val="3"/>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3E-3784-0A40-AB50-5C3689138826}"/>
              </c:ext>
            </c:extLst>
          </c:dPt>
          <c:dPt>
            <c:idx val="4"/>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3F-3784-0A40-AB50-5C3689138826}"/>
              </c:ext>
            </c:extLst>
          </c:dPt>
          <c:dPt>
            <c:idx val="5"/>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0-3784-0A40-AB50-5C3689138826}"/>
              </c:ext>
            </c:extLst>
          </c:dPt>
          <c:dPt>
            <c:idx val="6"/>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1-3784-0A40-AB50-5C3689138826}"/>
              </c:ext>
            </c:extLst>
          </c:dPt>
          <c:dPt>
            <c:idx val="7"/>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2-3784-0A40-AB50-5C3689138826}"/>
              </c:ext>
            </c:extLst>
          </c:dPt>
          <c:dPt>
            <c:idx val="8"/>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3-3784-0A40-AB50-5C3689138826}"/>
              </c:ext>
            </c:extLst>
          </c:dPt>
          <c:dPt>
            <c:idx val="9"/>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4-3784-0A40-AB50-5C3689138826}"/>
              </c:ext>
            </c:extLst>
          </c:dPt>
          <c:dPt>
            <c:idx val="10"/>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5-3784-0A40-AB50-5C3689138826}"/>
              </c:ext>
            </c:extLst>
          </c:dPt>
          <c:dPt>
            <c:idx val="11"/>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6-3784-0A40-AB50-5C3689138826}"/>
              </c:ext>
            </c:extLst>
          </c:dPt>
          <c:dPt>
            <c:idx val="12"/>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7-3784-0A40-AB50-5C3689138826}"/>
              </c:ext>
            </c:extLst>
          </c:dPt>
          <c:dPt>
            <c:idx val="13"/>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8-3784-0A40-AB50-5C3689138826}"/>
              </c:ext>
            </c:extLst>
          </c:dPt>
          <c:dPt>
            <c:idx val="14"/>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9-3784-0A40-AB50-5C3689138826}"/>
              </c:ext>
            </c:extLst>
          </c:dPt>
          <c:dPt>
            <c:idx val="15"/>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A-3784-0A40-AB50-5C3689138826}"/>
              </c:ext>
            </c:extLst>
          </c:dPt>
          <c:dPt>
            <c:idx val="16"/>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B-3784-0A40-AB50-5C3689138826}"/>
              </c:ext>
            </c:extLst>
          </c:dPt>
          <c:dPt>
            <c:idx val="17"/>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C-3784-0A40-AB50-5C3689138826}"/>
              </c:ext>
            </c:extLst>
          </c:dPt>
          <c:dPt>
            <c:idx val="20"/>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D-3784-0A40-AB50-5C3689138826}"/>
              </c:ext>
            </c:extLst>
          </c:dPt>
          <c:dPt>
            <c:idx val="21"/>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E-3784-0A40-AB50-5C3689138826}"/>
              </c:ext>
            </c:extLst>
          </c:dPt>
          <c:dPt>
            <c:idx val="22"/>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4F-3784-0A40-AB50-5C3689138826}"/>
              </c:ext>
            </c:extLst>
          </c:dPt>
          <c:dPt>
            <c:idx val="23"/>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50-3784-0A40-AB50-5C3689138826}"/>
              </c:ext>
            </c:extLst>
          </c:dPt>
          <c:dPt>
            <c:idx val="25"/>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51-3784-0A40-AB50-5C3689138826}"/>
              </c:ext>
            </c:extLst>
          </c:dPt>
          <c:dPt>
            <c:idx val="26"/>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52-3784-0A40-AB50-5C3689138826}"/>
              </c:ext>
            </c:extLst>
          </c:dPt>
          <c:dPt>
            <c:idx val="27"/>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53-3784-0A40-AB50-5C3689138826}"/>
              </c:ext>
            </c:extLst>
          </c:dPt>
          <c:dPt>
            <c:idx val="28"/>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54-3784-0A40-AB50-5C3689138826}"/>
              </c:ext>
            </c:extLst>
          </c:dPt>
          <c:dPt>
            <c:idx val="29"/>
            <c:marker>
              <c:symbol val="circle"/>
              <c:size val="6"/>
              <c:spPr>
                <a:solidFill>
                  <a:srgbClr val="4D4D4D"/>
                </a:solidFill>
                <a:ln w="9525" cmpd="sng" algn="ctr">
                  <a:solidFill>
                    <a:srgbClr val="4D4D4D"/>
                  </a:solidFill>
                  <a:prstDash val="solid"/>
                </a:ln>
              </c:spPr>
            </c:marker>
            <c:bubble3D val="0"/>
            <c:extLst>
              <c:ext xmlns:c16="http://schemas.microsoft.com/office/drawing/2014/chart" uri="{C3380CC4-5D6E-409C-BE32-E72D297353CC}">
                <c16:uniqueId val="{00000055-3784-0A40-AB50-5C3689138826}"/>
              </c:ext>
            </c:extLst>
          </c:dPt>
          <c:xVal>
            <c:numRef>
              <c:f>Sheet1!$A$4:$AD$4</c:f>
              <c:numCache>
                <c:formatCode>General</c:formatCode>
                <c:ptCount val="30"/>
                <c:pt idx="0">
                  <c:v>4.29</c:v>
                </c:pt>
                <c:pt idx="1">
                  <c:v>4.1029999999999998</c:v>
                </c:pt>
                <c:pt idx="2">
                  <c:v>4</c:v>
                </c:pt>
                <c:pt idx="3">
                  <c:v>4.1040000000000001</c:v>
                </c:pt>
                <c:pt idx="4">
                  <c:v>4.4000000000000004</c:v>
                </c:pt>
                <c:pt idx="5">
                  <c:v>3.8</c:v>
                </c:pt>
                <c:pt idx="6">
                  <c:v>3.798</c:v>
                </c:pt>
                <c:pt idx="7">
                  <c:v>3.9630000000000001</c:v>
                </c:pt>
                <c:pt idx="8">
                  <c:v>3.6579999999999999</c:v>
                </c:pt>
                <c:pt idx="9">
                  <c:v>3.907</c:v>
                </c:pt>
                <c:pt idx="10">
                  <c:v>3.3</c:v>
                </c:pt>
                <c:pt idx="11">
                  <c:v>4.3550000000000004</c:v>
                </c:pt>
                <c:pt idx="12">
                  <c:v>4.04</c:v>
                </c:pt>
                <c:pt idx="13">
                  <c:v>3.6669999999999998</c:v>
                </c:pt>
                <c:pt idx="14">
                  <c:v>3.4</c:v>
                </c:pt>
                <c:pt idx="15">
                  <c:v>4.1189999999999998</c:v>
                </c:pt>
                <c:pt idx="16">
                  <c:v>3.3</c:v>
                </c:pt>
                <c:pt idx="17">
                  <c:v>4.1849999999999996</c:v>
                </c:pt>
                <c:pt idx="18">
                  <c:v>4.1749999999999998</c:v>
                </c:pt>
                <c:pt idx="19">
                  <c:v>4.165</c:v>
                </c:pt>
                <c:pt idx="20">
                  <c:v>4.1550000000000002</c:v>
                </c:pt>
                <c:pt idx="21">
                  <c:v>3.1970000000000001</c:v>
                </c:pt>
                <c:pt idx="22">
                  <c:v>3.5219999999999998</c:v>
                </c:pt>
                <c:pt idx="23">
                  <c:v>4.2140000000000004</c:v>
                </c:pt>
                <c:pt idx="24">
                  <c:v>4.0805000000000007</c:v>
                </c:pt>
                <c:pt idx="25">
                  <c:v>3.9470000000000001</c:v>
                </c:pt>
                <c:pt idx="26">
                  <c:v>3.5169999999999999</c:v>
                </c:pt>
                <c:pt idx="27">
                  <c:v>4.2210000000000001</c:v>
                </c:pt>
                <c:pt idx="28">
                  <c:v>3.8620000000000001</c:v>
                </c:pt>
                <c:pt idx="29">
                  <c:v>4.2699999999999996</c:v>
                </c:pt>
              </c:numCache>
            </c:numRef>
          </c:xVal>
          <c:yVal>
            <c:numRef>
              <c:f>Sheet1!$A$1:$AD$1</c:f>
              <c:numCache>
                <c:formatCode>General</c:formatCode>
                <c:ptCount val="3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numCache>
            </c:numRef>
          </c:yVal>
          <c:smooth val="0"/>
          <c:extLst>
            <c:ext xmlns:c16="http://schemas.microsoft.com/office/drawing/2014/chart" uri="{C3380CC4-5D6E-409C-BE32-E72D297353CC}">
              <c16:uniqueId val="{00000056-3784-0A40-AB50-5C3689138826}"/>
            </c:ext>
          </c:extLst>
        </c:ser>
        <c:dLbls>
          <c:showLegendKey val="0"/>
          <c:showVal val="0"/>
          <c:showCatName val="0"/>
          <c:showSerName val="0"/>
          <c:showPercent val="0"/>
          <c:showBubbleSize val="0"/>
        </c:dLbls>
        <c:axId val="5"/>
        <c:axId val="4"/>
      </c:scatterChart>
      <c:valAx>
        <c:axId val="4"/>
        <c:scaling>
          <c:orientation val="maxMin"/>
          <c:max val="29"/>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5"/>
        <c:crosses val="min"/>
        <c:crossBetween val="midCat"/>
      </c:valAx>
      <c:valAx>
        <c:axId val="5"/>
        <c:scaling>
          <c:orientation val="minMax"/>
          <c:max val="5"/>
          <c:min val="1"/>
        </c:scaling>
        <c:delete val="1"/>
        <c:axPos val="t"/>
        <c:numFmt formatCode="General" sourceLinked="1"/>
        <c:majorTickMark val="out"/>
        <c:minorTickMark val="none"/>
        <c:tickLblPos val="nextTo"/>
        <c:crossAx val="4"/>
        <c:crosses val="min"/>
        <c:crossBetween val="midCat"/>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384137736381598E-3"/>
          <c:y val="5.7607090103397339E-2"/>
          <c:w val="0.98532317245272372"/>
          <c:h val="0.88478581979320536"/>
        </c:manualLayout>
      </c:layout>
      <c:barChart>
        <c:barDir val="col"/>
        <c:grouping val="stacked"/>
        <c:varyColors val="0"/>
        <c:ser>
          <c:idx val="0"/>
          <c:order val="0"/>
          <c:spPr>
            <a:solidFill>
              <a:schemeClr val="accent1"/>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352-45F1-B6F0-E14CF2D0ACDC}"/>
                </c:ext>
              </c:extLst>
            </c:dLbl>
            <c:dLbl>
              <c:idx val="1"/>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352-45F1-B6F0-E14CF2D0ACDC}"/>
                </c:ext>
              </c:extLst>
            </c:dLbl>
            <c:dLbl>
              <c:idx val="2"/>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352-45F1-B6F0-E14CF2D0ACDC}"/>
                </c:ext>
              </c:extLst>
            </c:dLbl>
            <c:dLbl>
              <c:idx val="3"/>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352-45F1-B6F0-E14CF2D0ACDC}"/>
                </c:ext>
              </c:extLst>
            </c:dLbl>
            <c:dLbl>
              <c:idx val="4"/>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352-45F1-B6F0-E14CF2D0ACDC}"/>
                </c:ext>
              </c:extLst>
            </c:dLbl>
            <c:dLbl>
              <c:idx val="5"/>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352-45F1-B6F0-E14CF2D0ACDC}"/>
                </c:ext>
              </c:extLst>
            </c:dLbl>
            <c:dLbl>
              <c:idx val="6"/>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352-45F1-B6F0-E14CF2D0ACDC}"/>
                </c:ext>
              </c:extLst>
            </c:dLbl>
            <c:dLbl>
              <c:idx val="7"/>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352-45F1-B6F0-E14CF2D0ACDC}"/>
                </c:ext>
              </c:extLst>
            </c:dLbl>
            <c:dLbl>
              <c:idx val="8"/>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4352-45F1-B6F0-E14CF2D0ACDC}"/>
                </c:ext>
              </c:extLst>
            </c:dLbl>
            <c:dLbl>
              <c:idx val="9"/>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4352-45F1-B6F0-E14CF2D0ACDC}"/>
                </c:ext>
              </c:extLst>
            </c:dLbl>
            <c:dLbl>
              <c:idx val="10"/>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4352-45F1-B6F0-E14CF2D0ACDC}"/>
                </c:ext>
              </c:extLst>
            </c:dLbl>
            <c:dLbl>
              <c:idx val="11"/>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352-45F1-B6F0-E14CF2D0ACDC}"/>
                </c:ext>
              </c:extLst>
            </c:dLbl>
            <c:dLbl>
              <c:idx val="12"/>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4352-45F1-B6F0-E14CF2D0ACDC}"/>
                </c:ext>
              </c:extLst>
            </c:dLbl>
            <c:dLbl>
              <c:idx val="13"/>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4352-45F1-B6F0-E14CF2D0ACDC}"/>
                </c:ext>
              </c:extLst>
            </c:dLbl>
            <c:dLbl>
              <c:idx val="14"/>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4352-45F1-B6F0-E14CF2D0ACD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Sheet1!$A$1:$O$1</c:f>
              <c:numCache>
                <c:formatCode>General</c:formatCode>
                <c:ptCount val="15"/>
                <c:pt idx="0">
                  <c:v>15</c:v>
                </c:pt>
                <c:pt idx="1">
                  <c:v>23.333333333333332</c:v>
                </c:pt>
                <c:pt idx="2">
                  <c:v>25</c:v>
                </c:pt>
                <c:pt idx="3">
                  <c:v>28.333333333333332</c:v>
                </c:pt>
                <c:pt idx="4">
                  <c:v>23.333333333333332</c:v>
                </c:pt>
                <c:pt idx="5">
                  <c:v>21.666666666666668</c:v>
                </c:pt>
                <c:pt idx="6">
                  <c:v>23.333333333333332</c:v>
                </c:pt>
                <c:pt idx="7">
                  <c:v>26.666666666666668</c:v>
                </c:pt>
                <c:pt idx="8">
                  <c:v>26.666666666666668</c:v>
                </c:pt>
                <c:pt idx="9">
                  <c:v>21.666666666666668</c:v>
                </c:pt>
                <c:pt idx="10">
                  <c:v>18.333333333333332</c:v>
                </c:pt>
                <c:pt idx="11">
                  <c:v>23.333333333333332</c:v>
                </c:pt>
                <c:pt idx="12">
                  <c:v>25</c:v>
                </c:pt>
                <c:pt idx="13">
                  <c:v>15</c:v>
                </c:pt>
                <c:pt idx="14">
                  <c:v>11.666666666666666</c:v>
                </c:pt>
              </c:numCache>
            </c:numRef>
          </c:val>
          <c:extLst>
            <c:ext xmlns:c16="http://schemas.microsoft.com/office/drawing/2014/chart" uri="{C3380CC4-5D6E-409C-BE32-E72D297353CC}">
              <c16:uniqueId val="{0000000F-4352-45F1-B6F0-E14CF2D0ACDC}"/>
            </c:ext>
          </c:extLst>
        </c:ser>
        <c:ser>
          <c:idx val="1"/>
          <c:order val="1"/>
          <c:spPr>
            <a:solidFill>
              <a:schemeClr val="accent4"/>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4352-45F1-B6F0-E14CF2D0ACDC}"/>
                </c:ext>
              </c:extLst>
            </c:dLbl>
            <c:dLbl>
              <c:idx val="1"/>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4352-45F1-B6F0-E14CF2D0ACDC}"/>
                </c:ext>
              </c:extLst>
            </c:dLbl>
            <c:dLbl>
              <c:idx val="2"/>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4352-45F1-B6F0-E14CF2D0ACDC}"/>
                </c:ext>
              </c:extLst>
            </c:dLbl>
            <c:dLbl>
              <c:idx val="3"/>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4352-45F1-B6F0-E14CF2D0ACDC}"/>
                </c:ext>
              </c:extLst>
            </c:dLbl>
            <c:dLbl>
              <c:idx val="4"/>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4352-45F1-B6F0-E14CF2D0ACDC}"/>
                </c:ext>
              </c:extLst>
            </c:dLbl>
            <c:dLbl>
              <c:idx val="5"/>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4352-45F1-B6F0-E14CF2D0ACDC}"/>
                </c:ext>
              </c:extLst>
            </c:dLbl>
            <c:dLbl>
              <c:idx val="6"/>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4352-45F1-B6F0-E14CF2D0ACDC}"/>
                </c:ext>
              </c:extLst>
            </c:dLbl>
            <c:dLbl>
              <c:idx val="7"/>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4352-45F1-B6F0-E14CF2D0ACDC}"/>
                </c:ext>
              </c:extLst>
            </c:dLbl>
            <c:dLbl>
              <c:idx val="8"/>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4352-45F1-B6F0-E14CF2D0ACDC}"/>
                </c:ext>
              </c:extLst>
            </c:dLbl>
            <c:dLbl>
              <c:idx val="9"/>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4352-45F1-B6F0-E14CF2D0ACDC}"/>
                </c:ext>
              </c:extLst>
            </c:dLbl>
            <c:dLbl>
              <c:idx val="10"/>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4352-45F1-B6F0-E14CF2D0ACDC}"/>
                </c:ext>
              </c:extLst>
            </c:dLbl>
            <c:dLbl>
              <c:idx val="11"/>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4352-45F1-B6F0-E14CF2D0ACDC}"/>
                </c:ext>
              </c:extLst>
            </c:dLbl>
            <c:dLbl>
              <c:idx val="12"/>
              <c:layout>
                <c:manualLayout>
                  <c:x val="0"/>
                  <c:y val="0"/>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4352-45F1-B6F0-E14CF2D0ACDC}"/>
                </c:ext>
              </c:extLst>
            </c:dLbl>
            <c:dLbl>
              <c:idx val="13"/>
              <c:layout>
                <c:manualLayout>
                  <c:x val="0"/>
                  <c:y val="-4.9236829148202859E-4"/>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4352-45F1-B6F0-E14CF2D0ACDC}"/>
                </c:ext>
              </c:extLst>
            </c:dLbl>
            <c:dLbl>
              <c:idx val="14"/>
              <c:layout>
                <c:manualLayout>
                  <c:x val="0"/>
                  <c:y val="-4.9236829148202859E-4"/>
                </c:manualLayout>
              </c:layout>
              <c:numFmt formatCode="#,##0&quot;%&quot;;&quot;-&quot;#,##0&quot;%&quot;;0&quot;%&quot;" sourceLinked="0"/>
              <c:spPr>
                <a:noFill/>
                <a:ln>
                  <a:noFill/>
                </a:ln>
              </c:spPr>
              <c:txPr>
                <a:bodyPr wrap="none"/>
                <a:lstStyle/>
                <a:p>
                  <a:pPr>
                    <a:defRPr sz="8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4352-45F1-B6F0-E14CF2D0ACD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Sheet1!$A$2:$O$2</c:f>
              <c:numCache>
                <c:formatCode>General</c:formatCode>
                <c:ptCount val="15"/>
                <c:pt idx="0">
                  <c:v>38.333333333333329</c:v>
                </c:pt>
                <c:pt idx="1">
                  <c:v>21.666666666666668</c:v>
                </c:pt>
                <c:pt idx="2">
                  <c:v>25</c:v>
                </c:pt>
                <c:pt idx="3">
                  <c:v>29.999999999999993</c:v>
                </c:pt>
                <c:pt idx="4">
                  <c:v>30</c:v>
                </c:pt>
                <c:pt idx="5">
                  <c:v>40</c:v>
                </c:pt>
                <c:pt idx="6">
                  <c:v>23.333333333333332</c:v>
                </c:pt>
                <c:pt idx="7">
                  <c:v>14.999999999999996</c:v>
                </c:pt>
                <c:pt idx="8">
                  <c:v>24.999999999999993</c:v>
                </c:pt>
                <c:pt idx="9">
                  <c:v>31.666666666666664</c:v>
                </c:pt>
                <c:pt idx="10">
                  <c:v>31.666666666666664</c:v>
                </c:pt>
                <c:pt idx="11">
                  <c:v>30</c:v>
                </c:pt>
                <c:pt idx="12">
                  <c:v>20</c:v>
                </c:pt>
                <c:pt idx="13">
                  <c:v>33.333333333333329</c:v>
                </c:pt>
                <c:pt idx="14">
                  <c:v>33.333333333333329</c:v>
                </c:pt>
              </c:numCache>
            </c:numRef>
          </c:val>
          <c:extLst>
            <c:ext xmlns:c16="http://schemas.microsoft.com/office/drawing/2014/chart" uri="{C3380CC4-5D6E-409C-BE32-E72D297353CC}">
              <c16:uniqueId val="{0000001F-4352-45F1-B6F0-E14CF2D0ACDC}"/>
            </c:ext>
          </c:extLst>
        </c:ser>
        <c:ser>
          <c:idx val="2"/>
          <c:order val="2"/>
          <c:spPr>
            <a:solidFill>
              <a:schemeClr val="accent3"/>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4352-45F1-B6F0-E14CF2D0ACDC}"/>
                </c:ext>
              </c:extLst>
            </c:dLbl>
            <c:dLbl>
              <c:idx val="1"/>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4352-45F1-B6F0-E14CF2D0ACDC}"/>
                </c:ext>
              </c:extLst>
            </c:dLbl>
            <c:dLbl>
              <c:idx val="2"/>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4352-45F1-B6F0-E14CF2D0ACDC}"/>
                </c:ext>
              </c:extLst>
            </c:dLbl>
            <c:dLbl>
              <c:idx val="3"/>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4352-45F1-B6F0-E14CF2D0ACDC}"/>
                </c:ext>
              </c:extLst>
            </c:dLbl>
            <c:dLbl>
              <c:idx val="4"/>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4352-45F1-B6F0-E14CF2D0ACDC}"/>
                </c:ext>
              </c:extLst>
            </c:dLbl>
            <c:dLbl>
              <c:idx val="5"/>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4352-45F1-B6F0-E14CF2D0ACDC}"/>
                </c:ext>
              </c:extLst>
            </c:dLbl>
            <c:dLbl>
              <c:idx val="6"/>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4352-45F1-B6F0-E14CF2D0ACDC}"/>
                </c:ext>
              </c:extLst>
            </c:dLbl>
            <c:dLbl>
              <c:idx val="7"/>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4352-45F1-B6F0-E14CF2D0ACDC}"/>
                </c:ext>
              </c:extLst>
            </c:dLbl>
            <c:dLbl>
              <c:idx val="8"/>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8-4352-45F1-B6F0-E14CF2D0ACDC}"/>
                </c:ext>
              </c:extLst>
            </c:dLbl>
            <c:dLbl>
              <c:idx val="9"/>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4352-45F1-B6F0-E14CF2D0ACDC}"/>
                </c:ext>
              </c:extLst>
            </c:dLbl>
            <c:dLbl>
              <c:idx val="10"/>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4352-45F1-B6F0-E14CF2D0ACDC}"/>
                </c:ext>
              </c:extLst>
            </c:dLbl>
            <c:dLbl>
              <c:idx val="11"/>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4352-45F1-B6F0-E14CF2D0ACDC}"/>
                </c:ext>
              </c:extLst>
            </c:dLbl>
            <c:dLbl>
              <c:idx val="12"/>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4352-45F1-B6F0-E14CF2D0ACDC}"/>
                </c:ext>
              </c:extLst>
            </c:dLbl>
            <c:dLbl>
              <c:idx val="13"/>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4352-45F1-B6F0-E14CF2D0ACDC}"/>
                </c:ext>
              </c:extLst>
            </c:dLbl>
            <c:dLbl>
              <c:idx val="14"/>
              <c:layout>
                <c:manualLayout>
                  <c:x val="0"/>
                  <c:y val="0"/>
                </c:manualLayout>
              </c:layout>
              <c:numFmt formatCode="#,##0&quot;%&quot;;&quot;-&quot;#,##0&quot;%&quot;;0&quot;%&quot;" sourceLinked="0"/>
              <c:spPr>
                <a:noFill/>
                <a:ln>
                  <a:noFill/>
                </a:ln>
              </c:spPr>
              <c:txPr>
                <a:bodyPr wrap="none"/>
                <a:lstStyle/>
                <a:p>
                  <a:pPr>
                    <a:defRPr sz="8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4352-45F1-B6F0-E14CF2D0ACD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Sheet1!$A$3:$O$3</c:f>
              <c:numCache>
                <c:formatCode>General</c:formatCode>
                <c:ptCount val="15"/>
                <c:pt idx="0">
                  <c:v>46.666666666666664</c:v>
                </c:pt>
                <c:pt idx="1">
                  <c:v>55.000000000000007</c:v>
                </c:pt>
                <c:pt idx="2">
                  <c:v>50</c:v>
                </c:pt>
                <c:pt idx="3">
                  <c:v>41.666666666666664</c:v>
                </c:pt>
                <c:pt idx="4">
                  <c:v>46.666666666666664</c:v>
                </c:pt>
                <c:pt idx="5">
                  <c:v>38.333333333333329</c:v>
                </c:pt>
                <c:pt idx="6">
                  <c:v>53.333333333333336</c:v>
                </c:pt>
                <c:pt idx="7">
                  <c:v>58.333333333333336</c:v>
                </c:pt>
                <c:pt idx="8">
                  <c:v>48.333333333333343</c:v>
                </c:pt>
                <c:pt idx="9">
                  <c:v>46.666666666666664</c:v>
                </c:pt>
                <c:pt idx="10">
                  <c:v>50</c:v>
                </c:pt>
                <c:pt idx="11">
                  <c:v>46.666666666666664</c:v>
                </c:pt>
                <c:pt idx="12">
                  <c:v>55.000000000000007</c:v>
                </c:pt>
                <c:pt idx="13">
                  <c:v>51.666666666666671</c:v>
                </c:pt>
                <c:pt idx="14">
                  <c:v>55.000000000000007</c:v>
                </c:pt>
              </c:numCache>
            </c:numRef>
          </c:val>
          <c:extLst>
            <c:ext xmlns:c16="http://schemas.microsoft.com/office/drawing/2014/chart" uri="{C3380CC4-5D6E-409C-BE32-E72D297353CC}">
              <c16:uniqueId val="{0000002F-4352-45F1-B6F0-E14CF2D0ACDC}"/>
            </c:ext>
          </c:extLst>
        </c:ser>
        <c:dLbls>
          <c:showLegendKey val="0"/>
          <c:showVal val="0"/>
          <c:showCatName val="0"/>
          <c:showSerName val="0"/>
          <c:showPercent val="0"/>
          <c:showBubbleSize val="0"/>
        </c:dLbls>
        <c:gapWidth val="40"/>
        <c:overlap val="100"/>
        <c:axId val="1954244800"/>
        <c:axId val="1"/>
      </c:barChart>
      <c:catAx>
        <c:axId val="195424480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954244800"/>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384137736381598E-3"/>
          <c:y val="6.8236424795771258E-2"/>
          <c:w val="0.98532317245272372"/>
          <c:h val="0.86352715040845751"/>
        </c:manualLayout>
      </c:layout>
      <c:barChart>
        <c:barDir val="col"/>
        <c:grouping val="stacked"/>
        <c:varyColors val="0"/>
        <c:ser>
          <c:idx val="0"/>
          <c:order val="0"/>
          <c:spPr>
            <a:solidFill>
              <a:schemeClr val="accent1"/>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F-4909-A943-F3053DA9D0CA}"/>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F-4909-A943-F3053DA9D0CA}"/>
                </c:ext>
              </c:extLst>
            </c:dLbl>
            <c:dLbl>
              <c:idx val="2"/>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392F-4909-A943-F3053DA9D0CA}"/>
                </c:ext>
              </c:extLst>
            </c:dLbl>
            <c:dLbl>
              <c:idx val="3"/>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F-4909-A943-F3053DA9D0CA}"/>
                </c:ext>
              </c:extLst>
            </c:dLbl>
            <c:dLbl>
              <c:idx val="4"/>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F-4909-A943-F3053DA9D0CA}"/>
                </c:ext>
              </c:extLst>
            </c:dLbl>
            <c:dLbl>
              <c:idx val="5"/>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392F-4909-A943-F3053DA9D0CA}"/>
                </c:ext>
              </c:extLst>
            </c:dLbl>
            <c:dLbl>
              <c:idx val="6"/>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F-4909-A943-F3053DA9D0CA}"/>
                </c:ext>
              </c:extLst>
            </c:dLbl>
            <c:dLbl>
              <c:idx val="7"/>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F-4909-A943-F3053DA9D0CA}"/>
                </c:ext>
              </c:extLst>
            </c:dLbl>
            <c:dLbl>
              <c:idx val="8"/>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392F-4909-A943-F3053DA9D0CA}"/>
                </c:ext>
              </c:extLst>
            </c:dLbl>
            <c:dLbl>
              <c:idx val="9"/>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F-4909-A943-F3053DA9D0CA}"/>
                </c:ext>
              </c:extLst>
            </c:dLbl>
            <c:dLbl>
              <c:idx val="10"/>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F-4909-A943-F3053DA9D0CA}"/>
                </c:ext>
              </c:extLst>
            </c:dLbl>
            <c:dLbl>
              <c:idx val="11"/>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392F-4909-A943-F3053DA9D0CA}"/>
                </c:ext>
              </c:extLst>
            </c:dLbl>
            <c:dLbl>
              <c:idx val="12"/>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392F-4909-A943-F3053DA9D0CA}"/>
                </c:ext>
              </c:extLst>
            </c:dLbl>
            <c:dLbl>
              <c:idx val="13"/>
              <c:layout>
                <c:manualLayout>
                  <c:x val="0"/>
                  <c:y val="0"/>
                </c:manualLayout>
              </c:layout>
              <c:numFmt formatCode="#,##0&quot;%&quot;;&quot;-&quot;#,##0&quot;%&quot;;0&quot;%&quot;" sourceLinked="0"/>
              <c:spPr>
                <a:noFill/>
                <a:ln>
                  <a:noFill/>
                </a:ln>
              </c:spPr>
              <c:txPr>
                <a:bodyPr wrap="none"/>
                <a:lstStyle/>
                <a:p>
                  <a:pPr>
                    <a:defRPr sz="10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392F-4909-A943-F3053DA9D0CA}"/>
                </c:ext>
              </c:extLst>
            </c:dLbl>
            <c:dLbl>
              <c:idx val="14"/>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392F-4909-A943-F3053DA9D0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Sheet1!$A$1:$O$1</c:f>
              <c:numCache>
                <c:formatCode>General</c:formatCode>
                <c:ptCount val="15"/>
                <c:pt idx="0">
                  <c:v>20</c:v>
                </c:pt>
                <c:pt idx="1">
                  <c:v>18</c:v>
                </c:pt>
                <c:pt idx="2">
                  <c:v>15</c:v>
                </c:pt>
                <c:pt idx="3">
                  <c:v>23</c:v>
                </c:pt>
                <c:pt idx="4">
                  <c:v>17</c:v>
                </c:pt>
                <c:pt idx="5">
                  <c:v>23</c:v>
                </c:pt>
                <c:pt idx="6">
                  <c:v>20</c:v>
                </c:pt>
                <c:pt idx="7">
                  <c:v>17</c:v>
                </c:pt>
                <c:pt idx="8">
                  <c:v>10</c:v>
                </c:pt>
                <c:pt idx="9">
                  <c:v>20</c:v>
                </c:pt>
                <c:pt idx="10">
                  <c:v>12</c:v>
                </c:pt>
                <c:pt idx="11">
                  <c:v>25</c:v>
                </c:pt>
                <c:pt idx="12">
                  <c:v>20</c:v>
                </c:pt>
                <c:pt idx="13">
                  <c:v>23</c:v>
                </c:pt>
                <c:pt idx="14">
                  <c:v>30</c:v>
                </c:pt>
              </c:numCache>
            </c:numRef>
          </c:val>
          <c:extLst>
            <c:ext xmlns:c16="http://schemas.microsoft.com/office/drawing/2014/chart" uri="{C3380CC4-5D6E-409C-BE32-E72D297353CC}">
              <c16:uniqueId val="{0000000F-392F-4909-A943-F3053DA9D0CA}"/>
            </c:ext>
          </c:extLst>
        </c:ser>
        <c:ser>
          <c:idx val="1"/>
          <c:order val="1"/>
          <c:spPr>
            <a:solidFill>
              <a:schemeClr val="accent4"/>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392F-4909-A943-F3053DA9D0CA}"/>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392F-4909-A943-F3053DA9D0CA}"/>
                </c:ext>
              </c:extLst>
            </c:dLbl>
            <c:dLbl>
              <c:idx val="2"/>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392F-4909-A943-F3053DA9D0CA}"/>
                </c:ext>
              </c:extLst>
            </c:dLbl>
            <c:dLbl>
              <c:idx val="3"/>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392F-4909-A943-F3053DA9D0CA}"/>
                </c:ext>
              </c:extLst>
            </c:dLbl>
            <c:dLbl>
              <c:idx val="4"/>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392F-4909-A943-F3053DA9D0CA}"/>
                </c:ext>
              </c:extLst>
            </c:dLbl>
            <c:dLbl>
              <c:idx val="5"/>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392F-4909-A943-F3053DA9D0CA}"/>
                </c:ext>
              </c:extLst>
            </c:dLbl>
            <c:dLbl>
              <c:idx val="6"/>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392F-4909-A943-F3053DA9D0CA}"/>
                </c:ext>
              </c:extLst>
            </c:dLbl>
            <c:dLbl>
              <c:idx val="7"/>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392F-4909-A943-F3053DA9D0CA}"/>
                </c:ext>
              </c:extLst>
            </c:dLbl>
            <c:dLbl>
              <c:idx val="8"/>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392F-4909-A943-F3053DA9D0CA}"/>
                </c:ext>
              </c:extLst>
            </c:dLbl>
            <c:dLbl>
              <c:idx val="9"/>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392F-4909-A943-F3053DA9D0CA}"/>
                </c:ext>
              </c:extLst>
            </c:dLbl>
            <c:dLbl>
              <c:idx val="10"/>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392F-4909-A943-F3053DA9D0CA}"/>
                </c:ext>
              </c:extLst>
            </c:dLbl>
            <c:dLbl>
              <c:idx val="11"/>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392F-4909-A943-F3053DA9D0CA}"/>
                </c:ext>
              </c:extLst>
            </c:dLbl>
            <c:dLbl>
              <c:idx val="12"/>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392F-4909-A943-F3053DA9D0CA}"/>
                </c:ext>
              </c:extLst>
            </c:dLbl>
            <c:dLbl>
              <c:idx val="13"/>
              <c:layout>
                <c:manualLayout>
                  <c:x val="0"/>
                  <c:y val="0"/>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392F-4909-A943-F3053DA9D0CA}"/>
                </c:ext>
              </c:extLst>
            </c:dLbl>
            <c:dLbl>
              <c:idx val="14"/>
              <c:layout>
                <c:manualLayout>
                  <c:x val="0"/>
                  <c:y val="-4.8053820278712159E-4"/>
                </c:manualLayout>
              </c:layout>
              <c:numFmt formatCode="#,##0&quot;%&quot;;&quot;-&quot;#,##0&quot;%&quot;;0&quot;%&quot;"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392F-4909-A943-F3053DA9D0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Sheet1!$A$2:$O$2</c:f>
              <c:numCache>
                <c:formatCode>General</c:formatCode>
                <c:ptCount val="15"/>
                <c:pt idx="0">
                  <c:v>45</c:v>
                </c:pt>
                <c:pt idx="1">
                  <c:v>37.000000000000007</c:v>
                </c:pt>
                <c:pt idx="2">
                  <c:v>42.999999999999993</c:v>
                </c:pt>
                <c:pt idx="3">
                  <c:v>37</c:v>
                </c:pt>
                <c:pt idx="4">
                  <c:v>50</c:v>
                </c:pt>
                <c:pt idx="5">
                  <c:v>42.000000000000007</c:v>
                </c:pt>
                <c:pt idx="6">
                  <c:v>35</c:v>
                </c:pt>
                <c:pt idx="7">
                  <c:v>31.999999999999996</c:v>
                </c:pt>
                <c:pt idx="8">
                  <c:v>48</c:v>
                </c:pt>
                <c:pt idx="9">
                  <c:v>43</c:v>
                </c:pt>
                <c:pt idx="10">
                  <c:v>45.000000000000007</c:v>
                </c:pt>
                <c:pt idx="11">
                  <c:v>33.000000000000007</c:v>
                </c:pt>
                <c:pt idx="12">
                  <c:v>35</c:v>
                </c:pt>
                <c:pt idx="13">
                  <c:v>42.000000000000007</c:v>
                </c:pt>
                <c:pt idx="14">
                  <c:v>42</c:v>
                </c:pt>
              </c:numCache>
            </c:numRef>
          </c:val>
          <c:extLst>
            <c:ext xmlns:c16="http://schemas.microsoft.com/office/drawing/2014/chart" uri="{C3380CC4-5D6E-409C-BE32-E72D297353CC}">
              <c16:uniqueId val="{0000001F-392F-4909-A943-F3053DA9D0CA}"/>
            </c:ext>
          </c:extLst>
        </c:ser>
        <c:ser>
          <c:idx val="2"/>
          <c:order val="2"/>
          <c:spPr>
            <a:solidFill>
              <a:schemeClr val="accent3"/>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0-392F-4909-A943-F3053DA9D0CA}"/>
                </c:ext>
              </c:extLst>
            </c:dLbl>
            <c:dLbl>
              <c:idx val="1"/>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392F-4909-A943-F3053DA9D0CA}"/>
                </c:ext>
              </c:extLst>
            </c:dLbl>
            <c:dLbl>
              <c:idx val="2"/>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392F-4909-A943-F3053DA9D0CA}"/>
                </c:ext>
              </c:extLst>
            </c:dLbl>
            <c:dLbl>
              <c:idx val="3"/>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392F-4909-A943-F3053DA9D0CA}"/>
                </c:ext>
              </c:extLst>
            </c:dLbl>
            <c:dLbl>
              <c:idx val="4"/>
              <c:layout>
                <c:manualLayout>
                  <c:x val="0"/>
                  <c:y val="-4.8053820278712159E-4"/>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392F-4909-A943-F3053DA9D0CA}"/>
                </c:ext>
              </c:extLst>
            </c:dLbl>
            <c:dLbl>
              <c:idx val="5"/>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392F-4909-A943-F3053DA9D0CA}"/>
                </c:ext>
              </c:extLst>
            </c:dLbl>
            <c:dLbl>
              <c:idx val="6"/>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392F-4909-A943-F3053DA9D0CA}"/>
                </c:ext>
              </c:extLst>
            </c:dLbl>
            <c:dLbl>
              <c:idx val="7"/>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7-392F-4909-A943-F3053DA9D0CA}"/>
                </c:ext>
              </c:extLst>
            </c:dLbl>
            <c:dLbl>
              <c:idx val="8"/>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8-392F-4909-A943-F3053DA9D0CA}"/>
                </c:ext>
              </c:extLst>
            </c:dLbl>
            <c:dLbl>
              <c:idx val="9"/>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9-392F-4909-A943-F3053DA9D0CA}"/>
                </c:ext>
              </c:extLst>
            </c:dLbl>
            <c:dLbl>
              <c:idx val="10"/>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A-392F-4909-A943-F3053DA9D0CA}"/>
                </c:ext>
              </c:extLst>
            </c:dLbl>
            <c:dLbl>
              <c:idx val="11"/>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B-392F-4909-A943-F3053DA9D0CA}"/>
                </c:ext>
              </c:extLst>
            </c:dLbl>
            <c:dLbl>
              <c:idx val="12"/>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C-392F-4909-A943-F3053DA9D0CA}"/>
                </c:ext>
              </c:extLst>
            </c:dLbl>
            <c:dLbl>
              <c:idx val="13"/>
              <c:layout>
                <c:manualLayout>
                  <c:x val="0"/>
                  <c:y val="0"/>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D-392F-4909-A943-F3053DA9D0CA}"/>
                </c:ext>
              </c:extLst>
            </c:dLbl>
            <c:dLbl>
              <c:idx val="14"/>
              <c:layout>
                <c:manualLayout>
                  <c:x val="0"/>
                  <c:y val="-4.8053820278712159E-4"/>
                </c:manualLayout>
              </c:layout>
              <c:numFmt formatCode="#,##0&quot;%&quot;;&quot;-&quot;#,##0&quot;%&quot;;0&quot;%&quot;" sourceLinked="0"/>
              <c:spPr>
                <a:noFill/>
                <a:ln>
                  <a:noFill/>
                </a:ln>
              </c:spPr>
              <c:txPr>
                <a:bodyPr wrap="none"/>
                <a:lstStyle/>
                <a:p>
                  <a:pPr>
                    <a:defRPr sz="1000" kern="1200">
                      <a:solidFill>
                        <a:srgbClr val="191C1E"/>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E-392F-4909-A943-F3053DA9D0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Sheet1!$A$3:$O$3</c:f>
              <c:numCache>
                <c:formatCode>General</c:formatCode>
                <c:ptCount val="15"/>
                <c:pt idx="0">
                  <c:v>35</c:v>
                </c:pt>
                <c:pt idx="1">
                  <c:v>44.999999999999993</c:v>
                </c:pt>
                <c:pt idx="2">
                  <c:v>42.000000000000007</c:v>
                </c:pt>
                <c:pt idx="3">
                  <c:v>40</c:v>
                </c:pt>
                <c:pt idx="4">
                  <c:v>32.999999999999993</c:v>
                </c:pt>
                <c:pt idx="5">
                  <c:v>35</c:v>
                </c:pt>
                <c:pt idx="6">
                  <c:v>44.999999999999993</c:v>
                </c:pt>
                <c:pt idx="7">
                  <c:v>51</c:v>
                </c:pt>
                <c:pt idx="8">
                  <c:v>42.000000000000007</c:v>
                </c:pt>
                <c:pt idx="9">
                  <c:v>37</c:v>
                </c:pt>
                <c:pt idx="10">
                  <c:v>42.999999999999993</c:v>
                </c:pt>
                <c:pt idx="11">
                  <c:v>41.999999999999993</c:v>
                </c:pt>
                <c:pt idx="12">
                  <c:v>44.999999999999993</c:v>
                </c:pt>
                <c:pt idx="13">
                  <c:v>35</c:v>
                </c:pt>
                <c:pt idx="14">
                  <c:v>28.000000000000004</c:v>
                </c:pt>
              </c:numCache>
            </c:numRef>
          </c:val>
          <c:extLst>
            <c:ext xmlns:c16="http://schemas.microsoft.com/office/drawing/2014/chart" uri="{C3380CC4-5D6E-409C-BE32-E72D297353CC}">
              <c16:uniqueId val="{0000002F-392F-4909-A943-F3053DA9D0CA}"/>
            </c:ext>
          </c:extLst>
        </c:ser>
        <c:dLbls>
          <c:showLegendKey val="0"/>
          <c:showVal val="0"/>
          <c:showCatName val="0"/>
          <c:showSerName val="0"/>
          <c:showPercent val="0"/>
          <c:showBubbleSize val="0"/>
        </c:dLbls>
        <c:gapWidth val="40"/>
        <c:overlap val="100"/>
        <c:axId val="1685107936"/>
        <c:axId val="1"/>
      </c:barChart>
      <c:catAx>
        <c:axId val="168510793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685107936"/>
        <c:crosses val="min"/>
        <c:crossBetween val="between"/>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29 June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29 June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74106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39D2C-D80E-54EB-0F79-EA993F158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40E45-9A49-5085-C017-2BD4291B85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FCBFCC-227F-8B35-7D5A-936A7883185D}"/>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0DF2EBE9-382D-394B-EBC6-2C8419340FE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2342E3D-D6DD-850D-30D8-023D65C9A5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40313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8447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F854F-45C3-6C55-1E8F-44E77C409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662CA-B509-7D37-C9B8-BD678DF14E5A}"/>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A3F24AB5-D6D1-C6AA-A3CA-7AFBA19E51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69412FC-403A-A23D-754C-98F23700F97A}"/>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C49B54-4C7D-C140-84C6-FAE10C4FC03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DF8E95DF-AB90-F359-A92C-40C6B4F1D0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941530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785813"/>
            <a:ext cx="8135938" cy="4576762"/>
          </a:xfrm>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823578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E7A24-3819-27C5-7B3E-F5FE10048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3B192-B47F-E61C-B7AE-B9B390DAB91B}"/>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A99E0FF4-C903-40B5-2198-DA5F1F60263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55AE737B-0C7C-C69D-B3E6-C72A1B3AC4F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90FD67A3-47F7-C8DB-663F-85A237240C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1691252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719CF-2E41-C717-CA1D-05E1D0D9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33F49-0231-2D01-0D6A-12BB06C694CC}"/>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836936C-4BAD-82AE-32E7-2A2996EFB810}"/>
              </a:ext>
            </a:extLst>
          </p:cNvPr>
          <p:cNvSpPr>
            <a:spLocks noGrp="1"/>
          </p:cNvSpPr>
          <p:nvPr>
            <p:ph type="body" idx="1"/>
          </p:nvPr>
        </p:nvSpPr>
        <p:spPr/>
        <p:txBody>
          <a:bodyPr/>
          <a:lstStyle/>
          <a:p>
            <a:endParaRPr lang="en-CA"/>
          </a:p>
        </p:txBody>
      </p:sp>
      <p:sp>
        <p:nvSpPr>
          <p:cNvPr id="4" name="Date Placeholder 3">
            <a:extLst>
              <a:ext uri="{FF2B5EF4-FFF2-40B4-BE49-F238E27FC236}">
                <a16:creationId xmlns:a16="http://schemas.microsoft.com/office/drawing/2014/main" id="{22CDD25E-7A82-AC64-E953-68F9273EA21C}"/>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8ACFCF52-FBEA-505A-9C48-0FD209FBFD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1960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txBody>
          <a:bodyPr/>
          <a:lstStyle/>
          <a:p>
            <a:endParaRPr lang="en-US"/>
          </a:p>
        </p:txBody>
      </p:sp>
      <p:sp>
        <p:nvSpPr>
          <p:cNvPr id="3" name="Notes Placeholder 2"/>
          <p:cNvSpPr>
            <a:spLocks noGrp="1"/>
          </p:cNvSpPr>
          <p:nvPr>
            <p:ph type="body" idx="1"/>
          </p:nvPr>
        </p:nvSpPr>
        <p:spPr>
          <a:xfrm>
            <a:off x="734885" y="4073768"/>
            <a:ext cx="5632704" cy="4751143"/>
          </a:xfrm>
          <a:prstGeom prst="rect">
            <a:avLst/>
          </a:prstGeom>
        </p:spPr>
        <p:txBody>
          <a:bodyPr/>
          <a:lstStyle/>
          <a:p>
            <a:endParaRPr lang="en-US" dirty="0"/>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256542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2BF09-92DA-030C-6479-86EEEEA59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CFC14-A83E-0A75-FAC2-B99136459005}"/>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5BC6F796-1F5C-A9BC-C8EC-79C3A7A6B08D}"/>
              </a:ext>
            </a:extLst>
          </p:cNvPr>
          <p:cNvSpPr>
            <a:spLocks noGrp="1"/>
          </p:cNvSpPr>
          <p:nvPr>
            <p:ph type="body" idx="1"/>
          </p:nvPr>
        </p:nvSpPr>
        <p:spPr>
          <a:xfrm>
            <a:off x="522602" y="6314978"/>
            <a:ext cx="5499478" cy="301386"/>
          </a:xfrm>
        </p:spPr>
        <p:txBody>
          <a:bodyPr/>
          <a:lstStyle/>
          <a:p>
            <a:endParaRPr lang="en-US"/>
          </a:p>
        </p:txBody>
      </p:sp>
      <p:sp>
        <p:nvSpPr>
          <p:cNvPr id="4" name="Slide Number Placeholder 3">
            <a:extLst>
              <a:ext uri="{FF2B5EF4-FFF2-40B4-BE49-F238E27FC236}">
                <a16:creationId xmlns:a16="http://schemas.microsoft.com/office/drawing/2014/main" id="{F8EA5F5B-E111-C3ED-5DF2-68BEFB1EA9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9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3694601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76E2-531A-8FF0-6AB2-97E19B8A7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0BB3D-E4AD-FECA-996C-7AEB6A413898}"/>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C6CAFC08-2ED6-BC8F-1583-56A8C01367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745863-B929-6924-E57E-C559F46148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762AE1-06E0-2744-8882-0BFA244BAB0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369476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txBody>
          <a:bodyPr/>
          <a:lstStyle/>
          <a:p>
            <a:endParaRPr lang="en-US"/>
          </a:p>
        </p:txBody>
      </p:sp>
      <p:sp>
        <p:nvSpPr>
          <p:cNvPr id="3" name="Notes Placeholder 2"/>
          <p:cNvSpPr>
            <a:spLocks noGrp="1"/>
          </p:cNvSpPr>
          <p:nvPr>
            <p:ph type="body" idx="1"/>
          </p:nvPr>
        </p:nvSpPr>
        <p:spPr>
          <a:xfrm>
            <a:off x="522604" y="6314979"/>
            <a:ext cx="5499478" cy="301386"/>
          </a:xfrm>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smtClean="0">
                <a:ln>
                  <a:noFill/>
                </a:ln>
                <a:solidFill>
                  <a:srgbClr val="000000"/>
                </a:solidFill>
                <a:effectLst/>
                <a:uLnTx/>
                <a:uFillTx/>
                <a:latin typeface="Arial"/>
                <a:ea typeface="+mn-ea"/>
                <a:cs typeface="Arial"/>
                <a:sym typeface="Avenir Next LT Pro" panose="020B05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Arial"/>
              <a:ea typeface="+mn-ea"/>
              <a:cs typeface="Arial"/>
              <a:sym typeface="Avenir Next LT Pro" panose="020B0504020202020204" pitchFamily="34" charset="0"/>
            </a:endParaRPr>
          </a:p>
        </p:txBody>
      </p:sp>
    </p:spTree>
    <p:extLst>
      <p:ext uri="{BB962C8B-B14F-4D97-AF65-F5344CB8AC3E}">
        <p14:creationId xmlns:p14="http://schemas.microsoft.com/office/powerpoint/2010/main" val="3105871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txBody>
          <a:bodyPr/>
          <a:lstStyle/>
          <a:p>
            <a:endParaRPr lang="en-CA"/>
          </a:p>
        </p:txBody>
      </p:sp>
      <p:sp>
        <p:nvSpPr>
          <p:cNvPr id="3" name="Notes Placeholder 2"/>
          <p:cNvSpPr>
            <a:spLocks noGrp="1"/>
          </p:cNvSpPr>
          <p:nvPr>
            <p:ph type="body" idx="1"/>
          </p:nvPr>
        </p:nvSpPr>
        <p:spPr>
          <a:xfrm>
            <a:off x="522602" y="6314978"/>
            <a:ext cx="5499478" cy="301386"/>
          </a:xfrm>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9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2505460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A02A-7362-B891-10E7-16B007888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5BEBC-C6F3-6601-70F9-2BDD9A937A24}"/>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07FE24AB-A541-B378-A7B4-2D2110E4A14E}"/>
              </a:ext>
            </a:extLst>
          </p:cNvPr>
          <p:cNvSpPr>
            <a:spLocks noGrp="1"/>
          </p:cNvSpPr>
          <p:nvPr>
            <p:ph type="body" idx="1"/>
          </p:nvPr>
        </p:nvSpPr>
        <p:spPr>
          <a:xfrm>
            <a:off x="522602" y="6314978"/>
            <a:ext cx="5499478" cy="301386"/>
          </a:xfrm>
        </p:spPr>
        <p:txBody>
          <a:bodyPr/>
          <a:lstStyle/>
          <a:p>
            <a:endParaRPr lang="en-US"/>
          </a:p>
        </p:txBody>
      </p:sp>
      <p:sp>
        <p:nvSpPr>
          <p:cNvPr id="4" name="Slide Number Placeholder 3">
            <a:extLst>
              <a:ext uri="{FF2B5EF4-FFF2-40B4-BE49-F238E27FC236}">
                <a16:creationId xmlns:a16="http://schemas.microsoft.com/office/drawing/2014/main" id="{59F985FC-3CC4-5BF9-15CE-8AB4381296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9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3446131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E383A-1113-1BBC-ED6C-0C564E87B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E29F4-3B9A-6EA3-1F2B-A342A27629A8}"/>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F2998F86-4906-A26F-739A-B65A33A73FAC}"/>
              </a:ext>
            </a:extLst>
          </p:cNvPr>
          <p:cNvSpPr>
            <a:spLocks noGrp="1"/>
          </p:cNvSpPr>
          <p:nvPr>
            <p:ph type="body" idx="1"/>
          </p:nvPr>
        </p:nvSpPr>
        <p:spPr>
          <a:xfrm>
            <a:off x="522602" y="6314978"/>
            <a:ext cx="5499478" cy="301386"/>
          </a:xfrm>
        </p:spPr>
        <p:txBody>
          <a:bodyPr/>
          <a:lstStyle/>
          <a:p>
            <a:endParaRPr lang="en-US"/>
          </a:p>
        </p:txBody>
      </p:sp>
      <p:sp>
        <p:nvSpPr>
          <p:cNvPr id="4" name="Slide Number Placeholder 3">
            <a:extLst>
              <a:ext uri="{FF2B5EF4-FFF2-40B4-BE49-F238E27FC236}">
                <a16:creationId xmlns:a16="http://schemas.microsoft.com/office/drawing/2014/main" id="{6D5E7D28-2106-FBF8-32B0-C0711E23D1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900" b="0" i="0" u="none" strike="noStrike" kern="1200" cap="none" spc="0" normalizeH="0" baseline="0" noProof="0" smtClean="0">
                <a:ln>
                  <a:noFill/>
                </a:ln>
                <a:solidFill>
                  <a:srgbClr val="000000"/>
                </a:solidFill>
                <a:effectLst/>
                <a:uLnTx/>
                <a:uFillTx/>
                <a:latin typeface="Arial"/>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1545226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B0C7-2F55-24C9-743C-D158D3B7C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3615F-1AA9-53DF-CB86-A7902825337D}"/>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54CE9DB5-4B5B-E3FF-CF3B-82AE8D25264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C191D3F-23E3-CF44-68A5-98D359908782}"/>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258C67DE-B08E-F408-F139-1C66ED7D60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273828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1F152-C785-3063-2034-3FE7CE912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BBBA6-CB2A-DDD6-75BD-D0E879BEBD40}"/>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7D0B49B1-0CCE-08D1-2060-2608B7BB056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0BA6658-44CC-D3DA-9A14-6287B8581FE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68FFDD70-74FF-E489-5B1E-45974B9F0D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799523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21CE-BA14-9FAA-EBB9-2A1919154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79869-573F-8DF4-3959-6B2700DA7657}"/>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DF1EE720-2128-1543-9A26-D7DA4D92B0D7}"/>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E5461B24-CA10-AC40-4B10-8132C8547EE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92D2C3D8-784A-3569-83C5-F5B9D666E0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15803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314E4-BC50-F455-3A3A-D51BFF109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ECE4-944B-8EC9-D3DF-348760956D53}"/>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27A19A6A-73C2-C32A-79D1-538B79335D6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38C42301-9B5D-DFFD-9959-8FFC681FE4F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51A93D52-B6CF-5C98-70CB-4ACA11340C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112813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40FA-9F01-BCAD-38D2-286106E3E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D8E4D-F8FA-948F-868F-71719C4C219A}"/>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01084B48-825C-DD1E-6840-02D93DD7365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A352D042-262B-C3CA-B0A3-055C2C0A17A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8568FA3-9E02-8DAB-B97E-42549CC085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703032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37FD9-4067-A2FD-9BA7-807388DF0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229C9-02A1-ADC8-9E17-7E3FE56D8530}"/>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25BB7963-E6A0-20F7-394A-FEBF92328686}"/>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6D9CB54-28A5-767F-4467-EB95B748FFFA}"/>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00B98AC4-881E-731E-25FA-3B2D5F9C1E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89837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FDAFA-0B49-24A6-4252-FA3393B2C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EB6A0-BC67-0EC8-EB8E-D08509BFA9C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08DAFE4-02B8-E0D7-3928-A48660BE563F}"/>
              </a:ext>
            </a:extLst>
          </p:cNvPr>
          <p:cNvSpPr>
            <a:spLocks noGrp="1"/>
          </p:cNvSpPr>
          <p:nvPr>
            <p:ph type="body" idx="1"/>
          </p:nvPr>
        </p:nvSpPr>
        <p:spPr/>
        <p:txBody>
          <a:bodyPr/>
          <a:lstStyle/>
          <a:p>
            <a:endParaRPr lang="en-CA"/>
          </a:p>
        </p:txBody>
      </p:sp>
      <p:sp>
        <p:nvSpPr>
          <p:cNvPr id="4" name="Date Placeholder 3">
            <a:extLst>
              <a:ext uri="{FF2B5EF4-FFF2-40B4-BE49-F238E27FC236}">
                <a16:creationId xmlns:a16="http://schemas.microsoft.com/office/drawing/2014/main" id="{5124B9EF-1EBE-34BE-0056-8C0DC115BC9A}"/>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B5575413-F83F-8CAF-F73A-372111BDB3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7194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69C8-0A45-EBF4-B9E6-4A7722B21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BD034-20CC-0D1D-21D5-202C597C50A5}"/>
              </a:ext>
            </a:extLst>
          </p:cNvPr>
          <p:cNvSpPr>
            <a:spLocks noGrp="1" noRot="1" noChangeAspect="1"/>
          </p:cNvSpPr>
          <p:nvPr>
            <p:ph type="sldImg"/>
          </p:nvPr>
        </p:nvSpPr>
        <p:spPr>
          <a:xfrm>
            <a:off x="735013" y="563563"/>
            <a:ext cx="5632450" cy="3168650"/>
          </a:xfrm>
        </p:spPr>
        <p:txBody>
          <a:bodyPr/>
          <a:lstStyle/>
          <a:p>
            <a:endParaRPr lang="en-US"/>
          </a:p>
        </p:txBody>
      </p:sp>
      <p:sp>
        <p:nvSpPr>
          <p:cNvPr id="3" name="Notes Placeholder 2">
            <a:extLst>
              <a:ext uri="{FF2B5EF4-FFF2-40B4-BE49-F238E27FC236}">
                <a16:creationId xmlns:a16="http://schemas.microsoft.com/office/drawing/2014/main" id="{B0544CE0-E979-4541-7660-3384293662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1C99976-0073-BA21-DBA8-082A3DACDC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762AE1-06E0-2744-8882-0BFA244BAB0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223119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DFAB3-29B7-3D62-4BC9-CDA694540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5B952-1526-CB4F-6BAA-D9731EB9E68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3D73F67-3427-1131-0ABF-35E45C65FCD2}"/>
              </a:ext>
            </a:extLst>
          </p:cNvPr>
          <p:cNvSpPr>
            <a:spLocks noGrp="1"/>
          </p:cNvSpPr>
          <p:nvPr>
            <p:ph type="body" idx="1"/>
          </p:nvPr>
        </p:nvSpPr>
        <p:spPr/>
        <p:txBody>
          <a:bodyPr/>
          <a:lstStyle/>
          <a:p>
            <a:endParaRPr lang="en-CA"/>
          </a:p>
        </p:txBody>
      </p:sp>
      <p:sp>
        <p:nvSpPr>
          <p:cNvPr id="4" name="Date Placeholder 3">
            <a:extLst>
              <a:ext uri="{FF2B5EF4-FFF2-40B4-BE49-F238E27FC236}">
                <a16:creationId xmlns:a16="http://schemas.microsoft.com/office/drawing/2014/main" id="{9A195942-D50E-25F0-F593-2361432D1DB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D17BB8F8-657A-40FF-4885-F597890F68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9769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2208A-AB63-FD0F-F54B-1E752359A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04695-B680-E576-7EC2-9E3B6CF2490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F7F6F65-84C1-36BF-30DC-F10B48536F26}"/>
              </a:ext>
            </a:extLst>
          </p:cNvPr>
          <p:cNvSpPr>
            <a:spLocks noGrp="1"/>
          </p:cNvSpPr>
          <p:nvPr>
            <p:ph type="body" idx="1"/>
          </p:nvPr>
        </p:nvSpPr>
        <p:spPr>
          <a:xfrm>
            <a:off x="522602" y="6314978"/>
            <a:ext cx="5499478" cy="301386"/>
          </a:xfrm>
        </p:spPr>
        <p:txBody>
          <a:bodyPr/>
          <a:lstStyle/>
          <a:p>
            <a:endParaRPr lang="en-US"/>
          </a:p>
        </p:txBody>
      </p:sp>
      <p:sp>
        <p:nvSpPr>
          <p:cNvPr id="4" name="Slide Number Placeholder 3">
            <a:extLst>
              <a:ext uri="{FF2B5EF4-FFF2-40B4-BE49-F238E27FC236}">
                <a16:creationId xmlns:a16="http://schemas.microsoft.com/office/drawing/2014/main" id="{76763BB9-40A1-C9E1-6803-D824CA6C78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712082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83E1F-4439-6692-E100-E0194AB2E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FCE55-3398-F48D-6626-A4BD2D4F625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1B4F96D-A3F1-B986-A673-E34257435057}"/>
              </a:ext>
            </a:extLst>
          </p:cNvPr>
          <p:cNvSpPr>
            <a:spLocks noGrp="1"/>
          </p:cNvSpPr>
          <p:nvPr>
            <p:ph type="body" idx="1"/>
          </p:nvPr>
        </p:nvSpPr>
        <p:spPr>
          <a:xfrm>
            <a:off x="522602" y="6314978"/>
            <a:ext cx="5499478" cy="301386"/>
          </a:xfrm>
        </p:spPr>
        <p:txBody>
          <a:bodyPr/>
          <a:lstStyle/>
          <a:p>
            <a:endParaRPr lang="en-US"/>
          </a:p>
        </p:txBody>
      </p:sp>
      <p:sp>
        <p:nvSpPr>
          <p:cNvPr id="4" name="Slide Number Placeholder 3">
            <a:extLst>
              <a:ext uri="{FF2B5EF4-FFF2-40B4-BE49-F238E27FC236}">
                <a16:creationId xmlns:a16="http://schemas.microsoft.com/office/drawing/2014/main" id="{BFED62BD-41CB-D6ED-C49F-34C1BE1424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3A632B-FBDE-46D4-BF6F-6D14421E63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1226814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AA4A-4173-2874-39AE-87D00A048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D81F4-3A58-8892-1ED6-DF6EC3F45A3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4835F5A-6E7E-9602-9E60-E764ADC471F5}"/>
              </a:ext>
            </a:extLst>
          </p:cNvPr>
          <p:cNvSpPr>
            <a:spLocks noGrp="1"/>
          </p:cNvSpPr>
          <p:nvPr>
            <p:ph type="body" idx="1"/>
          </p:nvPr>
        </p:nvSpPr>
        <p:spPr/>
        <p:txBody>
          <a:bodyPr/>
          <a:lstStyle/>
          <a:p>
            <a:endParaRPr lang="en-CA"/>
          </a:p>
        </p:txBody>
      </p:sp>
      <p:sp>
        <p:nvSpPr>
          <p:cNvPr id="4" name="Date Placeholder 3">
            <a:extLst>
              <a:ext uri="{FF2B5EF4-FFF2-40B4-BE49-F238E27FC236}">
                <a16:creationId xmlns:a16="http://schemas.microsoft.com/office/drawing/2014/main" id="{A581EA52-022E-9A98-3030-5995F2BF121E}"/>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062F8291-2DDE-8B51-5EC6-39E782AAF5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90748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67C51-6835-3363-9624-58F525BF6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DF57D-D1B1-2F69-8D10-FD780D2726E8}"/>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7AF8AA39-5FC2-62EC-07E7-00CA3A7EE5DE}"/>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484DA96-6B28-706B-10DA-6642530D3A11}"/>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BAC7B3A0-C9BD-D892-237D-D386BF11E0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2869796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5D48F-2F12-BF83-07F9-0EB993BE9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F54D2-17E8-0B5D-6F86-7EBC20EC56AE}"/>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2FC6E625-7DBE-B21B-4D0C-8EF15F92F6D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3194570-2718-12CA-3935-FB19827991B0}"/>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FADDABE6-B6A8-97CC-EFAC-C0E7D4A2FA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480822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3631-47CF-FC37-B5C9-7ACBC45E4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377D2-9BD8-B6D8-3322-03C4018581D8}"/>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862AC0A5-563C-DEC1-5B23-A1BDCBC941E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22918EE4-338C-75C5-FA9D-BD9B1793CCF7}"/>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DD3F73AE-1AA0-72FD-931A-34D6D2B1D1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2361460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E56E-1050-B860-7E19-0E3083D9A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BD755-50DB-BB37-0DFA-D7BC71AFAA65}"/>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A463B250-CF5E-B88A-36BB-B5B6BAF5EB2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5961E001-7AFE-3C3C-0ED1-56C95A4A96DE}"/>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81505620-C20B-D1A9-2981-195424C6AC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115183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4921F-FCBA-2A5C-5EFC-80DF66C41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61760-3196-E16F-1EF8-1D76ECFAFC83}"/>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6E996AB4-9A8F-6633-EED6-82A9A26A893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F273F21-3718-157B-1D3C-1BE8FBC2AAF5}"/>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43612B9-6D73-9973-79D9-1F0FBDED25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2079831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6210-E688-B37C-522C-F7D4D679C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C3A2A-937C-A109-486E-DC484C965B2E}"/>
              </a:ext>
            </a:extLst>
          </p:cNvPr>
          <p:cNvSpPr>
            <a:spLocks noGrp="1" noRot="1" noChangeAspect="1"/>
          </p:cNvSpPr>
          <p:nvPr>
            <p:ph type="sldImg"/>
          </p:nvPr>
        </p:nvSpPr>
        <p:spPr>
          <a:xfrm>
            <a:off x="735013" y="563563"/>
            <a:ext cx="5632450" cy="3168650"/>
          </a:xfrm>
        </p:spPr>
        <p:txBody>
          <a:bodyPr/>
          <a:lstStyle/>
          <a:p>
            <a:endParaRPr lang="en-CA"/>
          </a:p>
        </p:txBody>
      </p:sp>
      <p:sp>
        <p:nvSpPr>
          <p:cNvPr id="3" name="Notes Placeholder 2">
            <a:extLst>
              <a:ext uri="{FF2B5EF4-FFF2-40B4-BE49-F238E27FC236}">
                <a16:creationId xmlns:a16="http://schemas.microsoft.com/office/drawing/2014/main" id="{08481042-1B2B-5E3C-5DB2-241DB68D71C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529C0AE7-88AC-421D-188C-E66EC4E1BA22}"/>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 June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E640A7AE-35E7-F66D-9ADA-987AA13D47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01658399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3.emf"/><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oleObject" Target="../embeddings/oleObject2.bin"/><Relationship Id="rId5" Type="http://schemas.openxmlformats.org/officeDocument/2006/relationships/tags" Target="../tags/tag27.xml"/><Relationship Id="rId10" Type="http://schemas.openxmlformats.org/officeDocument/2006/relationships/image" Target="../media/image2.svg"/><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1.emf"/><Relationship Id="rId4" Type="http://schemas.openxmlformats.org/officeDocument/2006/relationships/tags" Target="../tags/tag34.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slideMaster" Target="../slideMasters/slideMaster1.xml"/><Relationship Id="rId4" Type="http://schemas.openxmlformats.org/officeDocument/2006/relationships/tags" Target="../tags/tag4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slideMaster" Target="../slideMasters/slideMaster1.xml"/><Relationship Id="rId4" Type="http://schemas.openxmlformats.org/officeDocument/2006/relationships/tags" Target="../tags/tag45.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image" Target="../media/image4.emf"/><Relationship Id="rId4" Type="http://schemas.openxmlformats.org/officeDocument/2006/relationships/tags" Target="../tags/tag55.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1.emf"/><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oleObject" Target="../embeddings/oleObject6.bin"/><Relationship Id="rId5" Type="http://schemas.openxmlformats.org/officeDocument/2006/relationships/tags" Target="../tags/tag63.xml"/><Relationship Id="rId10" Type="http://schemas.openxmlformats.org/officeDocument/2006/relationships/slideMaster" Target="../slideMasters/slideMaster1.xml"/><Relationship Id="rId4" Type="http://schemas.openxmlformats.org/officeDocument/2006/relationships/tags" Target="../tags/tag62.xml"/><Relationship Id="rId9" Type="http://schemas.openxmlformats.org/officeDocument/2006/relationships/tags" Target="../tags/tag67.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image" Target="../media/image1.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oleObject" Target="../embeddings/oleObject7.bin"/><Relationship Id="rId5" Type="http://schemas.openxmlformats.org/officeDocument/2006/relationships/tags" Target="../tags/tag72.xml"/><Relationship Id="rId10" Type="http://schemas.openxmlformats.org/officeDocument/2006/relationships/slideMaster" Target="../slideMasters/slideMaster1.xml"/><Relationship Id="rId4" Type="http://schemas.openxmlformats.org/officeDocument/2006/relationships/tags" Target="../tags/tag71.xml"/><Relationship Id="rId9" Type="http://schemas.openxmlformats.org/officeDocument/2006/relationships/tags" Target="../tags/tag76.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image" Target="../media/image1.emf"/><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oleObject" Target="../embeddings/oleObject8.bin"/><Relationship Id="rId5" Type="http://schemas.openxmlformats.org/officeDocument/2006/relationships/tags" Target="../tags/tag81.xml"/><Relationship Id="rId10" Type="http://schemas.openxmlformats.org/officeDocument/2006/relationships/slideMaster" Target="../slideMasters/slideMaster1.xml"/><Relationship Id="rId4" Type="http://schemas.openxmlformats.org/officeDocument/2006/relationships/tags" Target="../tags/tag80.xml"/><Relationship Id="rId9" Type="http://schemas.openxmlformats.org/officeDocument/2006/relationships/tags" Target="../tags/tag85.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5.emf"/><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oleObject" Target="../embeddings/oleObject9.bin"/><Relationship Id="rId5" Type="http://schemas.openxmlformats.org/officeDocument/2006/relationships/tags" Target="../tags/tag90.xml"/><Relationship Id="rId10" Type="http://schemas.openxmlformats.org/officeDocument/2006/relationships/slideMaster" Target="../slideMasters/slideMaster1.xml"/><Relationship Id="rId4" Type="http://schemas.openxmlformats.org/officeDocument/2006/relationships/tags" Target="../tags/tag89.xml"/><Relationship Id="rId9" Type="http://schemas.openxmlformats.org/officeDocument/2006/relationships/tags" Target="../tags/tag94.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1.emf"/><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oleObject" Target="../embeddings/oleObject8.bin"/><Relationship Id="rId5" Type="http://schemas.openxmlformats.org/officeDocument/2006/relationships/tags" Target="../tags/tag99.xml"/><Relationship Id="rId10" Type="http://schemas.openxmlformats.org/officeDocument/2006/relationships/slideMaster" Target="../slideMasters/slideMaster1.xml"/><Relationship Id="rId4" Type="http://schemas.openxmlformats.org/officeDocument/2006/relationships/tags" Target="../tags/tag98.xml"/><Relationship Id="rId9" Type="http://schemas.openxmlformats.org/officeDocument/2006/relationships/tags" Target="../tags/tag103.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4" Type="http://schemas.openxmlformats.org/officeDocument/2006/relationships/tags" Target="../tags/tag107.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slideMaster" Target="../slideMasters/slideMaster1.xml"/><Relationship Id="rId4"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15.xml"/><Relationship Id="rId7" Type="http://schemas.openxmlformats.org/officeDocument/2006/relationships/image" Target="../media/image6.sv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3.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tags" Target="../tags/tag118.xml"/><Relationship Id="rId7" Type="http://schemas.openxmlformats.org/officeDocument/2006/relationships/slideMaster" Target="../slideMasters/slideMaster1.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9"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4.xml"/><Relationship Id="rId7" Type="http://schemas.openxmlformats.org/officeDocument/2006/relationships/tags" Target="../tags/tag128.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5" Type="http://schemas.openxmlformats.org/officeDocument/2006/relationships/tags" Target="../tags/tag126.xml"/><Relationship Id="rId10" Type="http://schemas.openxmlformats.org/officeDocument/2006/relationships/image" Target="../media/image1.emf"/><Relationship Id="rId4" Type="http://schemas.openxmlformats.org/officeDocument/2006/relationships/tags" Target="../tags/tag125.xml"/><Relationship Id="rId9" Type="http://schemas.openxmlformats.org/officeDocument/2006/relationships/oleObject" Target="../embeddings/oleObject12.bin"/></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53.xml"/><Relationship Id="rId7" Type="http://schemas.openxmlformats.org/officeDocument/2006/relationships/oleObject" Target="../embeddings/oleObject14.bin"/><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slideMaster" Target="../slideMasters/slideMaster2.xml"/><Relationship Id="rId5" Type="http://schemas.openxmlformats.org/officeDocument/2006/relationships/tags" Target="../tags/tag155.xml"/><Relationship Id="rId4" Type="http://schemas.openxmlformats.org/officeDocument/2006/relationships/tags" Target="../tags/tag154.xml"/><Relationship Id="rId9"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58.xml"/><Relationship Id="rId7" Type="http://schemas.openxmlformats.org/officeDocument/2006/relationships/oleObject" Target="../embeddings/oleObject15.bin"/><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Master" Target="../slideMasters/slideMaster2.xml"/><Relationship Id="rId5" Type="http://schemas.openxmlformats.org/officeDocument/2006/relationships/tags" Target="../tags/tag160.xml"/><Relationship Id="rId10" Type="http://schemas.openxmlformats.org/officeDocument/2006/relationships/image" Target="../media/image9.png"/><Relationship Id="rId4" Type="http://schemas.openxmlformats.org/officeDocument/2006/relationships/tags" Target="../tags/tag159.xml"/><Relationship Id="rId9"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63.xml"/><Relationship Id="rId7" Type="http://schemas.openxmlformats.org/officeDocument/2006/relationships/oleObject" Target="../embeddings/oleObject16.bin"/><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slideMaster" Target="../slideMasters/slideMaster2.xml"/><Relationship Id="rId5" Type="http://schemas.openxmlformats.org/officeDocument/2006/relationships/tags" Target="../tags/tag165.xml"/><Relationship Id="rId10" Type="http://schemas.openxmlformats.org/officeDocument/2006/relationships/image" Target="../media/image8.png"/><Relationship Id="rId4" Type="http://schemas.openxmlformats.org/officeDocument/2006/relationships/tags" Target="../tags/tag164.xml"/><Relationship Id="rId9"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68.xml"/><Relationship Id="rId7" Type="http://schemas.openxmlformats.org/officeDocument/2006/relationships/oleObject" Target="../embeddings/oleObject17.bin"/><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slideMaster" Target="../slideMasters/slideMaster2.xml"/><Relationship Id="rId5" Type="http://schemas.openxmlformats.org/officeDocument/2006/relationships/tags" Target="../tags/tag170.xml"/><Relationship Id="rId10" Type="http://schemas.openxmlformats.org/officeDocument/2006/relationships/image" Target="../media/image8.png"/><Relationship Id="rId4" Type="http://schemas.openxmlformats.org/officeDocument/2006/relationships/tags" Target="../tags/tag169.xml"/><Relationship Id="rId9"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3.xml"/><Relationship Id="rId7" Type="http://schemas.openxmlformats.org/officeDocument/2006/relationships/tags" Target="../tags/tag177.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5" Type="http://schemas.openxmlformats.org/officeDocument/2006/relationships/tags" Target="../tags/tag175.xml"/><Relationship Id="rId10" Type="http://schemas.openxmlformats.org/officeDocument/2006/relationships/image" Target="../media/image1.emf"/><Relationship Id="rId4" Type="http://schemas.openxmlformats.org/officeDocument/2006/relationships/tags" Target="../tags/tag174.xml"/><Relationship Id="rId9"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tags" Target="../tags/tag180.xml"/><Relationship Id="rId7" Type="http://schemas.openxmlformats.org/officeDocument/2006/relationships/slideMaster" Target="../slideMasters/slideMaster2.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9"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tags" Target="../tags/tag186.xml"/><Relationship Id="rId7" Type="http://schemas.openxmlformats.org/officeDocument/2006/relationships/slideMaster" Target="../slideMasters/slideMaster2.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9"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tags" Target="../tags/tag192.xml"/><Relationship Id="rId7" Type="http://schemas.openxmlformats.org/officeDocument/2006/relationships/slideMaster" Target="../slideMasters/slideMaster2.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9" Type="http://schemas.openxmlformats.org/officeDocument/2006/relationships/image" Target="../media/image7.emf"/></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5" Type="http://schemas.openxmlformats.org/officeDocument/2006/relationships/tags" Target="../tags/tag200.xml"/><Relationship Id="rId10" Type="http://schemas.openxmlformats.org/officeDocument/2006/relationships/image" Target="../media/image7.emf"/><Relationship Id="rId4" Type="http://schemas.openxmlformats.org/officeDocument/2006/relationships/tags" Target="../tags/tag199.xml"/><Relationship Id="rId9" Type="http://schemas.openxmlformats.org/officeDocument/2006/relationships/oleObject" Target="../embeddings/oleObject21.bin"/></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22.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3.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7.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4.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5.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7.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6.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255.xml"/><Relationship Id="rId3" Type="http://schemas.openxmlformats.org/officeDocument/2006/relationships/tags" Target="../tags/tag250.xml"/><Relationship Id="rId7" Type="http://schemas.openxmlformats.org/officeDocument/2006/relationships/tags" Target="../tags/tag254.xml"/><Relationship Id="rId12" Type="http://schemas.openxmlformats.org/officeDocument/2006/relationships/image" Target="../media/image7.emf"/><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tags" Target="../tags/tag253.xml"/><Relationship Id="rId11" Type="http://schemas.openxmlformats.org/officeDocument/2006/relationships/oleObject" Target="../embeddings/oleObject27.bin"/><Relationship Id="rId5" Type="http://schemas.openxmlformats.org/officeDocument/2006/relationships/tags" Target="../tags/tag252.xml"/><Relationship Id="rId10" Type="http://schemas.openxmlformats.org/officeDocument/2006/relationships/slideMaster" Target="../slideMasters/slideMaster2.xml"/><Relationship Id="rId4" Type="http://schemas.openxmlformats.org/officeDocument/2006/relationships/tags" Target="../tags/tag251.xml"/><Relationship Id="rId9" Type="http://schemas.openxmlformats.org/officeDocument/2006/relationships/tags" Target="../tags/tag256.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64.xml"/><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image" Target="../media/image1.emf"/><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oleObject" Target="../embeddings/oleObject28.bin"/><Relationship Id="rId5" Type="http://schemas.openxmlformats.org/officeDocument/2006/relationships/tags" Target="../tags/tag261.xml"/><Relationship Id="rId10" Type="http://schemas.openxmlformats.org/officeDocument/2006/relationships/slideMaster" Target="../slideMasters/slideMaster2.xml"/><Relationship Id="rId4" Type="http://schemas.openxmlformats.org/officeDocument/2006/relationships/tags" Target="../tags/tag260.xml"/><Relationship Id="rId9" Type="http://schemas.openxmlformats.org/officeDocument/2006/relationships/tags" Target="../tags/tag265.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73.xml"/><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image" Target="../media/image7.emf"/><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oleObject" Target="../embeddings/oleObject29.bin"/><Relationship Id="rId5" Type="http://schemas.openxmlformats.org/officeDocument/2006/relationships/tags" Target="../tags/tag270.xml"/><Relationship Id="rId10" Type="http://schemas.openxmlformats.org/officeDocument/2006/relationships/slideMaster" Target="../slideMasters/slideMaster2.xml"/><Relationship Id="rId4" Type="http://schemas.openxmlformats.org/officeDocument/2006/relationships/tags" Target="../tags/tag269.xml"/><Relationship Id="rId9" Type="http://schemas.openxmlformats.org/officeDocument/2006/relationships/tags" Target="../tags/tag274.xml"/></Relationships>
</file>

<file path=ppt/slideLayouts/_rels/slideLayout3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77.xml"/><Relationship Id="rId7" Type="http://schemas.openxmlformats.org/officeDocument/2006/relationships/tags" Target="../tags/tag281.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5" Type="http://schemas.openxmlformats.org/officeDocument/2006/relationships/tags" Target="../tags/tag279.xml"/><Relationship Id="rId10" Type="http://schemas.openxmlformats.org/officeDocument/2006/relationships/image" Target="../media/image7.emf"/><Relationship Id="rId4" Type="http://schemas.openxmlformats.org/officeDocument/2006/relationships/tags" Target="../tags/tag278.xml"/><Relationship Id="rId9" Type="http://schemas.openxmlformats.org/officeDocument/2006/relationships/oleObject" Target="../embeddings/oleObject30.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image" Target="../media/image12.png"/><Relationship Id="rId5" Type="http://schemas.openxmlformats.org/officeDocument/2006/relationships/image" Target="../media/image7.emf"/><Relationship Id="rId4" Type="http://schemas.openxmlformats.org/officeDocument/2006/relationships/oleObject" Target="../embeddings/oleObject31.bin"/></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291.xml"/><Relationship Id="rId13" Type="http://schemas.openxmlformats.org/officeDocument/2006/relationships/tags" Target="../tags/tag296.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tags" Target="../tags/tag295.xml"/><Relationship Id="rId17" Type="http://schemas.openxmlformats.org/officeDocument/2006/relationships/image" Target="../media/image1.emf"/><Relationship Id="rId2" Type="http://schemas.openxmlformats.org/officeDocument/2006/relationships/tags" Target="../tags/tag285.xml"/><Relationship Id="rId16" Type="http://schemas.openxmlformats.org/officeDocument/2006/relationships/oleObject" Target="../embeddings/oleObject8.bin"/><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tags" Target="../tags/tag294.xml"/><Relationship Id="rId5" Type="http://schemas.openxmlformats.org/officeDocument/2006/relationships/tags" Target="../tags/tag288.xml"/><Relationship Id="rId15" Type="http://schemas.openxmlformats.org/officeDocument/2006/relationships/slideMaster" Target="../slideMasters/slideMaster2.xml"/><Relationship Id="rId10" Type="http://schemas.openxmlformats.org/officeDocument/2006/relationships/tags" Target="../tags/tag293.xml"/><Relationship Id="rId4" Type="http://schemas.openxmlformats.org/officeDocument/2006/relationships/tags" Target="../tags/tag287.xml"/><Relationship Id="rId9" Type="http://schemas.openxmlformats.org/officeDocument/2006/relationships/tags" Target="../tags/tag292.xml"/><Relationship Id="rId14" Type="http://schemas.openxmlformats.org/officeDocument/2006/relationships/tags" Target="../tags/tag297.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305.xml"/><Relationship Id="rId3" Type="http://schemas.openxmlformats.org/officeDocument/2006/relationships/tags" Target="../tags/tag300.xml"/><Relationship Id="rId7" Type="http://schemas.openxmlformats.org/officeDocument/2006/relationships/tags" Target="../tags/tag304.xml"/><Relationship Id="rId12" Type="http://schemas.openxmlformats.org/officeDocument/2006/relationships/image" Target="../media/image13.png"/><Relationship Id="rId2" Type="http://schemas.openxmlformats.org/officeDocument/2006/relationships/tags" Target="../tags/tag299.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image" Target="../media/image1.emf"/><Relationship Id="rId5" Type="http://schemas.openxmlformats.org/officeDocument/2006/relationships/tags" Target="../tags/tag302.xml"/><Relationship Id="rId10" Type="http://schemas.openxmlformats.org/officeDocument/2006/relationships/oleObject" Target="../embeddings/oleObject32.bin"/><Relationship Id="rId4" Type="http://schemas.openxmlformats.org/officeDocument/2006/relationships/tags" Target="../tags/tag301.xml"/><Relationship Id="rId9"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08.xml"/><Relationship Id="rId7" Type="http://schemas.openxmlformats.org/officeDocument/2006/relationships/tags" Target="../tags/tag312.xml"/><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tags" Target="../tags/tag311.xml"/><Relationship Id="rId5" Type="http://schemas.openxmlformats.org/officeDocument/2006/relationships/tags" Target="../tags/tag310.xml"/><Relationship Id="rId10" Type="http://schemas.openxmlformats.org/officeDocument/2006/relationships/image" Target="../media/image1.emf"/><Relationship Id="rId4" Type="http://schemas.openxmlformats.org/officeDocument/2006/relationships/tags" Target="../tags/tag309.xml"/><Relationship Id="rId9" Type="http://schemas.openxmlformats.org/officeDocument/2006/relationships/oleObject" Target="../embeddings/oleObject33.bin"/></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2.xml"/><Relationship Id="rId1" Type="http://schemas.openxmlformats.org/officeDocument/2006/relationships/tags" Target="../tags/tag3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16.xml"/><Relationship Id="rId7" Type="http://schemas.openxmlformats.org/officeDocument/2006/relationships/tags" Target="../tags/tag320.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tags" Target="../tags/tag319.xml"/><Relationship Id="rId11" Type="http://schemas.openxmlformats.org/officeDocument/2006/relationships/image" Target="../media/image17.svg"/><Relationship Id="rId5" Type="http://schemas.openxmlformats.org/officeDocument/2006/relationships/tags" Target="../tags/tag318.xml"/><Relationship Id="rId10" Type="http://schemas.openxmlformats.org/officeDocument/2006/relationships/image" Target="../media/image1.emf"/><Relationship Id="rId4" Type="http://schemas.openxmlformats.org/officeDocument/2006/relationships/tags" Target="../tags/tag317.xml"/><Relationship Id="rId9" Type="http://schemas.openxmlformats.org/officeDocument/2006/relationships/oleObject" Target="../embeddings/oleObject35.bin"/></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45.xml"/><Relationship Id="rId7" Type="http://schemas.openxmlformats.org/officeDocument/2006/relationships/oleObject" Target="../embeddings/oleObject14.bin"/><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Master" Target="../slideMasters/slideMaster3.xml"/><Relationship Id="rId5" Type="http://schemas.openxmlformats.org/officeDocument/2006/relationships/tags" Target="../tags/tag347.xml"/><Relationship Id="rId4" Type="http://schemas.openxmlformats.org/officeDocument/2006/relationships/tags" Target="../tags/tag346.xml"/><Relationship Id="rId9"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50.xml"/><Relationship Id="rId7" Type="http://schemas.openxmlformats.org/officeDocument/2006/relationships/oleObject" Target="../embeddings/oleObject15.bin"/><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slideMaster" Target="../slideMasters/slideMaster3.xml"/><Relationship Id="rId5" Type="http://schemas.openxmlformats.org/officeDocument/2006/relationships/tags" Target="../tags/tag352.xml"/><Relationship Id="rId10" Type="http://schemas.openxmlformats.org/officeDocument/2006/relationships/image" Target="../media/image9.png"/><Relationship Id="rId4" Type="http://schemas.openxmlformats.org/officeDocument/2006/relationships/tags" Target="../tags/tag351.xml"/><Relationship Id="rId9"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55.xml"/><Relationship Id="rId7" Type="http://schemas.openxmlformats.org/officeDocument/2006/relationships/oleObject" Target="../embeddings/oleObject16.bin"/><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slideMaster" Target="../slideMasters/slideMaster3.xml"/><Relationship Id="rId5" Type="http://schemas.openxmlformats.org/officeDocument/2006/relationships/tags" Target="../tags/tag357.xml"/><Relationship Id="rId10" Type="http://schemas.openxmlformats.org/officeDocument/2006/relationships/image" Target="../media/image8.png"/><Relationship Id="rId4" Type="http://schemas.openxmlformats.org/officeDocument/2006/relationships/tags" Target="../tags/tag356.xml"/><Relationship Id="rId9"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360.xml"/><Relationship Id="rId7" Type="http://schemas.openxmlformats.org/officeDocument/2006/relationships/oleObject" Target="../embeddings/oleObject17.bin"/><Relationship Id="rId2" Type="http://schemas.openxmlformats.org/officeDocument/2006/relationships/tags" Target="../tags/tag359.xml"/><Relationship Id="rId1" Type="http://schemas.openxmlformats.org/officeDocument/2006/relationships/tags" Target="../tags/tag358.xml"/><Relationship Id="rId6" Type="http://schemas.openxmlformats.org/officeDocument/2006/relationships/slideMaster" Target="../slideMasters/slideMaster3.xml"/><Relationship Id="rId5" Type="http://schemas.openxmlformats.org/officeDocument/2006/relationships/tags" Target="../tags/tag362.xml"/><Relationship Id="rId10" Type="http://schemas.openxmlformats.org/officeDocument/2006/relationships/image" Target="../media/image8.png"/><Relationship Id="rId4" Type="http://schemas.openxmlformats.org/officeDocument/2006/relationships/tags" Target="../tags/tag361.xml"/><Relationship Id="rId9"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65.xml"/><Relationship Id="rId7" Type="http://schemas.openxmlformats.org/officeDocument/2006/relationships/tags" Target="../tags/tag369.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tags" Target="../tags/tag368.xml"/><Relationship Id="rId5" Type="http://schemas.openxmlformats.org/officeDocument/2006/relationships/tags" Target="../tags/tag367.xml"/><Relationship Id="rId10" Type="http://schemas.openxmlformats.org/officeDocument/2006/relationships/image" Target="../media/image1.emf"/><Relationship Id="rId4" Type="http://schemas.openxmlformats.org/officeDocument/2006/relationships/tags" Target="../tags/tag366.xml"/><Relationship Id="rId9" Type="http://schemas.openxmlformats.org/officeDocument/2006/relationships/oleObject" Target="../embeddings/oleObject12.bin"/></Relationships>
</file>

<file path=ppt/slideLayouts/_rels/slideLayout4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tags" Target="../tags/tag372.xml"/><Relationship Id="rId7" Type="http://schemas.openxmlformats.org/officeDocument/2006/relationships/slideMaster" Target="../slideMasters/slideMaster3.xml"/><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tags" Target="../tags/tag375.xml"/><Relationship Id="rId5" Type="http://schemas.openxmlformats.org/officeDocument/2006/relationships/tags" Target="../tags/tag374.xml"/><Relationship Id="rId4" Type="http://schemas.openxmlformats.org/officeDocument/2006/relationships/tags" Target="../tags/tag373.xml"/><Relationship Id="rId9"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tags" Target="../tags/tag378.xml"/><Relationship Id="rId7" Type="http://schemas.openxmlformats.org/officeDocument/2006/relationships/slideMaster" Target="../slideMasters/slideMaster3.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tags" Target="../tags/tag381.xml"/><Relationship Id="rId5" Type="http://schemas.openxmlformats.org/officeDocument/2006/relationships/tags" Target="../tags/tag380.xml"/><Relationship Id="rId4" Type="http://schemas.openxmlformats.org/officeDocument/2006/relationships/tags" Target="../tags/tag379.xml"/><Relationship Id="rId9"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tags" Target="../tags/tag384.xml"/><Relationship Id="rId7" Type="http://schemas.openxmlformats.org/officeDocument/2006/relationships/slideMaster" Target="../slideMasters/slideMaster3.xml"/><Relationship Id="rId2" Type="http://schemas.openxmlformats.org/officeDocument/2006/relationships/tags" Target="../tags/tag383.xml"/><Relationship Id="rId1" Type="http://schemas.openxmlformats.org/officeDocument/2006/relationships/tags" Target="../tags/tag382.xml"/><Relationship Id="rId6" Type="http://schemas.openxmlformats.org/officeDocument/2006/relationships/tags" Target="../tags/tag387.xml"/><Relationship Id="rId5" Type="http://schemas.openxmlformats.org/officeDocument/2006/relationships/tags" Target="../tags/tag386.xml"/><Relationship Id="rId4" Type="http://schemas.openxmlformats.org/officeDocument/2006/relationships/tags" Target="../tags/tag385.xml"/><Relationship Id="rId9" Type="http://schemas.openxmlformats.org/officeDocument/2006/relationships/image" Target="../media/image7.emf"/></Relationships>
</file>

<file path=ppt/slideLayouts/_rels/slideLayout5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90.xml"/><Relationship Id="rId7" Type="http://schemas.openxmlformats.org/officeDocument/2006/relationships/tags" Target="../tags/tag394.xml"/><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tags" Target="../tags/tag393.xml"/><Relationship Id="rId5" Type="http://schemas.openxmlformats.org/officeDocument/2006/relationships/tags" Target="../tags/tag392.xml"/><Relationship Id="rId10" Type="http://schemas.openxmlformats.org/officeDocument/2006/relationships/image" Target="../media/image7.emf"/><Relationship Id="rId4" Type="http://schemas.openxmlformats.org/officeDocument/2006/relationships/tags" Target="../tags/tag391.xml"/><Relationship Id="rId9" Type="http://schemas.openxmlformats.org/officeDocument/2006/relationships/oleObject" Target="../embeddings/oleObject21.bin"/></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402.xml"/><Relationship Id="rId3" Type="http://schemas.openxmlformats.org/officeDocument/2006/relationships/tags" Target="../tags/tag397.xml"/><Relationship Id="rId7" Type="http://schemas.openxmlformats.org/officeDocument/2006/relationships/tags" Target="../tags/tag401.xml"/><Relationship Id="rId12" Type="http://schemas.openxmlformats.org/officeDocument/2006/relationships/image" Target="../media/image1.emf"/><Relationship Id="rId2" Type="http://schemas.openxmlformats.org/officeDocument/2006/relationships/tags" Target="../tags/tag396.xml"/><Relationship Id="rId1" Type="http://schemas.openxmlformats.org/officeDocument/2006/relationships/tags" Target="../tags/tag395.xml"/><Relationship Id="rId6" Type="http://schemas.openxmlformats.org/officeDocument/2006/relationships/tags" Target="../tags/tag400.xml"/><Relationship Id="rId11" Type="http://schemas.openxmlformats.org/officeDocument/2006/relationships/oleObject" Target="../embeddings/oleObject22.bin"/><Relationship Id="rId5" Type="http://schemas.openxmlformats.org/officeDocument/2006/relationships/tags" Target="../tags/tag399.xml"/><Relationship Id="rId10" Type="http://schemas.openxmlformats.org/officeDocument/2006/relationships/slideMaster" Target="../slideMasters/slideMaster3.xml"/><Relationship Id="rId4" Type="http://schemas.openxmlformats.org/officeDocument/2006/relationships/tags" Target="../tags/tag398.xml"/><Relationship Id="rId9" Type="http://schemas.openxmlformats.org/officeDocument/2006/relationships/tags" Target="../tags/tag403.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411.xml"/><Relationship Id="rId3" Type="http://schemas.openxmlformats.org/officeDocument/2006/relationships/tags" Target="../tags/tag406.xml"/><Relationship Id="rId7" Type="http://schemas.openxmlformats.org/officeDocument/2006/relationships/tags" Target="../tags/tag410.xml"/><Relationship Id="rId12" Type="http://schemas.openxmlformats.org/officeDocument/2006/relationships/image" Target="../media/image1.emf"/><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oleObject" Target="../embeddings/oleObject23.bin"/><Relationship Id="rId5" Type="http://schemas.openxmlformats.org/officeDocument/2006/relationships/tags" Target="../tags/tag408.xml"/><Relationship Id="rId10" Type="http://schemas.openxmlformats.org/officeDocument/2006/relationships/slideMaster" Target="../slideMasters/slideMaster3.xml"/><Relationship Id="rId4" Type="http://schemas.openxmlformats.org/officeDocument/2006/relationships/tags" Target="../tags/tag407.xml"/><Relationship Id="rId9" Type="http://schemas.openxmlformats.org/officeDocument/2006/relationships/tags" Target="../tags/tag412.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420.xml"/><Relationship Id="rId3" Type="http://schemas.openxmlformats.org/officeDocument/2006/relationships/tags" Target="../tags/tag415.xml"/><Relationship Id="rId7" Type="http://schemas.openxmlformats.org/officeDocument/2006/relationships/tags" Target="../tags/tag419.xml"/><Relationship Id="rId12" Type="http://schemas.openxmlformats.org/officeDocument/2006/relationships/image" Target="../media/image7.emf"/><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tags" Target="../tags/tag418.xml"/><Relationship Id="rId11" Type="http://schemas.openxmlformats.org/officeDocument/2006/relationships/oleObject" Target="../embeddings/oleObject24.bin"/><Relationship Id="rId5" Type="http://schemas.openxmlformats.org/officeDocument/2006/relationships/tags" Target="../tags/tag417.xml"/><Relationship Id="rId10" Type="http://schemas.openxmlformats.org/officeDocument/2006/relationships/slideMaster" Target="../slideMasters/slideMaster3.xml"/><Relationship Id="rId4" Type="http://schemas.openxmlformats.org/officeDocument/2006/relationships/tags" Target="../tags/tag416.xml"/><Relationship Id="rId9" Type="http://schemas.openxmlformats.org/officeDocument/2006/relationships/tags" Target="../tags/tag421.xml"/></Relationships>
</file>

<file path=ppt/slideLayouts/_rels/slideLayout54.xml.rels><?xml version="1.0" encoding="UTF-8" standalone="yes"?>
<Relationships xmlns="http://schemas.openxmlformats.org/package/2006/relationships"><Relationship Id="rId8" Type="http://schemas.openxmlformats.org/officeDocument/2006/relationships/tags" Target="../tags/tag429.xml"/><Relationship Id="rId3" Type="http://schemas.openxmlformats.org/officeDocument/2006/relationships/tags" Target="../tags/tag424.xml"/><Relationship Id="rId7" Type="http://schemas.openxmlformats.org/officeDocument/2006/relationships/tags" Target="../tags/tag428.xml"/><Relationship Id="rId12" Type="http://schemas.openxmlformats.org/officeDocument/2006/relationships/image" Target="../media/image1.emf"/><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oleObject" Target="../embeddings/oleObject25.bin"/><Relationship Id="rId5" Type="http://schemas.openxmlformats.org/officeDocument/2006/relationships/tags" Target="../tags/tag426.xml"/><Relationship Id="rId10" Type="http://schemas.openxmlformats.org/officeDocument/2006/relationships/slideMaster" Target="../slideMasters/slideMaster3.xml"/><Relationship Id="rId4" Type="http://schemas.openxmlformats.org/officeDocument/2006/relationships/tags" Target="../tags/tag425.xml"/><Relationship Id="rId9" Type="http://schemas.openxmlformats.org/officeDocument/2006/relationships/tags" Target="../tags/tag430.xml"/></Relationships>
</file>

<file path=ppt/slideLayouts/_rels/slideLayout55.xml.rels><?xml version="1.0" encoding="UTF-8" standalone="yes"?>
<Relationships xmlns="http://schemas.openxmlformats.org/package/2006/relationships"><Relationship Id="rId8" Type="http://schemas.openxmlformats.org/officeDocument/2006/relationships/tags" Target="../tags/tag438.xml"/><Relationship Id="rId3" Type="http://schemas.openxmlformats.org/officeDocument/2006/relationships/tags" Target="../tags/tag433.xml"/><Relationship Id="rId7" Type="http://schemas.openxmlformats.org/officeDocument/2006/relationships/tags" Target="../tags/tag437.xml"/><Relationship Id="rId12" Type="http://schemas.openxmlformats.org/officeDocument/2006/relationships/image" Target="../media/image7.emf"/><Relationship Id="rId2" Type="http://schemas.openxmlformats.org/officeDocument/2006/relationships/tags" Target="../tags/tag432.xml"/><Relationship Id="rId1" Type="http://schemas.openxmlformats.org/officeDocument/2006/relationships/tags" Target="../tags/tag431.xml"/><Relationship Id="rId6" Type="http://schemas.openxmlformats.org/officeDocument/2006/relationships/tags" Target="../tags/tag436.xml"/><Relationship Id="rId11" Type="http://schemas.openxmlformats.org/officeDocument/2006/relationships/oleObject" Target="../embeddings/oleObject26.bin"/><Relationship Id="rId5" Type="http://schemas.openxmlformats.org/officeDocument/2006/relationships/tags" Target="../tags/tag435.xml"/><Relationship Id="rId10" Type="http://schemas.openxmlformats.org/officeDocument/2006/relationships/slideMaster" Target="../slideMasters/slideMaster3.xml"/><Relationship Id="rId4" Type="http://schemas.openxmlformats.org/officeDocument/2006/relationships/tags" Target="../tags/tag434.xml"/><Relationship Id="rId9" Type="http://schemas.openxmlformats.org/officeDocument/2006/relationships/tags" Target="../tags/tag439.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447.xml"/><Relationship Id="rId3" Type="http://schemas.openxmlformats.org/officeDocument/2006/relationships/tags" Target="../tags/tag442.xml"/><Relationship Id="rId7" Type="http://schemas.openxmlformats.org/officeDocument/2006/relationships/tags" Target="../tags/tag446.xml"/><Relationship Id="rId12" Type="http://schemas.openxmlformats.org/officeDocument/2006/relationships/image" Target="../media/image7.emf"/><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oleObject" Target="../embeddings/oleObject27.bin"/><Relationship Id="rId5" Type="http://schemas.openxmlformats.org/officeDocument/2006/relationships/tags" Target="../tags/tag444.xml"/><Relationship Id="rId10" Type="http://schemas.openxmlformats.org/officeDocument/2006/relationships/slideMaster" Target="../slideMasters/slideMaster3.xml"/><Relationship Id="rId4" Type="http://schemas.openxmlformats.org/officeDocument/2006/relationships/tags" Target="../tags/tag443.xml"/><Relationship Id="rId9" Type="http://schemas.openxmlformats.org/officeDocument/2006/relationships/tags" Target="../tags/tag448.xml"/></Relationships>
</file>

<file path=ppt/slideLayouts/_rels/slideLayout57.xml.rels><?xml version="1.0" encoding="UTF-8" standalone="yes"?>
<Relationships xmlns="http://schemas.openxmlformats.org/package/2006/relationships"><Relationship Id="rId8" Type="http://schemas.openxmlformats.org/officeDocument/2006/relationships/tags" Target="../tags/tag456.xml"/><Relationship Id="rId3" Type="http://schemas.openxmlformats.org/officeDocument/2006/relationships/tags" Target="../tags/tag451.xml"/><Relationship Id="rId7" Type="http://schemas.openxmlformats.org/officeDocument/2006/relationships/tags" Target="../tags/tag455.xml"/><Relationship Id="rId12" Type="http://schemas.openxmlformats.org/officeDocument/2006/relationships/image" Target="../media/image1.emf"/><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tags" Target="../tags/tag454.xml"/><Relationship Id="rId11" Type="http://schemas.openxmlformats.org/officeDocument/2006/relationships/oleObject" Target="../embeddings/oleObject28.bin"/><Relationship Id="rId5" Type="http://schemas.openxmlformats.org/officeDocument/2006/relationships/tags" Target="../tags/tag453.xml"/><Relationship Id="rId10" Type="http://schemas.openxmlformats.org/officeDocument/2006/relationships/slideMaster" Target="../slideMasters/slideMaster3.xml"/><Relationship Id="rId4" Type="http://schemas.openxmlformats.org/officeDocument/2006/relationships/tags" Target="../tags/tag452.xml"/><Relationship Id="rId9" Type="http://schemas.openxmlformats.org/officeDocument/2006/relationships/tags" Target="../tags/tag457.xml"/></Relationships>
</file>

<file path=ppt/slideLayouts/_rels/slideLayout58.xml.rels><?xml version="1.0" encoding="UTF-8" standalone="yes"?>
<Relationships xmlns="http://schemas.openxmlformats.org/package/2006/relationships"><Relationship Id="rId8" Type="http://schemas.openxmlformats.org/officeDocument/2006/relationships/tags" Target="../tags/tag465.xml"/><Relationship Id="rId3" Type="http://schemas.openxmlformats.org/officeDocument/2006/relationships/tags" Target="../tags/tag460.xml"/><Relationship Id="rId7" Type="http://schemas.openxmlformats.org/officeDocument/2006/relationships/tags" Target="../tags/tag464.xml"/><Relationship Id="rId12" Type="http://schemas.openxmlformats.org/officeDocument/2006/relationships/image" Target="../media/image7.emf"/><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tags" Target="../tags/tag463.xml"/><Relationship Id="rId11" Type="http://schemas.openxmlformats.org/officeDocument/2006/relationships/oleObject" Target="../embeddings/oleObject29.bin"/><Relationship Id="rId5" Type="http://schemas.openxmlformats.org/officeDocument/2006/relationships/tags" Target="../tags/tag462.xml"/><Relationship Id="rId10" Type="http://schemas.openxmlformats.org/officeDocument/2006/relationships/slideMaster" Target="../slideMasters/slideMaster3.xml"/><Relationship Id="rId4" Type="http://schemas.openxmlformats.org/officeDocument/2006/relationships/tags" Target="../tags/tag461.xml"/><Relationship Id="rId9" Type="http://schemas.openxmlformats.org/officeDocument/2006/relationships/tags" Target="../tags/tag466.xml"/></Relationships>
</file>

<file path=ppt/slideLayouts/_rels/slideLayout59.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469.xml"/><Relationship Id="rId7" Type="http://schemas.openxmlformats.org/officeDocument/2006/relationships/tags" Target="../tags/tag473.xml"/><Relationship Id="rId2" Type="http://schemas.openxmlformats.org/officeDocument/2006/relationships/tags" Target="../tags/tag468.xml"/><Relationship Id="rId1" Type="http://schemas.openxmlformats.org/officeDocument/2006/relationships/tags" Target="../tags/tag467.xml"/><Relationship Id="rId6" Type="http://schemas.openxmlformats.org/officeDocument/2006/relationships/tags" Target="../tags/tag472.xml"/><Relationship Id="rId5" Type="http://schemas.openxmlformats.org/officeDocument/2006/relationships/tags" Target="../tags/tag471.xml"/><Relationship Id="rId10" Type="http://schemas.openxmlformats.org/officeDocument/2006/relationships/image" Target="../media/image7.emf"/><Relationship Id="rId4" Type="http://schemas.openxmlformats.org/officeDocument/2006/relationships/tags" Target="../tags/tag470.xml"/><Relationship Id="rId9" Type="http://schemas.openxmlformats.org/officeDocument/2006/relationships/oleObject" Target="../embeddings/oleObject30.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75.xml"/><Relationship Id="rId1" Type="http://schemas.openxmlformats.org/officeDocument/2006/relationships/tags" Target="../tags/tag474.xml"/><Relationship Id="rId6" Type="http://schemas.openxmlformats.org/officeDocument/2006/relationships/image" Target="../media/image12.png"/><Relationship Id="rId5" Type="http://schemas.openxmlformats.org/officeDocument/2006/relationships/image" Target="../media/image7.emf"/><Relationship Id="rId4" Type="http://schemas.openxmlformats.org/officeDocument/2006/relationships/oleObject" Target="../embeddings/oleObject31.bin"/></Relationships>
</file>

<file path=ppt/slideLayouts/_rels/slideLayout61.xml.rels><?xml version="1.0" encoding="UTF-8" standalone="yes"?>
<Relationships xmlns="http://schemas.openxmlformats.org/package/2006/relationships"><Relationship Id="rId8" Type="http://schemas.openxmlformats.org/officeDocument/2006/relationships/tags" Target="../tags/tag483.xml"/><Relationship Id="rId13" Type="http://schemas.openxmlformats.org/officeDocument/2006/relationships/tags" Target="../tags/tag488.xml"/><Relationship Id="rId3" Type="http://schemas.openxmlformats.org/officeDocument/2006/relationships/tags" Target="../tags/tag478.xml"/><Relationship Id="rId7" Type="http://schemas.openxmlformats.org/officeDocument/2006/relationships/tags" Target="../tags/tag482.xml"/><Relationship Id="rId12" Type="http://schemas.openxmlformats.org/officeDocument/2006/relationships/tags" Target="../tags/tag487.xml"/><Relationship Id="rId17" Type="http://schemas.openxmlformats.org/officeDocument/2006/relationships/image" Target="../media/image1.emf"/><Relationship Id="rId2" Type="http://schemas.openxmlformats.org/officeDocument/2006/relationships/tags" Target="../tags/tag477.xml"/><Relationship Id="rId16" Type="http://schemas.openxmlformats.org/officeDocument/2006/relationships/oleObject" Target="../embeddings/oleObject8.bin"/><Relationship Id="rId1" Type="http://schemas.openxmlformats.org/officeDocument/2006/relationships/tags" Target="../tags/tag476.xml"/><Relationship Id="rId6" Type="http://schemas.openxmlformats.org/officeDocument/2006/relationships/tags" Target="../tags/tag481.xml"/><Relationship Id="rId11" Type="http://schemas.openxmlformats.org/officeDocument/2006/relationships/tags" Target="../tags/tag486.xml"/><Relationship Id="rId5" Type="http://schemas.openxmlformats.org/officeDocument/2006/relationships/tags" Target="../tags/tag480.xml"/><Relationship Id="rId15" Type="http://schemas.openxmlformats.org/officeDocument/2006/relationships/slideMaster" Target="../slideMasters/slideMaster3.xml"/><Relationship Id="rId10" Type="http://schemas.openxmlformats.org/officeDocument/2006/relationships/tags" Target="../tags/tag485.xml"/><Relationship Id="rId4" Type="http://schemas.openxmlformats.org/officeDocument/2006/relationships/tags" Target="../tags/tag479.xml"/><Relationship Id="rId9" Type="http://schemas.openxmlformats.org/officeDocument/2006/relationships/tags" Target="../tags/tag484.xml"/><Relationship Id="rId14" Type="http://schemas.openxmlformats.org/officeDocument/2006/relationships/tags" Target="../tags/tag489.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497.xml"/><Relationship Id="rId3" Type="http://schemas.openxmlformats.org/officeDocument/2006/relationships/tags" Target="../tags/tag492.xml"/><Relationship Id="rId7" Type="http://schemas.openxmlformats.org/officeDocument/2006/relationships/tags" Target="../tags/tag496.xml"/><Relationship Id="rId12" Type="http://schemas.openxmlformats.org/officeDocument/2006/relationships/image" Target="../media/image18.emf"/><Relationship Id="rId2" Type="http://schemas.openxmlformats.org/officeDocument/2006/relationships/tags" Target="../tags/tag491.xml"/><Relationship Id="rId1" Type="http://schemas.openxmlformats.org/officeDocument/2006/relationships/tags" Target="../tags/tag490.xml"/><Relationship Id="rId6" Type="http://schemas.openxmlformats.org/officeDocument/2006/relationships/tags" Target="../tags/tag495.xml"/><Relationship Id="rId11" Type="http://schemas.openxmlformats.org/officeDocument/2006/relationships/image" Target="../media/image1.emf"/><Relationship Id="rId5" Type="http://schemas.openxmlformats.org/officeDocument/2006/relationships/tags" Target="../tags/tag494.xml"/><Relationship Id="rId10" Type="http://schemas.openxmlformats.org/officeDocument/2006/relationships/oleObject" Target="../embeddings/oleObject36.bin"/><Relationship Id="rId4" Type="http://schemas.openxmlformats.org/officeDocument/2006/relationships/tags" Target="../tags/tag493.xml"/><Relationship Id="rId9"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tags" Target="../tags/tag500.xml"/><Relationship Id="rId7" Type="http://schemas.openxmlformats.org/officeDocument/2006/relationships/image" Target="../media/image7.emf"/><Relationship Id="rId2" Type="http://schemas.openxmlformats.org/officeDocument/2006/relationships/tags" Target="../tags/tag499.xml"/><Relationship Id="rId1" Type="http://schemas.openxmlformats.org/officeDocument/2006/relationships/tags" Target="../tags/tag498.xml"/><Relationship Id="rId6" Type="http://schemas.openxmlformats.org/officeDocument/2006/relationships/oleObject" Target="../embeddings/oleObject37.bin"/><Relationship Id="rId5" Type="http://schemas.openxmlformats.org/officeDocument/2006/relationships/slideMaster" Target="../slideMasters/slideMaster3.xml"/><Relationship Id="rId4" Type="http://schemas.openxmlformats.org/officeDocument/2006/relationships/tags" Target="../tags/tag501.xml"/></Relationships>
</file>

<file path=ppt/slideLayouts/_rels/slideLayout64.xml.rels><?xml version="1.0" encoding="UTF-8" standalone="yes"?>
<Relationships xmlns="http://schemas.openxmlformats.org/package/2006/relationships"><Relationship Id="rId8" Type="http://schemas.openxmlformats.org/officeDocument/2006/relationships/tags" Target="../tags/tag509.xml"/><Relationship Id="rId3" Type="http://schemas.openxmlformats.org/officeDocument/2006/relationships/tags" Target="../tags/tag504.xml"/><Relationship Id="rId7" Type="http://schemas.openxmlformats.org/officeDocument/2006/relationships/tags" Target="../tags/tag508.xml"/><Relationship Id="rId12" Type="http://schemas.openxmlformats.org/officeDocument/2006/relationships/image" Target="../media/image18.emf"/><Relationship Id="rId2" Type="http://schemas.openxmlformats.org/officeDocument/2006/relationships/tags" Target="../tags/tag503.xml"/><Relationship Id="rId1" Type="http://schemas.openxmlformats.org/officeDocument/2006/relationships/tags" Target="../tags/tag502.xml"/><Relationship Id="rId6" Type="http://schemas.openxmlformats.org/officeDocument/2006/relationships/tags" Target="../tags/tag507.xml"/><Relationship Id="rId11" Type="http://schemas.openxmlformats.org/officeDocument/2006/relationships/image" Target="../media/image5.emf"/><Relationship Id="rId5" Type="http://schemas.openxmlformats.org/officeDocument/2006/relationships/tags" Target="../tags/tag506.xml"/><Relationship Id="rId10" Type="http://schemas.openxmlformats.org/officeDocument/2006/relationships/oleObject" Target="../embeddings/oleObject38.bin"/><Relationship Id="rId4" Type="http://schemas.openxmlformats.org/officeDocument/2006/relationships/tags" Target="../tags/tag505.xml"/><Relationship Id="rId9"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533.xml"/><Relationship Id="rId7" Type="http://schemas.openxmlformats.org/officeDocument/2006/relationships/oleObject" Target="../embeddings/oleObject40.bin"/><Relationship Id="rId2" Type="http://schemas.openxmlformats.org/officeDocument/2006/relationships/tags" Target="../tags/tag532.xml"/><Relationship Id="rId1" Type="http://schemas.openxmlformats.org/officeDocument/2006/relationships/tags" Target="../tags/tag531.xml"/><Relationship Id="rId6" Type="http://schemas.openxmlformats.org/officeDocument/2006/relationships/slideMaster" Target="../slideMasters/slideMaster4.xml"/><Relationship Id="rId5" Type="http://schemas.openxmlformats.org/officeDocument/2006/relationships/tags" Target="../tags/tag535.xml"/><Relationship Id="rId4" Type="http://schemas.openxmlformats.org/officeDocument/2006/relationships/tags" Target="../tags/tag534.xml"/><Relationship Id="rId9" Type="http://schemas.openxmlformats.org/officeDocument/2006/relationships/image" Target="../media/image19.svg"/></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543.xml"/><Relationship Id="rId3" Type="http://schemas.openxmlformats.org/officeDocument/2006/relationships/tags" Target="../tags/tag538.xml"/><Relationship Id="rId7" Type="http://schemas.openxmlformats.org/officeDocument/2006/relationships/tags" Target="../tags/tag542.xml"/><Relationship Id="rId12" Type="http://schemas.openxmlformats.org/officeDocument/2006/relationships/image" Target="../media/image20.svg"/><Relationship Id="rId2" Type="http://schemas.openxmlformats.org/officeDocument/2006/relationships/tags" Target="../tags/tag537.xml"/><Relationship Id="rId1" Type="http://schemas.openxmlformats.org/officeDocument/2006/relationships/tags" Target="../tags/tag536.xml"/><Relationship Id="rId6" Type="http://schemas.openxmlformats.org/officeDocument/2006/relationships/tags" Target="../tags/tag541.xml"/><Relationship Id="rId11" Type="http://schemas.openxmlformats.org/officeDocument/2006/relationships/image" Target="../media/image1.emf"/><Relationship Id="rId5" Type="http://schemas.openxmlformats.org/officeDocument/2006/relationships/tags" Target="../tags/tag540.xml"/><Relationship Id="rId10" Type="http://schemas.openxmlformats.org/officeDocument/2006/relationships/oleObject" Target="../embeddings/oleObject41.bin"/><Relationship Id="rId4" Type="http://schemas.openxmlformats.org/officeDocument/2006/relationships/tags" Target="../tags/tag539.xml"/><Relationship Id="rId9"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tags" Target="../tags/tag546.xml"/><Relationship Id="rId7" Type="http://schemas.openxmlformats.org/officeDocument/2006/relationships/slideMaster" Target="../slideMasters/slideMaster4.xml"/><Relationship Id="rId2" Type="http://schemas.openxmlformats.org/officeDocument/2006/relationships/tags" Target="../tags/tag545.xml"/><Relationship Id="rId1" Type="http://schemas.openxmlformats.org/officeDocument/2006/relationships/tags" Target="../tags/tag544.xml"/><Relationship Id="rId6" Type="http://schemas.openxmlformats.org/officeDocument/2006/relationships/tags" Target="../tags/tag549.xml"/><Relationship Id="rId5" Type="http://schemas.openxmlformats.org/officeDocument/2006/relationships/tags" Target="../tags/tag548.xml"/><Relationship Id="rId10" Type="http://schemas.openxmlformats.org/officeDocument/2006/relationships/image" Target="../media/image19.svg"/><Relationship Id="rId4" Type="http://schemas.openxmlformats.org/officeDocument/2006/relationships/tags" Target="../tags/tag547.xml"/><Relationship Id="rId9" Type="http://schemas.openxmlformats.org/officeDocument/2006/relationships/image" Target="../media/image7.emf"/></Relationships>
</file>

<file path=ppt/slideLayouts/_rels/slideLayout68.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tags" Target="../tags/tag552.xml"/><Relationship Id="rId7" Type="http://schemas.openxmlformats.org/officeDocument/2006/relationships/slideMaster" Target="../slideMasters/slideMaster4.xml"/><Relationship Id="rId2" Type="http://schemas.openxmlformats.org/officeDocument/2006/relationships/tags" Target="../tags/tag551.xml"/><Relationship Id="rId1" Type="http://schemas.openxmlformats.org/officeDocument/2006/relationships/tags" Target="../tags/tag550.xml"/><Relationship Id="rId6" Type="http://schemas.openxmlformats.org/officeDocument/2006/relationships/tags" Target="../tags/tag555.xml"/><Relationship Id="rId5" Type="http://schemas.openxmlformats.org/officeDocument/2006/relationships/tags" Target="../tags/tag554.xml"/><Relationship Id="rId10" Type="http://schemas.openxmlformats.org/officeDocument/2006/relationships/image" Target="../media/image19.svg"/><Relationship Id="rId4" Type="http://schemas.openxmlformats.org/officeDocument/2006/relationships/tags" Target="../tags/tag553.xml"/><Relationship Id="rId9"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8" Type="http://schemas.openxmlformats.org/officeDocument/2006/relationships/tags" Target="../tags/tag563.xml"/><Relationship Id="rId3" Type="http://schemas.openxmlformats.org/officeDocument/2006/relationships/tags" Target="../tags/tag558.xml"/><Relationship Id="rId7" Type="http://schemas.openxmlformats.org/officeDocument/2006/relationships/tags" Target="../tags/tag562.xml"/><Relationship Id="rId12" Type="http://schemas.openxmlformats.org/officeDocument/2006/relationships/image" Target="../media/image20.svg"/><Relationship Id="rId2" Type="http://schemas.openxmlformats.org/officeDocument/2006/relationships/tags" Target="../tags/tag557.xml"/><Relationship Id="rId1" Type="http://schemas.openxmlformats.org/officeDocument/2006/relationships/tags" Target="../tags/tag556.xml"/><Relationship Id="rId6" Type="http://schemas.openxmlformats.org/officeDocument/2006/relationships/tags" Target="../tags/tag561.xml"/><Relationship Id="rId11" Type="http://schemas.openxmlformats.org/officeDocument/2006/relationships/image" Target="../media/image7.emf"/><Relationship Id="rId5" Type="http://schemas.openxmlformats.org/officeDocument/2006/relationships/tags" Target="../tags/tag560.xml"/><Relationship Id="rId10" Type="http://schemas.openxmlformats.org/officeDocument/2006/relationships/oleObject" Target="../embeddings/oleObject44.bin"/><Relationship Id="rId4" Type="http://schemas.openxmlformats.org/officeDocument/2006/relationships/tags" Target="../tags/tag559.xml"/><Relationship Id="rId9"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8" Type="http://schemas.openxmlformats.org/officeDocument/2006/relationships/tags" Target="../tags/tag571.xml"/><Relationship Id="rId13" Type="http://schemas.openxmlformats.org/officeDocument/2006/relationships/image" Target="../media/image20.svg"/><Relationship Id="rId3" Type="http://schemas.openxmlformats.org/officeDocument/2006/relationships/tags" Target="../tags/tag566.xml"/><Relationship Id="rId7" Type="http://schemas.openxmlformats.org/officeDocument/2006/relationships/tags" Target="../tags/tag570.xml"/><Relationship Id="rId12" Type="http://schemas.openxmlformats.org/officeDocument/2006/relationships/image" Target="../media/image1.emf"/><Relationship Id="rId2" Type="http://schemas.openxmlformats.org/officeDocument/2006/relationships/tags" Target="../tags/tag565.xml"/><Relationship Id="rId1" Type="http://schemas.openxmlformats.org/officeDocument/2006/relationships/tags" Target="../tags/tag564.xml"/><Relationship Id="rId6" Type="http://schemas.openxmlformats.org/officeDocument/2006/relationships/tags" Target="../tags/tag569.xml"/><Relationship Id="rId11" Type="http://schemas.openxmlformats.org/officeDocument/2006/relationships/oleObject" Target="../embeddings/oleObject45.bin"/><Relationship Id="rId5" Type="http://schemas.openxmlformats.org/officeDocument/2006/relationships/tags" Target="../tags/tag568.xml"/><Relationship Id="rId10" Type="http://schemas.openxmlformats.org/officeDocument/2006/relationships/slideMaster" Target="../slideMasters/slideMaster4.xml"/><Relationship Id="rId4" Type="http://schemas.openxmlformats.org/officeDocument/2006/relationships/tags" Target="../tags/tag567.xml"/><Relationship Id="rId9" Type="http://schemas.openxmlformats.org/officeDocument/2006/relationships/tags" Target="../tags/tag572.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580.xml"/><Relationship Id="rId13" Type="http://schemas.openxmlformats.org/officeDocument/2006/relationships/image" Target="../media/image20.svg"/><Relationship Id="rId3" Type="http://schemas.openxmlformats.org/officeDocument/2006/relationships/tags" Target="../tags/tag575.xml"/><Relationship Id="rId7" Type="http://schemas.openxmlformats.org/officeDocument/2006/relationships/tags" Target="../tags/tag579.xml"/><Relationship Id="rId12" Type="http://schemas.openxmlformats.org/officeDocument/2006/relationships/image" Target="../media/image1.emf"/><Relationship Id="rId2" Type="http://schemas.openxmlformats.org/officeDocument/2006/relationships/tags" Target="../tags/tag574.xml"/><Relationship Id="rId1" Type="http://schemas.openxmlformats.org/officeDocument/2006/relationships/tags" Target="../tags/tag573.xml"/><Relationship Id="rId6" Type="http://schemas.openxmlformats.org/officeDocument/2006/relationships/tags" Target="../tags/tag578.xml"/><Relationship Id="rId11" Type="http://schemas.openxmlformats.org/officeDocument/2006/relationships/oleObject" Target="../embeddings/oleObject46.bin"/><Relationship Id="rId5" Type="http://schemas.openxmlformats.org/officeDocument/2006/relationships/tags" Target="../tags/tag577.xml"/><Relationship Id="rId10" Type="http://schemas.openxmlformats.org/officeDocument/2006/relationships/slideMaster" Target="../slideMasters/slideMaster4.xml"/><Relationship Id="rId4" Type="http://schemas.openxmlformats.org/officeDocument/2006/relationships/tags" Target="../tags/tag576.xml"/><Relationship Id="rId9" Type="http://schemas.openxmlformats.org/officeDocument/2006/relationships/tags" Target="../tags/tag581.xml"/></Relationships>
</file>

<file path=ppt/slideLayouts/_rels/slideLayout72.xml.rels><?xml version="1.0" encoding="UTF-8" standalone="yes"?>
<Relationships xmlns="http://schemas.openxmlformats.org/package/2006/relationships"><Relationship Id="rId8" Type="http://schemas.openxmlformats.org/officeDocument/2006/relationships/tags" Target="../tags/tag589.xml"/><Relationship Id="rId13" Type="http://schemas.openxmlformats.org/officeDocument/2006/relationships/image" Target="../media/image20.svg"/><Relationship Id="rId3" Type="http://schemas.openxmlformats.org/officeDocument/2006/relationships/tags" Target="../tags/tag584.xml"/><Relationship Id="rId7" Type="http://schemas.openxmlformats.org/officeDocument/2006/relationships/tags" Target="../tags/tag588.xml"/><Relationship Id="rId12" Type="http://schemas.openxmlformats.org/officeDocument/2006/relationships/image" Target="../media/image1.emf"/><Relationship Id="rId2" Type="http://schemas.openxmlformats.org/officeDocument/2006/relationships/tags" Target="../tags/tag583.xml"/><Relationship Id="rId1" Type="http://schemas.openxmlformats.org/officeDocument/2006/relationships/tags" Target="../tags/tag582.xml"/><Relationship Id="rId6" Type="http://schemas.openxmlformats.org/officeDocument/2006/relationships/tags" Target="../tags/tag587.xml"/><Relationship Id="rId11" Type="http://schemas.openxmlformats.org/officeDocument/2006/relationships/oleObject" Target="../embeddings/oleObject47.bin"/><Relationship Id="rId5" Type="http://schemas.openxmlformats.org/officeDocument/2006/relationships/tags" Target="../tags/tag586.xml"/><Relationship Id="rId10" Type="http://schemas.openxmlformats.org/officeDocument/2006/relationships/slideMaster" Target="../slideMasters/slideMaster4.xml"/><Relationship Id="rId4" Type="http://schemas.openxmlformats.org/officeDocument/2006/relationships/tags" Target="../tags/tag585.xml"/><Relationship Id="rId9" Type="http://schemas.openxmlformats.org/officeDocument/2006/relationships/tags" Target="../tags/tag590.xml"/></Relationships>
</file>

<file path=ppt/slideLayouts/_rels/slideLayout73.xml.rels><?xml version="1.0" encoding="UTF-8" standalone="yes"?>
<Relationships xmlns="http://schemas.openxmlformats.org/package/2006/relationships"><Relationship Id="rId8" Type="http://schemas.openxmlformats.org/officeDocument/2006/relationships/tags" Target="../tags/tag598.xml"/><Relationship Id="rId13" Type="http://schemas.openxmlformats.org/officeDocument/2006/relationships/image" Target="../media/image20.svg"/><Relationship Id="rId3" Type="http://schemas.openxmlformats.org/officeDocument/2006/relationships/tags" Target="../tags/tag593.xml"/><Relationship Id="rId7" Type="http://schemas.openxmlformats.org/officeDocument/2006/relationships/tags" Target="../tags/tag597.xml"/><Relationship Id="rId12" Type="http://schemas.openxmlformats.org/officeDocument/2006/relationships/image" Target="../media/image5.emf"/><Relationship Id="rId2" Type="http://schemas.openxmlformats.org/officeDocument/2006/relationships/tags" Target="../tags/tag592.xml"/><Relationship Id="rId1" Type="http://schemas.openxmlformats.org/officeDocument/2006/relationships/tags" Target="../tags/tag591.xml"/><Relationship Id="rId6" Type="http://schemas.openxmlformats.org/officeDocument/2006/relationships/tags" Target="../tags/tag596.xml"/><Relationship Id="rId11" Type="http://schemas.openxmlformats.org/officeDocument/2006/relationships/oleObject" Target="../embeddings/oleObject48.bin"/><Relationship Id="rId5" Type="http://schemas.openxmlformats.org/officeDocument/2006/relationships/tags" Target="../tags/tag595.xml"/><Relationship Id="rId10" Type="http://schemas.openxmlformats.org/officeDocument/2006/relationships/slideMaster" Target="../slideMasters/slideMaster4.xml"/><Relationship Id="rId4" Type="http://schemas.openxmlformats.org/officeDocument/2006/relationships/tags" Target="../tags/tag594.xml"/><Relationship Id="rId9" Type="http://schemas.openxmlformats.org/officeDocument/2006/relationships/tags" Target="../tags/tag599.xml"/></Relationships>
</file>

<file path=ppt/slideLayouts/_rels/slideLayout74.xml.rels><?xml version="1.0" encoding="UTF-8" standalone="yes"?>
<Relationships xmlns="http://schemas.openxmlformats.org/package/2006/relationships"><Relationship Id="rId8" Type="http://schemas.openxmlformats.org/officeDocument/2006/relationships/tags" Target="../tags/tag607.xml"/><Relationship Id="rId13" Type="http://schemas.openxmlformats.org/officeDocument/2006/relationships/image" Target="../media/image20.svg"/><Relationship Id="rId3" Type="http://schemas.openxmlformats.org/officeDocument/2006/relationships/tags" Target="../tags/tag602.xml"/><Relationship Id="rId7" Type="http://schemas.openxmlformats.org/officeDocument/2006/relationships/tags" Target="../tags/tag606.xml"/><Relationship Id="rId12" Type="http://schemas.openxmlformats.org/officeDocument/2006/relationships/image" Target="../media/image1.emf"/><Relationship Id="rId2" Type="http://schemas.openxmlformats.org/officeDocument/2006/relationships/tags" Target="../tags/tag601.xml"/><Relationship Id="rId1" Type="http://schemas.openxmlformats.org/officeDocument/2006/relationships/tags" Target="../tags/tag600.xml"/><Relationship Id="rId6" Type="http://schemas.openxmlformats.org/officeDocument/2006/relationships/tags" Target="../tags/tag605.xml"/><Relationship Id="rId11" Type="http://schemas.openxmlformats.org/officeDocument/2006/relationships/oleObject" Target="../embeddings/oleObject49.bin"/><Relationship Id="rId5" Type="http://schemas.openxmlformats.org/officeDocument/2006/relationships/tags" Target="../tags/tag604.xml"/><Relationship Id="rId10" Type="http://schemas.openxmlformats.org/officeDocument/2006/relationships/slideMaster" Target="../slideMasters/slideMaster4.xml"/><Relationship Id="rId4" Type="http://schemas.openxmlformats.org/officeDocument/2006/relationships/tags" Target="../tags/tag603.xml"/><Relationship Id="rId9" Type="http://schemas.openxmlformats.org/officeDocument/2006/relationships/tags" Target="../tags/tag608.xml"/></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tags" Target="../tags/tag611.xml"/><Relationship Id="rId7" Type="http://schemas.openxmlformats.org/officeDocument/2006/relationships/image" Target="../media/image21.svg"/><Relationship Id="rId2" Type="http://schemas.openxmlformats.org/officeDocument/2006/relationships/tags" Target="../tags/tag610.xml"/><Relationship Id="rId1" Type="http://schemas.openxmlformats.org/officeDocument/2006/relationships/tags" Target="../tags/tag609.xml"/><Relationship Id="rId6" Type="http://schemas.openxmlformats.org/officeDocument/2006/relationships/image" Target="../media/image7.emf"/><Relationship Id="rId5" Type="http://schemas.openxmlformats.org/officeDocument/2006/relationships/oleObject" Target="../embeddings/oleObject50.bin"/><Relationship Id="rId4"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4.xml"/><Relationship Id="rId1" Type="http://schemas.openxmlformats.org/officeDocument/2006/relationships/tags" Target="../tags/tag612.xml"/><Relationship Id="rId4" Type="http://schemas.openxmlformats.org/officeDocument/2006/relationships/image" Target="../media/image4.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615.xml"/><Relationship Id="rId7" Type="http://schemas.openxmlformats.org/officeDocument/2006/relationships/oleObject" Target="../embeddings/oleObject16.bin"/><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slideMaster" Target="../slideMasters/slideMaster4.xml"/><Relationship Id="rId5" Type="http://schemas.openxmlformats.org/officeDocument/2006/relationships/tags" Target="../tags/tag617.xml"/><Relationship Id="rId10" Type="http://schemas.openxmlformats.org/officeDocument/2006/relationships/image" Target="../media/image8.png"/><Relationship Id="rId4" Type="http://schemas.openxmlformats.org/officeDocument/2006/relationships/tags" Target="../tags/tag616.xml"/><Relationship Id="rId9"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tags" Target="../tags/tag620.xml"/><Relationship Id="rId7" Type="http://schemas.openxmlformats.org/officeDocument/2006/relationships/slideMaster" Target="../slideMasters/slideMaster4.xml"/><Relationship Id="rId2" Type="http://schemas.openxmlformats.org/officeDocument/2006/relationships/tags" Target="../tags/tag619.xml"/><Relationship Id="rId1" Type="http://schemas.openxmlformats.org/officeDocument/2006/relationships/tags" Target="../tags/tag618.xml"/><Relationship Id="rId6" Type="http://schemas.openxmlformats.org/officeDocument/2006/relationships/tags" Target="../tags/tag623.xml"/><Relationship Id="rId5" Type="http://schemas.openxmlformats.org/officeDocument/2006/relationships/tags" Target="../tags/tag622.xml"/><Relationship Id="rId4" Type="http://schemas.openxmlformats.org/officeDocument/2006/relationships/tags" Target="../tags/tag621.xml"/><Relationship Id="rId9"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pic>
        <p:nvPicPr>
          <p:cNvPr id="16" name="Partnership">
            <a:extLst>
              <a:ext uri="{FF2B5EF4-FFF2-40B4-BE49-F238E27FC236}">
                <a16:creationId xmlns:a16="http://schemas.microsoft.com/office/drawing/2014/main" id="{2DB70230-A6B5-4979-8308-8CA8DA9D9514}"/>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4" name="LogoImage">
            <a:extLst>
              <a:ext uri="{FF2B5EF4-FFF2-40B4-BE49-F238E27FC236}">
                <a16:creationId xmlns:a16="http://schemas.microsoft.com/office/drawing/2014/main" id="{275CA5E5-0CE7-4325-8DA5-DA17C9380A0C}"/>
              </a:ext>
            </a:extLst>
          </p:cNvPr>
          <p:cNvGrpSpPr>
            <a:grpSpLocks noChangeAspect="1"/>
          </p:cNvGrpSpPr>
          <p:nvPr userDrawn="1">
            <p:custDataLst>
              <p:tags r:id="rId3"/>
            </p:custDataLst>
          </p:nvPr>
        </p:nvGrpSpPr>
        <p:grpSpPr bwMode="black">
          <a:xfrm>
            <a:off x="551942" y="481160"/>
            <a:ext cx="1893201" cy="585216"/>
            <a:chOff x="0" y="973"/>
            <a:chExt cx="7680" cy="2374"/>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PASHA Bank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5"/>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p:custDataLst>
              <p:tags r:id="rId6"/>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8"/>
            </p:custDataLst>
          </p:nvPr>
        </p:nvSpPr>
        <p:spPr bwMode="black">
          <a:xfrm>
            <a:off x="551942" y="6190488"/>
            <a:ext cx="2322576"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a:solidFill>
                  <a:schemeClr val="tx1"/>
                </a:solidFill>
                <a:latin typeface="+mn-lt"/>
              </a:rPr>
              <a:t>CONFIDENTIAL AND PROPRIETARY</a:t>
            </a:r>
          </a:p>
          <a:p>
            <a:pPr defTabSz="804863" eaLnBrk="0" hangingPunct="0"/>
            <a:r>
              <a:rPr lang="en-US" sz="800">
                <a:solidFill>
                  <a:schemeClr val="tx1"/>
                </a:solidFill>
                <a:latin typeface="+mn-lt"/>
              </a:rPr>
              <a:t>Any use of this material without specific permission of McKinsey &amp; Company is strictly prohibited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76999"/>
          </a:xfrm>
        </p:spPr>
        <p:txBody>
          <a:bodyPr anchor="ctr" anchorCtr="0"/>
          <a:lstStyle/>
          <a:p>
            <a:r>
              <a:rPr lang="en-US" sz="1600"/>
              <a:t>Click to edit Master subtitle style</a:t>
            </a:r>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3370" y="78768"/>
            <a:ext cx="346694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9860" y="78768"/>
            <a:ext cx="2520451" cy="123111"/>
          </a:xfrm>
        </p:spPr>
        <p:txBody>
          <a:bodyPr wrap="square" anchor="ctr" anchorCtr="0">
            <a:spAutoFit/>
          </a:bodyPr>
          <a:lstStyle>
            <a:lvl1pPr algn="r">
              <a:defRPr sz="800">
                <a:latin typeface="+mn-lt"/>
              </a:defRPr>
            </a:lvl1pPr>
          </a:lstStyle>
          <a:p>
            <a:pPr lvl="0"/>
            <a:r>
              <a:rPr lang="en-US"/>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CC7EE236-F5C9-45E4-A938-FB794BCDD026}"/>
              </a:ext>
            </a:extLst>
          </p:cNvPr>
          <p:cNvGrpSpPr>
            <a:grpSpLocks noChangeAspect="1"/>
          </p:cNvGrpSpPr>
          <p:nvPr userDrawn="1">
            <p:custDataLst>
              <p:tags r:id="rId2"/>
            </p:custDataLst>
          </p:nvPr>
        </p:nvGrpSpPr>
        <p:grpSpPr bwMode="black">
          <a:xfrm>
            <a:off x="549271" y="481160"/>
            <a:ext cx="1893201" cy="585216"/>
            <a:chOff x="0" y="973"/>
            <a:chExt cx="7680" cy="2374"/>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112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pic>
        <p:nvPicPr>
          <p:cNvPr id="3" name="Partnership">
            <a:extLst>
              <a:ext uri="{FF2B5EF4-FFF2-40B4-BE49-F238E27FC236}">
                <a16:creationId xmlns:a16="http://schemas.microsoft.com/office/drawing/2014/main" id="{406BABA0-9DFC-49A9-8EAF-33E4D637F91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651537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600" b="0" baseline="0" dirty="0"/>
            </a:lvl1pPr>
          </a:lstStyle>
          <a:p>
            <a:pPr lvl="0"/>
            <a:r>
              <a:rPr lang="en-US"/>
              <a:t>Click to edit Master subtitle style</a:t>
            </a:r>
            <a:endParaRPr lang="en-AU"/>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AU"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AU"/>
              <a:t>Source: …</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6" y="172212"/>
            <a:ext cx="11082528" cy="731520"/>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endParaRPr lang="en-AU"/>
          </a:p>
        </p:txBody>
      </p:sp>
    </p:spTree>
    <p:extLst>
      <p:ext uri="{BB962C8B-B14F-4D97-AF65-F5344CB8AC3E}">
        <p14:creationId xmlns:p14="http://schemas.microsoft.com/office/powerpoint/2010/main" val="2047430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974828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895270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587363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2031325"/>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9"/>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489538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_3D_01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38061326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9"/>
          <a:stretch>
            <a:fillRect/>
          </a:stretch>
        </p:blipFill>
        <p:spPr>
          <a:xfrm>
            <a:off x="459581" y="365875"/>
            <a:ext cx="2699257" cy="591169"/>
          </a:xfrm>
          <a:prstGeom prst="rect">
            <a:avLst/>
          </a:prstGeom>
        </p:spPr>
      </p:pic>
      <p:pic>
        <p:nvPicPr>
          <p:cNvPr id="12" name="Picture 11">
            <a:extLst>
              <a:ext uri="{FF2B5EF4-FFF2-40B4-BE49-F238E27FC236}">
                <a16:creationId xmlns:a16="http://schemas.microsoft.com/office/drawing/2014/main" id="{EEA41769-4610-4C36-865C-C4F8E4431B0E}"/>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2380342" y="1338942"/>
            <a:ext cx="9811657" cy="5519057"/>
          </a:xfrm>
          <a:prstGeom prst="rect">
            <a:avLst/>
          </a:prstGeom>
        </p:spPr>
      </p:pic>
    </p:spTree>
    <p:extLst>
      <p:ext uri="{BB962C8B-B14F-4D97-AF65-F5344CB8AC3E}">
        <p14:creationId xmlns:p14="http://schemas.microsoft.com/office/powerpoint/2010/main" val="890530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_3D_02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669053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20F32238-87A7-4BD5-8F45-A840DB367AC8}"/>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6318799" y="957044"/>
            <a:ext cx="5873201" cy="5900956"/>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58024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_3D_03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417096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51E7B6FD-0DB7-4EF2-A30E-B31DFF3F7F5C}"/>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6395535" y="1034142"/>
            <a:ext cx="5796465" cy="5823857"/>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75614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974828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7641242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EDB0C68-81D8-4BCB-8FED-587D098337DD}"/>
              </a:ext>
            </a:extLst>
          </p:cNvPr>
          <p:cNvGraphicFramePr>
            <a:graphicFrameLocks noChangeAspect="1"/>
          </p:cNvGraphicFramePr>
          <p:nvPr userDrawn="1">
            <p:custDataLst>
              <p:tags r:id="rId1"/>
            </p:custDataLst>
            <p:extLst>
              <p:ext uri="{D42A27DB-BD31-4B8C-83A1-F6EECF244321}">
                <p14:modId xmlns:p14="http://schemas.microsoft.com/office/powerpoint/2010/main" val="11037646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8" name="Object 7" hidden="1">
                        <a:extLst>
                          <a:ext uri="{FF2B5EF4-FFF2-40B4-BE49-F238E27FC236}">
                            <a16:creationId xmlns:a16="http://schemas.microsoft.com/office/drawing/2014/main" id="{6EDB0C68-81D8-4BCB-8FED-587D098337D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8EAA134-9792-4D41-898E-A83D3A4E3D69}"/>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79744E48-04EF-4FA7-AF06-13E2E4A9BC5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22631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0AAB5F-CF0A-4C58-81CA-92C1A8CB9003}"/>
              </a:ext>
            </a:extLst>
          </p:cNvPr>
          <p:cNvGraphicFramePr>
            <a:graphicFrameLocks noChangeAspect="1"/>
          </p:cNvGraphicFramePr>
          <p:nvPr userDrawn="1">
            <p:custDataLst>
              <p:tags r:id="rId1"/>
            </p:custDataLst>
            <p:extLst>
              <p:ext uri="{D42A27DB-BD31-4B8C-83A1-F6EECF244321}">
                <p14:modId xmlns:p14="http://schemas.microsoft.com/office/powerpoint/2010/main" val="101929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E10AAB5F-CF0A-4C58-81CA-92C1A8CB900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A53433-5DFE-4583-A5C0-DE3F3C3DDE8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29A5BC72-B58B-4282-B0EA-EE79CC589D7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5111476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98064E9-3153-4628-A7D5-81F8DEADB0D6}"/>
              </a:ext>
            </a:extLst>
          </p:cNvPr>
          <p:cNvGraphicFramePr>
            <a:graphicFrameLocks noChangeAspect="1"/>
          </p:cNvGraphicFramePr>
          <p:nvPr userDrawn="1">
            <p:custDataLst>
              <p:tags r:id="rId1"/>
            </p:custDataLst>
            <p:extLst>
              <p:ext uri="{D42A27DB-BD31-4B8C-83A1-F6EECF244321}">
                <p14:modId xmlns:p14="http://schemas.microsoft.com/office/powerpoint/2010/main" val="15345116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F98064E9-3153-4628-A7D5-81F8DEADB0D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4FCABF2-1291-4CAB-A39C-0FDD2FD8A1F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8F89071A-FCD4-4931-B959-81108D770B1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40779300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52273FB-3270-4181-86FF-C1D92782D49D}"/>
              </a:ext>
            </a:extLst>
          </p:cNvPr>
          <p:cNvGraphicFramePr>
            <a:graphicFrameLocks noChangeAspect="1"/>
          </p:cNvGraphicFramePr>
          <p:nvPr userDrawn="1">
            <p:custDataLst>
              <p:tags r:id="rId1"/>
            </p:custDataLst>
            <p:extLst>
              <p:ext uri="{D42A27DB-BD31-4B8C-83A1-F6EECF244321}">
                <p14:modId xmlns:p14="http://schemas.microsoft.com/office/powerpoint/2010/main" val="1017719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52273FB-3270-4181-86FF-C1D92782D49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E3D51E-EFF4-4CED-8D1C-0D351D7D327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878CBA30-A797-424E-A56B-F43F015ECE96}"/>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9814942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2253214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2BA1E0C-CA9F-489D-B144-727B655BD19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5"/>
            </p:custDataLst>
          </p:nvPr>
        </p:nvSpPr>
        <p:spPr>
          <a:xfrm>
            <a:off x="554736" y="2744369"/>
            <a:ext cx="2514600" cy="769441"/>
          </a:xfrm>
        </p:spPr>
        <p:txBody>
          <a:bodyPr vert="horz" anchor="b">
            <a:noAutofit/>
          </a:bodyPr>
          <a:lstStyle>
            <a:lvl1pPr rtl="0">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7E97B40B-AFF2-4819-823D-9831ADC756CA}"/>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628A29A-7140-4215-AAD3-408E4038DE47}"/>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5289155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698297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2"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6FA1A46-CC63-4D80-904D-B75922926F0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5"/>
            </p:custDataLst>
          </p:nvPr>
        </p:nvSpPr>
        <p:spPr>
          <a:xfrm>
            <a:off x="554736" y="2744369"/>
            <a:ext cx="3465576" cy="769441"/>
          </a:xfrm>
          <a:prstGeom prst="rect">
            <a:avLst/>
          </a:prstGeom>
        </p:spPr>
        <p:txBody>
          <a:bodyPr vert="horz" wrap="square" anchor="b">
            <a:noAutofit/>
          </a:bodyPr>
          <a:lstStyle>
            <a:lvl1pPr algn="l"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2635D98B-97DC-4A80-82A3-A8B3C701B736}"/>
              </a:ext>
            </a:extLst>
          </p:cNvPr>
          <p:cNvSpPr>
            <a:spLocks noGrp="1"/>
          </p:cNvSpPr>
          <p:nvPr>
            <p:ph type="body" sz="quarter" idx="10" hasCustomPrompt="1"/>
            <p:custDataLst>
              <p:tags r:id="rId8"/>
            </p:custDataLst>
          </p:nvPr>
        </p:nvSpPr>
        <p:spPr>
          <a:xfrm>
            <a:off x="554735" y="41597"/>
            <a:ext cx="3465575"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5B234232-A4C2-47B6-8806-916ADD0C18BF}"/>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7991747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966874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DBB81CC-F849-4BD4-88CE-334EE9B3F27D}"/>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2796310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108911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2. Slide Title">
            <a:extLst>
              <a:ext uri="{FF2B5EF4-FFF2-40B4-BE49-F238E27FC236}">
                <a16:creationId xmlns:a16="http://schemas.microsoft.com/office/drawing/2014/main" id="{E1D61C74-F3E2-42EF-998D-BEC7B3EBD0BC}"/>
              </a:ext>
            </a:extLst>
          </p:cNvPr>
          <p:cNvSpPr>
            <a:spLocks noGrp="1"/>
          </p:cNvSpPr>
          <p:nvPr>
            <p:ph type="title"/>
            <p:custDataLst>
              <p:tags r:id="rId3"/>
            </p:custDataLst>
          </p:nvPr>
        </p:nvSpPr>
        <p:spPr>
          <a:xfrm>
            <a:off x="554736" y="172212"/>
            <a:ext cx="6967728" cy="731520"/>
          </a:xfrm>
        </p:spPr>
        <p:txBody>
          <a:bodyPr vert="horz"/>
          <a:lstStyle>
            <a:lvl1pPr rtl="0">
              <a:defRPr>
                <a:solidFill>
                  <a:schemeClr val="bg2"/>
                </a:solidFill>
              </a:defRPr>
            </a:lvl1pPr>
          </a:lstStyle>
          <a:p>
            <a:r>
              <a:rPr lang="en-US"/>
              <a:t>Click to edit Master title style</a:t>
            </a: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3. Subtitle">
            <a:extLst>
              <a:ext uri="{FF2B5EF4-FFF2-40B4-BE49-F238E27FC236}">
                <a16:creationId xmlns:a16="http://schemas.microsoft.com/office/drawing/2014/main" id="{48CA3F7F-79C3-4776-BD80-2B6BECA0AF60}"/>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978A8CD-047D-490F-98D5-36F9E9BD9913}"/>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4543102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4139673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7918704"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bg2"/>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C296B58-AF91-49AF-AE35-151C07ADA47C}"/>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144643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17199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rgbClr val="000000"/>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1"/>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BCD6AC10-5155-4024-A132-5D89A66014FA}"/>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7290786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787425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rgbClr val="000000"/>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6"/>
            </p:custDataLst>
          </p:nvPr>
        </p:nvSpPr>
        <p:spPr>
          <a:xfrm>
            <a:off x="554735" y="41597"/>
            <a:ext cx="3465576"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A2A8C6A2-26B8-46D0-B6A4-4D8C91B2772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rtl="0">
              <a:defRPr>
                <a:solidFill>
                  <a:schemeClr val="tx1"/>
                </a:solidFill>
              </a:defRPr>
            </a:lvl1pPr>
          </a:lstStyle>
          <a:p>
            <a:r>
              <a:rPr lang="en-US"/>
              <a:t>Click to edit Master title style</a:t>
            </a:r>
          </a:p>
        </p:txBody>
      </p:sp>
      <p:sp>
        <p:nvSpPr>
          <p:cNvPr id="12" name="3. Subtitle">
            <a:extLst>
              <a:ext uri="{FF2B5EF4-FFF2-40B4-BE49-F238E27FC236}">
                <a16:creationId xmlns:a16="http://schemas.microsoft.com/office/drawing/2014/main" id="{63DE0353-99BC-4322-9D9F-E3C1556B87A4}"/>
              </a:ext>
            </a:extLst>
          </p:cNvPr>
          <p:cNvSpPr>
            <a:spLocks noGrp="1"/>
          </p:cNvSpPr>
          <p:nvPr>
            <p:ph type="subTitle" idx="1"/>
            <p:custDataLst>
              <p:tags r:id="rId8"/>
            </p:custDataLst>
          </p:nvPr>
        </p:nvSpPr>
        <p:spPr>
          <a:xfrm>
            <a:off x="554734" y="3659644"/>
            <a:ext cx="3465576"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C36A9C0C-DA66-4674-9323-83DEFB4A0ECE}"/>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8581921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965868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6"/>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7"/>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8"/>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4C2FE976-3D2A-414C-9AC4-4E279E2274DB}"/>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6148934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37BF69-DBBB-44FA-AA65-8999BD8B4E5F}"/>
              </a:ext>
            </a:extLst>
          </p:cNvPr>
          <p:cNvGraphicFramePr>
            <a:graphicFrameLocks noChangeAspect="1"/>
          </p:cNvGraphicFramePr>
          <p:nvPr userDrawn="1">
            <p:custDataLst>
              <p:tags r:id="rId1"/>
            </p:custDataLst>
            <p:extLst>
              <p:ext uri="{D42A27DB-BD31-4B8C-83A1-F6EECF244321}">
                <p14:modId xmlns:p14="http://schemas.microsoft.com/office/powerpoint/2010/main" val="2097155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D937BF69-DBBB-44FA-AA65-8999BD8B4E5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440E0BC-D285-4CB0-BC8F-8E2C57BF2A2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5171"/>
            <a:ext cx="11082528" cy="989512"/>
          </a:xfrm>
        </p:spPr>
        <p:txBody>
          <a:bodyPr vert="horz">
            <a:no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B5C5F547-1B1B-411D-99AF-7DE767A71F1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9" name="SlideLogoText">
            <a:extLst>
              <a:ext uri="{FF2B5EF4-FFF2-40B4-BE49-F238E27FC236}">
                <a16:creationId xmlns:a16="http://schemas.microsoft.com/office/drawing/2014/main" id="{B07A955C-5768-4F78-BCD2-EEC29CDF1A10}"/>
              </a:ext>
            </a:extLst>
          </p:cNvPr>
          <p:cNvSpPr>
            <a:spLocks noChangeArrowheads="1"/>
          </p:cNvSpPr>
          <p:nvPr userDrawn="1">
            <p:custDataLst>
              <p:tags r:id="rId7"/>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6364841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A9CF6F9-3F22-4C1D-8F1F-9500FF412228}"/>
              </a:ext>
            </a:extLst>
          </p:cNvPr>
          <p:cNvGraphicFramePr>
            <a:graphicFrameLocks noChangeAspect="1"/>
          </p:cNvGraphicFramePr>
          <p:nvPr userDrawn="1">
            <p:custDataLst>
              <p:tags r:id="rId1"/>
            </p:custDataLst>
            <p:extLst>
              <p:ext uri="{D42A27DB-BD31-4B8C-83A1-F6EECF244321}">
                <p14:modId xmlns:p14="http://schemas.microsoft.com/office/powerpoint/2010/main" val="2537375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DA9CF6F9-3F22-4C1D-8F1F-9500FF412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5. Source" hidden="1">
            <a:extLst>
              <a:ext uri="{FF2B5EF4-FFF2-40B4-BE49-F238E27FC236}">
                <a16:creationId xmlns:a16="http://schemas.microsoft.com/office/drawing/2014/main" id="{EED9D83D-9CC3-45F3-876D-CC42BC0B70E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pic>
        <p:nvPicPr>
          <p:cNvPr id="6" name="Picture 5">
            <a:extLst>
              <a:ext uri="{FF2B5EF4-FFF2-40B4-BE49-F238E27FC236}">
                <a16:creationId xmlns:a16="http://schemas.microsoft.com/office/drawing/2014/main" id="{E083E61E-A3D9-46A9-AE4D-7B9F5BDF9747}"/>
              </a:ext>
            </a:extLst>
          </p:cNvPr>
          <p:cNvPicPr>
            <a:picLocks/>
          </p:cNvPicPr>
          <p:nvPr userDrawn="1"/>
        </p:nvPicPr>
        <p:blipFill>
          <a:blip r:embed="rId6" cstate="print">
            <a:extLst>
              <a:ext uri="{28A0092B-C50C-407E-A947-70E740481C1C}">
                <a14:useLocalDpi xmlns:a14="http://schemas.microsoft.com/office/drawing/2010/main"/>
              </a:ext>
            </a:extLst>
          </a:blip>
          <a:stretch>
            <a:fillRect/>
          </a:stretch>
        </p:blipFill>
        <p:spPr>
          <a:xfrm>
            <a:off x="376456" y="2912908"/>
            <a:ext cx="4712917" cy="1032184"/>
          </a:xfrm>
          <a:prstGeom prst="rect">
            <a:avLst/>
          </a:prstGeom>
        </p:spPr>
      </p:pic>
    </p:spTree>
    <p:extLst>
      <p:ext uri="{BB962C8B-B14F-4D97-AF65-F5344CB8AC3E}">
        <p14:creationId xmlns:p14="http://schemas.microsoft.com/office/powerpoint/2010/main" val="2810872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5. Source" hidden="1">
            <a:extLst>
              <a:ext uri="{FF2B5EF4-FFF2-40B4-BE49-F238E27FC236}">
                <a16:creationId xmlns:a16="http://schemas.microsoft.com/office/drawing/2014/main" id="{F5E9C22A-A356-4521-A359-338A663DFEA2}"/>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12"/>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13"/>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14"/>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3995305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82887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AU" sz="900"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endParaRPr lang="en-AU"/>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AU"/>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6FB94245-3BA8-4AE3-B1BC-906ADE1CBFC5}"/>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Tree>
    <p:extLst>
      <p:ext uri="{BB962C8B-B14F-4D97-AF65-F5344CB8AC3E}">
        <p14:creationId xmlns:p14="http://schemas.microsoft.com/office/powerpoint/2010/main" val="32112988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76999"/>
          </a:xfrm>
        </p:spPr>
        <p:txBody>
          <a:bodyPr anchor="ctr" anchorCtr="0"/>
          <a:lstStyle/>
          <a:p>
            <a:r>
              <a:rPr lang="en-US" sz="160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6146139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_D. Four column red">
    <p:bg>
      <p:bgPr>
        <a:gradFill>
          <a:gsLst>
            <a:gs pos="0">
              <a:schemeClr val="accent1">
                <a:lumMod val="90000"/>
                <a:lumOff val="10000"/>
              </a:schemeClr>
            </a:gs>
            <a:gs pos="100000">
              <a:schemeClr val="accent1"/>
            </a:gs>
          </a:gsLst>
          <a:lin ang="8100000" scaled="1"/>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E3ED851-68F7-E66E-0EEF-3B3788D58C8E}"/>
              </a:ext>
            </a:extLst>
          </p:cNvPr>
          <p:cNvGraphicFramePr>
            <a:graphicFrameLocks noChangeAspect="1"/>
          </p:cNvGraphicFramePr>
          <p:nvPr userDrawn="1">
            <p:custDataLst>
              <p:tags r:id="rId1"/>
            </p:custDataLst>
            <p:extLst>
              <p:ext uri="{D42A27DB-BD31-4B8C-83A1-F6EECF244321}">
                <p14:modId xmlns:p14="http://schemas.microsoft.com/office/powerpoint/2010/main" val="1872109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7" imgH="307" progId="TCLayout.ActiveDocument.1">
                  <p:embed/>
                </p:oleObj>
              </mc:Choice>
              <mc:Fallback>
                <p:oleObj name="think-cell Slide" r:id="rId3" imgW="307" imgH="307" progId="TCLayout.ActiveDocument.1">
                  <p:embed/>
                  <p:pic>
                    <p:nvPicPr>
                      <p:cNvPr id="8" name="think-cell data - do not delete" hidden="1">
                        <a:extLst>
                          <a:ext uri="{FF2B5EF4-FFF2-40B4-BE49-F238E27FC236}">
                            <a16:creationId xmlns:a16="http://schemas.microsoft.com/office/drawing/2014/main" id="{4E3ED851-68F7-E66E-0EEF-3B3788D58C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8101584" cy="387798"/>
          </a:xfrm>
          <a:prstGeom prst="rect">
            <a:avLst/>
          </a:prstGeom>
        </p:spPr>
        <p:txBody>
          <a:bodyPr vert="horz"/>
          <a:lstStyle>
            <a:lvl1pPr>
              <a:defRPr sz="2800">
                <a:solidFill>
                  <a:schemeClr val="accent1"/>
                </a:solidFill>
                <a:latin typeface="+mj-lt"/>
                <a:sym typeface="Trebuchet MS" panose="020B0603020202020204" pitchFamily="34" charset="0"/>
              </a:defRPr>
            </a:lvl1pPr>
          </a:lstStyle>
          <a:p>
            <a:r>
              <a:rPr lang="en-US"/>
              <a:t>Click to add title</a:t>
            </a:r>
          </a:p>
        </p:txBody>
      </p:sp>
      <p:sp>
        <p:nvSpPr>
          <p:cNvPr id="3" name="TextBox 2">
            <a:extLst>
              <a:ext uri="{FF2B5EF4-FFF2-40B4-BE49-F238E27FC236}">
                <a16:creationId xmlns:a16="http://schemas.microsoft.com/office/drawing/2014/main" id="{0B6E2861-5E7D-9D62-64C3-48584E4B37EE}"/>
              </a:ext>
            </a:extLst>
          </p:cNvPr>
          <p:cNvSpPr txBox="1"/>
          <p:nvPr userDrawn="1"/>
        </p:nvSpPr>
        <p:spPr>
          <a:xfrm>
            <a:off x="628650" y="6405036"/>
            <a:ext cx="381000" cy="153888"/>
          </a:xfrm>
          <a:prstGeom prst="rect">
            <a:avLst/>
          </a:prstGeom>
          <a:noFill/>
        </p:spPr>
        <p:txBody>
          <a:bodyPr wrap="square" lIns="0" tIns="0" rIns="0" bIns="0" rtlCol="0" anchor="b">
            <a:spAutoFit/>
          </a:bodyPr>
          <a:lstStyle/>
          <a:p>
            <a:pPr marL="0" marR="0" indent="0" algn="l"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5" name="Text Placeholder 7">
            <a:extLst>
              <a:ext uri="{FF2B5EF4-FFF2-40B4-BE49-F238E27FC236}">
                <a16:creationId xmlns:a16="http://schemas.microsoft.com/office/drawing/2014/main" id="{2CEDB14E-B9CE-D55D-84EB-9F4BDCA1ABD4}"/>
              </a:ext>
            </a:extLst>
          </p:cNvPr>
          <p:cNvSpPr>
            <a:spLocks noGrp="1"/>
          </p:cNvSpPr>
          <p:nvPr>
            <p:ph type="body" sz="quarter" idx="11" hasCustomPrompt="1"/>
          </p:nvPr>
        </p:nvSpPr>
        <p:spPr>
          <a:xfrm>
            <a:off x="871269" y="6213469"/>
            <a:ext cx="7860316" cy="338108"/>
          </a:xfrm>
        </p:spPr>
        <p:txBody>
          <a:bodyPr anchor="b"/>
          <a:lstStyle>
            <a:lvl1pPr>
              <a:lnSpc>
                <a:spcPct val="100000"/>
              </a:lnSpc>
              <a:spcBef>
                <a:spcPts val="0"/>
              </a:spcBef>
              <a:spcAft>
                <a:spcPts val="0"/>
              </a:spcAft>
              <a:defRPr sz="1000">
                <a:solidFill>
                  <a:schemeClr val="tx1">
                    <a:lumMod val="60000"/>
                    <a:lumOff val="40000"/>
                  </a:schemeClr>
                </a:solidFill>
              </a:defRPr>
            </a:lvl1pPr>
          </a:lstStyle>
          <a:p>
            <a:pPr lvl="0"/>
            <a:r>
              <a:rPr lang="en-AU"/>
              <a:t>1. </a:t>
            </a:r>
            <a:r>
              <a:rPr lang="en-AU" err="1"/>
              <a:t>xxxx</a:t>
            </a:r>
            <a:r>
              <a:rPr lang="en-AU"/>
              <a:t>  2. </a:t>
            </a:r>
            <a:r>
              <a:rPr lang="en-AU" err="1"/>
              <a:t>xxxx</a:t>
            </a:r>
            <a:r>
              <a:rPr lang="en-AU"/>
              <a:t>  3. List footnotes in numerical order. Footnote numbers are not bracketed. Use 10pt font</a:t>
            </a:r>
            <a:br>
              <a:rPr lang="en-AU"/>
            </a:br>
            <a:r>
              <a:rPr lang="en-AU"/>
              <a:t>Source: Include a source for every chart that you use. Separate sources with a semicolon; Medibank-related sources go at the end</a:t>
            </a:r>
          </a:p>
        </p:txBody>
      </p:sp>
      <p:pic>
        <p:nvPicPr>
          <p:cNvPr id="6" name="Picture 5" descr="Medibank Live Better Lock Up">
            <a:extLst>
              <a:ext uri="{FF2B5EF4-FFF2-40B4-BE49-F238E27FC236}">
                <a16:creationId xmlns:a16="http://schemas.microsoft.com/office/drawing/2014/main" id="{CF5DCE5F-CD88-856A-1361-EE86F94A818C}"/>
              </a:ext>
            </a:extLst>
          </p:cNvPr>
          <p:cNvPicPr>
            <a:picLocks noChangeAspect="1"/>
          </p:cNvPicPr>
          <p:nvPr userDrawn="1"/>
        </p:nvPicPr>
        <p:blipFill>
          <a:blip r:embed="rId6"/>
          <a:stretch>
            <a:fillRect/>
          </a:stretch>
        </p:blipFill>
        <p:spPr>
          <a:xfrm>
            <a:off x="10590028" y="6131392"/>
            <a:ext cx="1424172" cy="598521"/>
          </a:xfrm>
          <a:prstGeom prst="rect">
            <a:avLst/>
          </a:prstGeom>
        </p:spPr>
      </p:pic>
    </p:spTree>
    <p:extLst>
      <p:ext uri="{BB962C8B-B14F-4D97-AF65-F5344CB8AC3E}">
        <p14:creationId xmlns:p14="http://schemas.microsoft.com/office/powerpoint/2010/main" val="33396490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red">
    <p:bg>
      <p:bgPr>
        <a:gradFill>
          <a:gsLst>
            <a:gs pos="0">
              <a:schemeClr val="accent1">
                <a:lumMod val="90000"/>
                <a:lumOff val="10000"/>
              </a:schemeClr>
            </a:gs>
            <a:gs pos="100000">
              <a:schemeClr val="accent1"/>
            </a:gs>
          </a:gsLst>
          <a:lin ang="81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5AF535-37F6-9291-F102-F3B767CD00C4}"/>
              </a:ext>
            </a:extLst>
          </p:cNvPr>
          <p:cNvSpPr txBox="1"/>
          <p:nvPr userDrawn="1"/>
        </p:nvSpPr>
        <p:spPr>
          <a:xfrm>
            <a:off x="628650" y="6405036"/>
            <a:ext cx="381000" cy="153888"/>
          </a:xfrm>
          <a:prstGeom prst="rect">
            <a:avLst/>
          </a:prstGeom>
          <a:noFill/>
        </p:spPr>
        <p:txBody>
          <a:bodyPr wrap="square" lIns="0" tIns="0" rIns="0" bIns="0" rtlCol="0" anchor="b">
            <a:spAutoFit/>
          </a:bodyPr>
          <a:lstStyle/>
          <a:p>
            <a:pPr marL="0" marR="0" indent="0" algn="l"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2" name="Picture 1" descr="Medibank Live Better Lock Up">
            <a:extLst>
              <a:ext uri="{FF2B5EF4-FFF2-40B4-BE49-F238E27FC236}">
                <a16:creationId xmlns:a16="http://schemas.microsoft.com/office/drawing/2014/main" id="{A17446B1-DE1F-FE37-F37C-894CF2AAB2E2}"/>
              </a:ext>
            </a:extLst>
          </p:cNvPr>
          <p:cNvPicPr>
            <a:picLocks noChangeAspect="1"/>
          </p:cNvPicPr>
          <p:nvPr userDrawn="1"/>
        </p:nvPicPr>
        <p:blipFill>
          <a:blip r:embed="rId2"/>
          <a:stretch>
            <a:fillRect/>
          </a:stretch>
        </p:blipFill>
        <p:spPr>
          <a:xfrm>
            <a:off x="10590028" y="6131392"/>
            <a:ext cx="1424172" cy="598521"/>
          </a:xfrm>
          <a:prstGeom prst="rect">
            <a:avLst/>
          </a:prstGeom>
        </p:spPr>
      </p:pic>
    </p:spTree>
    <p:extLst>
      <p:ext uri="{BB962C8B-B14F-4D97-AF65-F5344CB8AC3E}">
        <p14:creationId xmlns:p14="http://schemas.microsoft.com/office/powerpoint/2010/main" val="24589749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787428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79424" y="925221"/>
            <a:ext cx="11233151"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424592" y="6246836"/>
            <a:ext cx="288000" cy="288000"/>
          </a:xfrm>
          <a:prstGeom prst="rect">
            <a:avLst/>
          </a:prstGeom>
          <a:noFill/>
          <a:ln w="9525" algn="ctr">
            <a:noFill/>
            <a:miter lim="800000"/>
            <a:headEnd/>
            <a:tailEnd/>
          </a:ln>
          <a:effectLst/>
        </p:spPr>
        <p:txBody>
          <a:bodyPr wrap="square" lIns="0" tIns="0" rIns="0" bIns="0" anchor="b">
            <a:noAutofit/>
          </a:bodyPr>
          <a:lstStyle/>
          <a:p>
            <a:pPr algn="r" defTabSz="610744" rtl="0" fontAlgn="auto">
              <a:spcBef>
                <a:spcPts val="0"/>
              </a:spcBef>
              <a:spcAft>
                <a:spcPts val="0"/>
              </a:spcAft>
              <a:defRPr/>
            </a:pPr>
            <a:fld id="{4ABDCABE-3F10-B64C-92F1-862014417034}" type="slidenum">
              <a:rPr lang="en-US" sz="800" b="0" smtClean="0">
                <a:solidFill>
                  <a:schemeClr val="bg2"/>
                </a:solidFill>
                <a:latin typeface="+mn-lt"/>
                <a:ea typeface="+mn-ea"/>
                <a:cs typeface="Arial" panose="020B0604020202020204" pitchFamily="34" charset="0"/>
              </a:rPr>
              <a:pPr algn="r" defTabSz="610744" rtl="0" fontAlgn="auto">
                <a:spcBef>
                  <a:spcPts val="0"/>
                </a:spcBef>
                <a:spcAft>
                  <a:spcPts val="0"/>
                </a:spcAft>
                <a:defRPr/>
              </a:pPr>
              <a:t>‹#›</a:t>
            </a:fld>
            <a:endParaRPr lang="en-US" sz="800" b="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1884117" y="6411725"/>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79424"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79424" y="477000"/>
            <a:ext cx="11233151"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dirty="0">
                <a:solidFill>
                  <a:schemeClr val="accent1"/>
                </a:solidFill>
              </a:defRPr>
            </a:lvl1pPr>
          </a:lstStyle>
          <a:p>
            <a:pPr lvl="0"/>
            <a:r>
              <a:rPr lang="en-US"/>
              <a:t>Click to edit Master title style</a:t>
            </a:r>
          </a:p>
        </p:txBody>
      </p:sp>
      <p:pic>
        <p:nvPicPr>
          <p:cNvPr id="13" name="Grafik 2068">
            <a:extLst>
              <a:ext uri="{FF2B5EF4-FFF2-40B4-BE49-F238E27FC236}">
                <a16:creationId xmlns:a16="http://schemas.microsoft.com/office/drawing/2014/main" id="{ABDAEDB3-545A-B477-5C10-DDA4E88CFAB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bwMode="gray">
          <a:xfrm>
            <a:off x="479424" y="6165000"/>
            <a:ext cx="1234800" cy="372727"/>
          </a:xfrm>
          <a:prstGeom prst="rect">
            <a:avLst/>
          </a:prstGeom>
        </p:spPr>
      </p:pic>
      <p:sp>
        <p:nvSpPr>
          <p:cNvPr id="34" name="Footer Placeholder 33">
            <a:extLst>
              <a:ext uri="{FF2B5EF4-FFF2-40B4-BE49-F238E27FC236}">
                <a16:creationId xmlns:a16="http://schemas.microsoft.com/office/drawing/2014/main" id="{2CD16132-3387-6F17-D02F-1763FD9DC5E8}"/>
              </a:ext>
            </a:extLst>
          </p:cNvPr>
          <p:cNvSpPr>
            <a:spLocks noGrp="1"/>
          </p:cNvSpPr>
          <p:nvPr>
            <p:ph type="ftr" sz="quarter" idx="11"/>
          </p:nvPr>
        </p:nvSpPr>
        <p:spPr/>
        <p:txBody>
          <a:bodyPr/>
          <a:lstStyle/>
          <a:p>
            <a:r>
              <a:rPr lang="en-US"/>
              <a:t>Presentation title    |    ONLY FOR INTERNAL USE</a:t>
            </a:r>
          </a:p>
        </p:txBody>
      </p:sp>
    </p:spTree>
    <p:extLst>
      <p:ext uri="{BB962C8B-B14F-4D97-AF65-F5344CB8AC3E}">
        <p14:creationId xmlns:p14="http://schemas.microsoft.com/office/powerpoint/2010/main" val="1580483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587363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2031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9"/>
          <a:stretch>
            <a:fillRect/>
          </a:stretch>
        </p:blipFill>
        <p:spPr>
          <a:xfrm>
            <a:off x="459581" y="365875"/>
            <a:ext cx="2699257" cy="591169"/>
          </a:xfrm>
          <a:prstGeom prst="rect">
            <a:avLst/>
          </a:prstGeom>
        </p:spPr>
      </p:pic>
    </p:spTree>
    <p:extLst>
      <p:ext uri="{BB962C8B-B14F-4D97-AF65-F5344CB8AC3E}">
        <p14:creationId xmlns:p14="http://schemas.microsoft.com/office/powerpoint/2010/main" val="249551805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_3D_01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38061326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9"/>
          <a:stretch>
            <a:fillRect/>
          </a:stretch>
        </p:blipFill>
        <p:spPr>
          <a:xfrm>
            <a:off x="459581" y="365875"/>
            <a:ext cx="2699257" cy="591169"/>
          </a:xfrm>
          <a:prstGeom prst="rect">
            <a:avLst/>
          </a:prstGeom>
        </p:spPr>
      </p:pic>
      <p:pic>
        <p:nvPicPr>
          <p:cNvPr id="12" name="Picture 11">
            <a:extLst>
              <a:ext uri="{FF2B5EF4-FFF2-40B4-BE49-F238E27FC236}">
                <a16:creationId xmlns:a16="http://schemas.microsoft.com/office/drawing/2014/main" id="{EEA41769-4610-4C36-865C-C4F8E4431B0E}"/>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2380342" y="1338942"/>
            <a:ext cx="9811657" cy="5519057"/>
          </a:xfrm>
          <a:prstGeom prst="rect">
            <a:avLst/>
          </a:prstGeom>
        </p:spPr>
      </p:pic>
    </p:spTree>
    <p:extLst>
      <p:ext uri="{BB962C8B-B14F-4D97-AF65-F5344CB8AC3E}">
        <p14:creationId xmlns:p14="http://schemas.microsoft.com/office/powerpoint/2010/main" val="2989118793"/>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_3D_02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669053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20F32238-87A7-4BD5-8F45-A840DB367AC8}"/>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6318799" y="957044"/>
            <a:ext cx="5873201" cy="5900956"/>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6848843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_3D_03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417096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51E7B6FD-0DB7-4EF2-A30E-B31DFF3F7F5C}"/>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6395535" y="1034142"/>
            <a:ext cx="5796465" cy="5823857"/>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ct val="0"/>
              </a:spcBef>
              <a:spcAft>
                <a:spcPct val="0"/>
              </a:spcAft>
              <a:buClrTx/>
              <a:buSzTx/>
              <a:buFontTx/>
              <a:buNone/>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196419315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2974828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6" y="172212"/>
            <a:ext cx="11082528" cy="731520"/>
          </a:xfrm>
        </p:spPr>
        <p:txBody>
          <a:bodyPr vert="horz" wrap="square" lIns="0" tIns="0" rIns="0" bIns="0" rtlCol="0" anchor="b" anchorCtr="0">
            <a:noAutofit/>
          </a:bodyPr>
          <a:lstStyle>
            <a:lvl1pPr>
              <a:defRPr lang="en-US"/>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6" y="919250"/>
            <a:ext cx="11082528"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a:cs typeface="+mn-cs"/>
              </a:defRPr>
            </a:lvl1pPr>
          </a:lstStyle>
          <a:p>
            <a:pPr lvl="0">
              <a:buNone/>
            </a:pPr>
            <a:r>
              <a:rPr lang="en-US"/>
              <a:t>Add tracker</a:t>
            </a:r>
          </a:p>
        </p:txBody>
      </p:sp>
    </p:spTree>
    <p:extLst>
      <p:ext uri="{BB962C8B-B14F-4D97-AF65-F5344CB8AC3E}">
        <p14:creationId xmlns:p14="http://schemas.microsoft.com/office/powerpoint/2010/main" val="170294664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EDB0C68-81D8-4BCB-8FED-587D098337DD}"/>
              </a:ext>
            </a:extLst>
          </p:cNvPr>
          <p:cNvGraphicFramePr>
            <a:graphicFrameLocks noChangeAspect="1"/>
          </p:cNvGraphicFramePr>
          <p:nvPr userDrawn="1">
            <p:custDataLst>
              <p:tags r:id="rId1"/>
            </p:custDataLst>
            <p:extLst>
              <p:ext uri="{D42A27DB-BD31-4B8C-83A1-F6EECF244321}">
                <p14:modId xmlns:p14="http://schemas.microsoft.com/office/powerpoint/2010/main" val="11037646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8" name="Object 7" hidden="1">
                        <a:extLst>
                          <a:ext uri="{FF2B5EF4-FFF2-40B4-BE49-F238E27FC236}">
                            <a16:creationId xmlns:a16="http://schemas.microsoft.com/office/drawing/2014/main" id="{6EDB0C68-81D8-4BCB-8FED-587D098337D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8EAA134-9792-4D41-898E-A83D3A4E3D69}"/>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79744E48-04EF-4FA7-AF06-13E2E4A9BC5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1761693313"/>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0AAB5F-CF0A-4C58-81CA-92C1A8CB9003}"/>
              </a:ext>
            </a:extLst>
          </p:cNvPr>
          <p:cNvGraphicFramePr>
            <a:graphicFrameLocks noChangeAspect="1"/>
          </p:cNvGraphicFramePr>
          <p:nvPr userDrawn="1">
            <p:custDataLst>
              <p:tags r:id="rId1"/>
            </p:custDataLst>
            <p:extLst>
              <p:ext uri="{D42A27DB-BD31-4B8C-83A1-F6EECF244321}">
                <p14:modId xmlns:p14="http://schemas.microsoft.com/office/powerpoint/2010/main" val="101929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E10AAB5F-CF0A-4C58-81CA-92C1A8CB900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A53433-5DFE-4583-A5C0-DE3F3C3DDE8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29A5BC72-B58B-4282-B0EA-EE79CC589D7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119656299"/>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98064E9-3153-4628-A7D5-81F8DEADB0D6}"/>
              </a:ext>
            </a:extLst>
          </p:cNvPr>
          <p:cNvGraphicFramePr>
            <a:graphicFrameLocks noChangeAspect="1"/>
          </p:cNvGraphicFramePr>
          <p:nvPr userDrawn="1">
            <p:custDataLst>
              <p:tags r:id="rId1"/>
            </p:custDataLst>
            <p:extLst>
              <p:ext uri="{D42A27DB-BD31-4B8C-83A1-F6EECF244321}">
                <p14:modId xmlns:p14="http://schemas.microsoft.com/office/powerpoint/2010/main" val="15345116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F98064E9-3153-4628-A7D5-81F8DEADB0D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4FCABF2-1291-4CAB-A39C-0FDD2FD8A1F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8F89071A-FCD4-4931-B959-81108D770B1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2220124635"/>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52273FB-3270-4181-86FF-C1D92782D49D}"/>
              </a:ext>
            </a:extLst>
          </p:cNvPr>
          <p:cNvGraphicFramePr>
            <a:graphicFrameLocks noChangeAspect="1"/>
          </p:cNvGraphicFramePr>
          <p:nvPr userDrawn="1">
            <p:custDataLst>
              <p:tags r:id="rId1"/>
            </p:custDataLst>
            <p:extLst>
              <p:ext uri="{D42A27DB-BD31-4B8C-83A1-F6EECF244321}">
                <p14:modId xmlns:p14="http://schemas.microsoft.com/office/powerpoint/2010/main" val="1017719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52273FB-3270-4181-86FF-C1D92782D49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E3D51E-EFF4-4CED-8D1C-0D351D7D327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878CBA30-A797-424E-A56B-F43F015ECE96}"/>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Tree>
    <p:extLst>
      <p:ext uri="{BB962C8B-B14F-4D97-AF65-F5344CB8AC3E}">
        <p14:creationId xmlns:p14="http://schemas.microsoft.com/office/powerpoint/2010/main" val="1575542486"/>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2253214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2BA1E0C-CA9F-489D-B144-727B655BD19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5"/>
            </p:custDataLst>
          </p:nvPr>
        </p:nvSpPr>
        <p:spPr>
          <a:xfrm>
            <a:off x="554736" y="2744369"/>
            <a:ext cx="2514600" cy="769441"/>
          </a:xfrm>
        </p:spPr>
        <p:txBody>
          <a:bodyPr vert="horz" anchor="b">
            <a:noAutofit/>
          </a:bodyPr>
          <a:lstStyle>
            <a:lvl1pPr rtl="0">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7E97B40B-AFF2-4819-823D-9831ADC756CA}"/>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628A29A-7140-4215-AAD3-408E4038DE47}"/>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745482190"/>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698297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2"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6FA1A46-CC63-4D80-904D-B75922926F0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5"/>
            </p:custDataLst>
          </p:nvPr>
        </p:nvSpPr>
        <p:spPr>
          <a:xfrm>
            <a:off x="554736" y="2744369"/>
            <a:ext cx="3465576" cy="769441"/>
          </a:xfrm>
          <a:prstGeom prst="rect">
            <a:avLst/>
          </a:prstGeom>
        </p:spPr>
        <p:txBody>
          <a:bodyPr vert="horz" wrap="square" anchor="b">
            <a:noAutofit/>
          </a:bodyPr>
          <a:lstStyle>
            <a:lvl1pPr algn="l"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2635D98B-97DC-4A80-82A3-A8B3C701B736}"/>
              </a:ext>
            </a:extLst>
          </p:cNvPr>
          <p:cNvSpPr>
            <a:spLocks noGrp="1"/>
          </p:cNvSpPr>
          <p:nvPr>
            <p:ph type="body" sz="quarter" idx="10" hasCustomPrompt="1"/>
            <p:custDataLst>
              <p:tags r:id="rId8"/>
            </p:custDataLst>
          </p:nvPr>
        </p:nvSpPr>
        <p:spPr>
          <a:xfrm>
            <a:off x="554735" y="41597"/>
            <a:ext cx="3465575"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5B234232-A4C2-47B6-8806-916ADD0C18BF}"/>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710332375"/>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966874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DBB81CC-F849-4BD4-88CE-334EE9B3F27D}"/>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4053143833"/>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108911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2. Slide Title">
            <a:extLst>
              <a:ext uri="{FF2B5EF4-FFF2-40B4-BE49-F238E27FC236}">
                <a16:creationId xmlns:a16="http://schemas.microsoft.com/office/drawing/2014/main" id="{E1D61C74-F3E2-42EF-998D-BEC7B3EBD0BC}"/>
              </a:ext>
            </a:extLst>
          </p:cNvPr>
          <p:cNvSpPr>
            <a:spLocks noGrp="1"/>
          </p:cNvSpPr>
          <p:nvPr>
            <p:ph type="title"/>
            <p:custDataLst>
              <p:tags r:id="rId3"/>
            </p:custDataLst>
          </p:nvPr>
        </p:nvSpPr>
        <p:spPr>
          <a:xfrm>
            <a:off x="554736" y="172212"/>
            <a:ext cx="6967728" cy="731520"/>
          </a:xfrm>
        </p:spPr>
        <p:txBody>
          <a:bodyPr vert="horz"/>
          <a:lstStyle>
            <a:lvl1pPr rtl="0">
              <a:defRPr>
                <a:solidFill>
                  <a:schemeClr val="bg2"/>
                </a:solidFill>
              </a:defRPr>
            </a:lvl1pPr>
          </a:lstStyle>
          <a:p>
            <a:r>
              <a:rPr lang="en-US"/>
              <a:t>Click to edit Master title style</a:t>
            </a: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21" name="3. Subtitle">
            <a:extLst>
              <a:ext uri="{FF2B5EF4-FFF2-40B4-BE49-F238E27FC236}">
                <a16:creationId xmlns:a16="http://schemas.microsoft.com/office/drawing/2014/main" id="{48CA3F7F-79C3-4776-BD80-2B6BECA0AF60}"/>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bg2"/>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F978A8CD-047D-490F-98D5-36F9E9BD9913}"/>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473883779"/>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4139673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marL="0" marR="0" lvl="0" indent="0" algn="r" defTabSz="610744" rtl="0" eaLnBrk="1" fontAlgn="auto" latinLnBrk="0" hangingPunct="1">
              <a:lnSpc>
                <a:spcPct val="100000"/>
              </a:lnSpc>
              <a:spcBef>
                <a:spcPct val="0"/>
              </a:spcBef>
              <a:spcAft>
                <a:spcPct val="0"/>
              </a:spcAft>
              <a:buClrTx/>
              <a:buSzTx/>
              <a:buFontTx/>
              <a:buNone/>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ct val="0"/>
                </a:spcBef>
                <a:spcAft>
                  <a:spcPct val="0"/>
                </a:spcAft>
                <a:buClrTx/>
                <a:buSzTx/>
                <a:buFontTx/>
                <a:buNone/>
                <a:defRPr/>
              </a:pPr>
              <a:t>‹#›</a:t>
            </a:fld>
            <a:endParaRPr kumimoji="0" lang="en-US"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7918704" cy="731520"/>
          </a:xfrm>
        </p:spPr>
        <p:txBody>
          <a:bodyPr vert="horz"/>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defRPr/>
            </a:pPr>
            <a:r>
              <a:rPr kumimoji="0" lang="en-US" sz="800" b="0" i="0" u="none" strike="noStrike" kern="1200" cap="none" spc="0" normalizeH="0" baseline="0" noProof="0">
                <a:ln>
                  <a:noFill/>
                </a:ln>
                <a:solidFill>
                  <a:schemeClr val="bg2"/>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bg2"/>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0C296B58-AF91-49AF-AE35-151C07ADA47C}"/>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523628275"/>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217199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rgbClr val="000000"/>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a:xfrm>
            <a:off x="554736" y="172212"/>
            <a:ext cx="5065776" cy="731520"/>
          </a:xfrm>
        </p:spPr>
        <p:txBody>
          <a:bodyPr vert="horz"/>
          <a:lstStyle>
            <a:lvl1pPr rtl="0">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solidFill>
                  <a:schemeClr val="tx1"/>
                </a:solidFill>
                <a:cs typeface="+mn-cs"/>
              </a:defRPr>
            </a:lvl1pPr>
          </a:lstStyle>
          <a:p>
            <a:pPr lvl="0">
              <a:buNone/>
            </a:pPr>
            <a:r>
              <a:rPr lang="en-US"/>
              <a:t>Add tracker</a:t>
            </a:r>
          </a:p>
        </p:txBody>
      </p:sp>
      <p:sp>
        <p:nvSpPr>
          <p:cNvPr id="11" name="SlideLogoText">
            <a:extLst>
              <a:ext uri="{FF2B5EF4-FFF2-40B4-BE49-F238E27FC236}">
                <a16:creationId xmlns:a16="http://schemas.microsoft.com/office/drawing/2014/main" id="{BCD6AC10-5155-4024-A132-5D89A66014FA}"/>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153481379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7874254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rgbClr val="000000"/>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rgbClr val="000000"/>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6"/>
            </p:custDataLst>
          </p:nvPr>
        </p:nvSpPr>
        <p:spPr>
          <a:xfrm>
            <a:off x="554735" y="41597"/>
            <a:ext cx="3465576" cy="123111"/>
          </a:xfrm>
          <a:prstGeom prst="rect">
            <a:avLst/>
          </a:prstGeom>
          <a:ln w="6350">
            <a:noFill/>
            <a:miter lim="800000"/>
          </a:ln>
        </p:spPr>
        <p:txBody>
          <a:bodyPr vert="horz" wrap="square" lIns="0" tIns="0" rIns="0" bIns="0" rtlCol="0">
            <a:noAutofit/>
          </a:bodyPr>
          <a:lstStyle>
            <a:lvl1pPr rtl="0">
              <a:defRPr lang="en-US" sz="800" b="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A2A8C6A2-26B8-46D0-B6A4-4D8C91B2772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rtl="0">
              <a:defRPr>
                <a:solidFill>
                  <a:schemeClr val="tx1"/>
                </a:solidFill>
              </a:defRPr>
            </a:lvl1pPr>
          </a:lstStyle>
          <a:p>
            <a:r>
              <a:rPr lang="en-US"/>
              <a:t>Click to edit Master title style</a:t>
            </a:r>
          </a:p>
        </p:txBody>
      </p:sp>
      <p:sp>
        <p:nvSpPr>
          <p:cNvPr id="12" name="3. Subtitle">
            <a:extLst>
              <a:ext uri="{FF2B5EF4-FFF2-40B4-BE49-F238E27FC236}">
                <a16:creationId xmlns:a16="http://schemas.microsoft.com/office/drawing/2014/main" id="{63DE0353-99BC-4322-9D9F-E3C1556B87A4}"/>
              </a:ext>
            </a:extLst>
          </p:cNvPr>
          <p:cNvSpPr>
            <a:spLocks noGrp="1"/>
          </p:cNvSpPr>
          <p:nvPr>
            <p:ph type="subTitle" idx="1"/>
            <p:custDataLst>
              <p:tags r:id="rId8"/>
            </p:custDataLst>
          </p:nvPr>
        </p:nvSpPr>
        <p:spPr>
          <a:xfrm>
            <a:off x="554734" y="3659644"/>
            <a:ext cx="3465576"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C36A9C0C-DA66-4674-9323-83DEFB4A0ECE}"/>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93404825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965868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marL="0" marR="0" lvl="0" indent="0" algn="r" defTabSz="610744" rtl="0" eaLnBrk="1" fontAlgn="auto" latinLnBrk="0" hangingPunct="1">
              <a:lnSpc>
                <a:spcPct val="100000"/>
              </a:lnSpc>
              <a:spcBef>
                <a:spcPct val="0"/>
              </a:spcBef>
              <a:spcAft>
                <a:spcPct val="0"/>
              </a:spcAft>
              <a:buClrTx/>
              <a:buSzTx/>
              <a:buFontTx/>
              <a:buNone/>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ct val="0"/>
                </a:spcBef>
                <a:spcAft>
                  <a:spcPct val="0"/>
                </a:spcAft>
                <a:buClrTx/>
                <a:buSzTx/>
                <a:buFontTx/>
                <a:buNone/>
                <a:defRPr/>
              </a:pPr>
              <a:t>‹#›</a:t>
            </a:fld>
            <a:endParaRPr kumimoji="0" lang="en-US" sz="900" b="0" i="0" u="none" strike="noStrike" kern="1200" cap="none" spc="0" normalizeH="0" baseline="0" noProof="0">
              <a:ln>
                <a:noFill/>
              </a:ln>
              <a:solidFill>
                <a:srgbClr val="000000"/>
              </a:solidFill>
              <a:effectLst/>
              <a:uLnTx/>
              <a:uFillTx/>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defRPr/>
            </a:pPr>
            <a:r>
              <a:rPr kumimoji="0" lang="en-US"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6"/>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7"/>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8"/>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3" name="SlideLogoText">
            <a:extLst>
              <a:ext uri="{FF2B5EF4-FFF2-40B4-BE49-F238E27FC236}">
                <a16:creationId xmlns:a16="http://schemas.microsoft.com/office/drawing/2014/main" id="{4C2FE976-3D2A-414C-9AC4-4E279E2274DB}"/>
              </a:ext>
            </a:extLst>
          </p:cNvPr>
          <p:cNvSpPr>
            <a:spLocks noChangeArrowheads="1"/>
          </p:cNvSpPr>
          <p:nvPr userDrawn="1">
            <p:custDataLst>
              <p:tags r:id="rId9"/>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bg2"/>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3770319629"/>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37BF69-DBBB-44FA-AA65-8999BD8B4E5F}"/>
              </a:ext>
            </a:extLst>
          </p:cNvPr>
          <p:cNvGraphicFramePr>
            <a:graphicFrameLocks noChangeAspect="1"/>
          </p:cNvGraphicFramePr>
          <p:nvPr userDrawn="1">
            <p:custDataLst>
              <p:tags r:id="rId1"/>
            </p:custDataLst>
            <p:extLst>
              <p:ext uri="{D42A27DB-BD31-4B8C-83A1-F6EECF244321}">
                <p14:modId xmlns:p14="http://schemas.microsoft.com/office/powerpoint/2010/main" val="2097155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D937BF69-DBBB-44FA-AA65-8999BD8B4E5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440E0BC-D285-4CB0-BC8F-8E2C57BF2A2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rtl="0"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5171"/>
            <a:ext cx="11082528" cy="989512"/>
          </a:xfrm>
        </p:spPr>
        <p:txBody>
          <a:bodyPr vert="horz">
            <a:no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B5C5F547-1B1B-411D-99AF-7DE767A71F19}"/>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a:cs typeface="+mn-cs"/>
              </a:defRPr>
            </a:lvl1pPr>
          </a:lstStyle>
          <a:p>
            <a:pPr lvl="0">
              <a:buNone/>
            </a:pPr>
            <a:r>
              <a:rPr lang="en-US"/>
              <a:t>Add tracker</a:t>
            </a:r>
          </a:p>
        </p:txBody>
      </p:sp>
      <p:sp>
        <p:nvSpPr>
          <p:cNvPr id="9" name="SlideLogoText">
            <a:extLst>
              <a:ext uri="{FF2B5EF4-FFF2-40B4-BE49-F238E27FC236}">
                <a16:creationId xmlns:a16="http://schemas.microsoft.com/office/drawing/2014/main" id="{B07A955C-5768-4F78-BCD2-EEC29CDF1A10}"/>
              </a:ext>
            </a:extLst>
          </p:cNvPr>
          <p:cNvSpPr>
            <a:spLocks noChangeArrowheads="1"/>
          </p:cNvSpPr>
          <p:nvPr userDrawn="1">
            <p:custDataLst>
              <p:tags r:id="rId7"/>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Tree>
    <p:extLst>
      <p:ext uri="{BB962C8B-B14F-4D97-AF65-F5344CB8AC3E}">
        <p14:creationId xmlns:p14="http://schemas.microsoft.com/office/powerpoint/2010/main" val="2176640644"/>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A9CF6F9-3F22-4C1D-8F1F-9500FF412228}"/>
              </a:ext>
            </a:extLst>
          </p:cNvPr>
          <p:cNvGraphicFramePr>
            <a:graphicFrameLocks noChangeAspect="1"/>
          </p:cNvGraphicFramePr>
          <p:nvPr userDrawn="1">
            <p:custDataLst>
              <p:tags r:id="rId1"/>
            </p:custDataLst>
            <p:extLst>
              <p:ext uri="{D42A27DB-BD31-4B8C-83A1-F6EECF244321}">
                <p14:modId xmlns:p14="http://schemas.microsoft.com/office/powerpoint/2010/main" val="2537375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DA9CF6F9-3F22-4C1D-8F1F-9500FF412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5. Source" hidden="1">
            <a:extLst>
              <a:ext uri="{FF2B5EF4-FFF2-40B4-BE49-F238E27FC236}">
                <a16:creationId xmlns:a16="http://schemas.microsoft.com/office/drawing/2014/main" id="{EED9D83D-9CC3-45F3-876D-CC42BC0B70E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rtl="0"/>
            <a:r>
              <a:rPr lang="en-US" sz="800"/>
              <a:t>Source: …</a:t>
            </a:r>
          </a:p>
        </p:txBody>
      </p:sp>
      <p:pic>
        <p:nvPicPr>
          <p:cNvPr id="6" name="Picture 5">
            <a:extLst>
              <a:ext uri="{FF2B5EF4-FFF2-40B4-BE49-F238E27FC236}">
                <a16:creationId xmlns:a16="http://schemas.microsoft.com/office/drawing/2014/main" id="{E083E61E-A3D9-46A9-AE4D-7B9F5BDF9747}"/>
              </a:ext>
            </a:extLst>
          </p:cNvPr>
          <p:cNvPicPr/>
          <p:nvPr userDrawn="1"/>
        </p:nvPicPr>
        <p:blipFill>
          <a:blip r:embed="rId6">
            <a:extLst>
              <a:ext uri="{28A0092B-C50C-407E-A947-70E740481C1C}">
                <a14:useLocalDpi xmlns:a14="http://schemas.microsoft.com/office/drawing/2010/main"/>
              </a:ext>
            </a:extLst>
          </a:blip>
          <a:stretch>
            <a:fillRect/>
          </a:stretch>
        </p:blipFill>
        <p:spPr>
          <a:xfrm>
            <a:off x="376456" y="2912908"/>
            <a:ext cx="4712917" cy="1032184"/>
          </a:xfrm>
          <a:prstGeom prst="rect">
            <a:avLst/>
          </a:prstGeom>
        </p:spPr>
      </p:pic>
    </p:spTree>
    <p:extLst>
      <p:ext uri="{BB962C8B-B14F-4D97-AF65-F5344CB8AC3E}">
        <p14:creationId xmlns:p14="http://schemas.microsoft.com/office/powerpoint/2010/main" val="4089985406"/>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ln>
          <a:effectLst/>
        </p:spPr>
        <p:txBody>
          <a:bodyPr wrap="square" lIns="0" tIns="0" rIns="0" bIns="0" anchor="b">
            <a:spAutoFit/>
          </a:bodyPr>
          <a:lstStyle/>
          <a:p>
            <a:pPr algn="r" defTabSz="610744" fontAlgn="auto">
              <a:spcBef>
                <a:spcPct val="0"/>
              </a:spcBef>
              <a:spcAft>
                <a:spcPct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ct val="0"/>
                </a:spcBef>
                <a:spcAft>
                  <a:spcPct val="0"/>
                </a:spcAft>
                <a:defRPr/>
              </a:pPr>
              <a:t>‹#›</a:t>
            </a:fld>
            <a:endParaRPr lang="en-US" sz="90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5. Source" hidden="1">
            <a:extLst>
              <a:ext uri="{FF2B5EF4-FFF2-40B4-BE49-F238E27FC236}">
                <a16:creationId xmlns:a16="http://schemas.microsoft.com/office/drawing/2014/main" id="{F5E9C22A-A356-4521-A359-338A663DFEA2}"/>
              </a:ext>
            </a:extLst>
          </p:cNvPr>
          <p:cNvSpPr txBox="1"/>
          <p:nvPr userDrawn="1">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a:cs typeface="Arial" panose="020B0604020202020204" pitchFamily="34" charset="0"/>
              </a:defRPr>
            </a:lvl1pPr>
            <a:lvl2pPr marL="228600"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12"/>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13"/>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14"/>
            </p:custDataLst>
          </p:nvPr>
        </p:nvSpPr>
        <p:spPr>
          <a:xfrm>
            <a:off x="554736" y="903861"/>
            <a:ext cx="5065776" cy="276999"/>
          </a:xfrm>
        </p:spPr>
        <p:txBody>
          <a:bodyPr anchor="ctr" anchorCtr="0"/>
          <a:lstStyle/>
          <a:p>
            <a:r>
              <a:rPr lang="en-US" sz="1600"/>
              <a:t>Click to edit Master subtitle style</a:t>
            </a:r>
          </a:p>
        </p:txBody>
      </p:sp>
    </p:spTree>
    <p:extLst>
      <p:ext uri="{BB962C8B-B14F-4D97-AF65-F5344CB8AC3E}">
        <p14:creationId xmlns:p14="http://schemas.microsoft.com/office/powerpoint/2010/main" val="196567095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287299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GB"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DBECF9"/>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GB"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7918704" cy="731520"/>
          </a:xfrm>
        </p:spPr>
        <p:txBody>
          <a:bodyPr vert="horz"/>
          <a:lstStyle>
            <a:lvl1pPr rtl="0">
              <a:defRPr/>
            </a:lvl1pPr>
          </a:lstStyle>
          <a:p>
            <a:r>
              <a:rPr lang="en-US"/>
              <a:t>Click to edit Master title style</a:t>
            </a:r>
            <a:endParaRPr lang="en-GB"/>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791870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i="1" baseline="0" dirty="0">
                <a:solidFill>
                  <a:srgbClr val="7F7F7F"/>
                </a:solidFill>
              </a:defRPr>
            </a:lvl1pPr>
          </a:lstStyle>
          <a:p>
            <a:pPr lvl="0">
              <a:buNone/>
            </a:pPr>
            <a:r>
              <a:rPr lang="en-US"/>
              <a:t>Click to edit Master subtitle style</a:t>
            </a:r>
            <a:endParaRPr lang="en-GB"/>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GB"/>
              <a:t>Add tracker</a:t>
            </a:r>
          </a:p>
        </p:txBody>
      </p:sp>
      <p:pic>
        <p:nvPicPr>
          <p:cNvPr id="5" name="Picture 4">
            <a:extLst>
              <a:ext uri="{FF2B5EF4-FFF2-40B4-BE49-F238E27FC236}">
                <a16:creationId xmlns:a16="http://schemas.microsoft.com/office/drawing/2014/main" id="{57C83DFC-6BAD-FC74-ED85-075215376A7D}"/>
              </a:ext>
            </a:extLst>
          </p:cNvPr>
          <p:cNvPicPr>
            <a:picLocks noChangeAspect="1"/>
          </p:cNvPicPr>
          <p:nvPr userDrawn="1"/>
        </p:nvPicPr>
        <p:blipFill>
          <a:blip r:embed="rId12"/>
          <a:stretch>
            <a:fillRect/>
          </a:stretch>
        </p:blipFill>
        <p:spPr>
          <a:xfrm>
            <a:off x="10058014" y="6419972"/>
            <a:ext cx="1090046" cy="296062"/>
          </a:xfrm>
          <a:prstGeom prst="rect">
            <a:avLst/>
          </a:prstGeom>
        </p:spPr>
      </p:pic>
    </p:spTree>
    <p:extLst>
      <p:ext uri="{BB962C8B-B14F-4D97-AF65-F5344CB8AC3E}">
        <p14:creationId xmlns:p14="http://schemas.microsoft.com/office/powerpoint/2010/main" val="13255106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12406061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GB"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GB" sz="900" b="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GB" sz="800"/>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GB"/>
              <a:t>Add tracker</a:t>
            </a:r>
          </a:p>
        </p:txBody>
      </p:sp>
      <p:pic>
        <p:nvPicPr>
          <p:cNvPr id="3" name="Picture 2">
            <a:extLst>
              <a:ext uri="{FF2B5EF4-FFF2-40B4-BE49-F238E27FC236}">
                <a16:creationId xmlns:a16="http://schemas.microsoft.com/office/drawing/2014/main" id="{6284D420-45F4-2EF4-78AC-2602BB3D9C99}"/>
              </a:ext>
            </a:extLst>
          </p:cNvPr>
          <p:cNvPicPr>
            <a:picLocks noChangeAspect="1"/>
          </p:cNvPicPr>
          <p:nvPr userDrawn="1"/>
        </p:nvPicPr>
        <p:blipFill>
          <a:blip r:embed="rId8"/>
          <a:stretch>
            <a:fillRect/>
          </a:stretch>
        </p:blipFill>
        <p:spPr>
          <a:xfrm>
            <a:off x="10058014" y="6419972"/>
            <a:ext cx="1090046" cy="296062"/>
          </a:xfrm>
          <a:prstGeom prst="rect">
            <a:avLst/>
          </a:prstGeom>
        </p:spPr>
      </p:pic>
    </p:spTree>
    <p:extLst>
      <p:ext uri="{BB962C8B-B14F-4D97-AF65-F5344CB8AC3E}">
        <p14:creationId xmlns:p14="http://schemas.microsoft.com/office/powerpoint/2010/main" val="29190936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36952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GB"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vl1pPr>
          </a:lstStyle>
          <a:p>
            <a:r>
              <a:rPr lang="en-US"/>
              <a:t>Click to edit Master title style</a:t>
            </a:r>
            <a:endParaRPr lang="en-GB"/>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DBECF9"/>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GB">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GB"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GB" sz="900"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19250"/>
            <a:ext cx="69677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i="1" baseline="0" dirty="0">
                <a:solidFill>
                  <a:srgbClr val="7F7F7F"/>
                </a:solidFill>
              </a:defRPr>
            </a:lvl1pPr>
          </a:lstStyle>
          <a:p>
            <a:pPr lvl="0">
              <a:buNone/>
            </a:pPr>
            <a:r>
              <a:rPr lang="en-US"/>
              <a:t>Click to edit Master subtitle style</a:t>
            </a:r>
            <a:endParaRPr lang="en-GB"/>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GB" sz="800">
                <a:solidFill>
                  <a:schemeClr val="tx1"/>
                </a:solidFill>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GB"/>
              <a:t>Add tracker</a:t>
            </a:r>
          </a:p>
        </p:txBody>
      </p:sp>
      <p:pic>
        <p:nvPicPr>
          <p:cNvPr id="2" name="Picture 1">
            <a:extLst>
              <a:ext uri="{FF2B5EF4-FFF2-40B4-BE49-F238E27FC236}">
                <a16:creationId xmlns:a16="http://schemas.microsoft.com/office/drawing/2014/main" id="{D9F13DB6-3A51-1009-573F-F97ADB6CE245}"/>
              </a:ext>
            </a:extLst>
          </p:cNvPr>
          <p:cNvPicPr>
            <a:picLocks noChangeAspect="1"/>
          </p:cNvPicPr>
          <p:nvPr userDrawn="1"/>
        </p:nvPicPr>
        <p:blipFill>
          <a:blip r:embed="rId12"/>
          <a:stretch>
            <a:fillRect/>
          </a:stretch>
        </p:blipFill>
        <p:spPr>
          <a:xfrm>
            <a:off x="10058014" y="6419972"/>
            <a:ext cx="1090046" cy="296062"/>
          </a:xfrm>
          <a:prstGeom prst="rect">
            <a:avLst/>
          </a:prstGeom>
        </p:spPr>
      </p:pic>
    </p:spTree>
    <p:extLst>
      <p:ext uri="{BB962C8B-B14F-4D97-AF65-F5344CB8AC3E}">
        <p14:creationId xmlns:p14="http://schemas.microsoft.com/office/powerpoint/2010/main" val="1464707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105818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000" b="1" i="0" baseline="0">
              <a:solidFill>
                <a:schemeClr val="bg1"/>
              </a:solidFill>
              <a:latin typeface="Georgia" panose="02040502050405020303" pitchFamily="18" charset="0"/>
              <a:ea typeface="Cambria" panose="02040503050406030204" pitchFamily="18" charset="0"/>
              <a:cs typeface="Times New Roman" panose="02020603050405020304" pitchFamily="18" charset="0"/>
              <a:sym typeface="Georgia" panose="02040502050405020303" pitchFamily="18" charset="0"/>
            </a:endParaRPr>
          </a:p>
        </p:txBody>
      </p:sp>
      <p:sp>
        <p:nvSpPr>
          <p:cNvPr id="32" name="Background">
            <a:extLst>
              <a:ext uri="{FF2B5EF4-FFF2-40B4-BE49-F238E27FC236}">
                <a16:creationId xmlns:a16="http://schemas.microsoft.com/office/drawing/2014/main" id="{1D980268-7BA9-4779-810B-9A371BD3036C}"/>
              </a:ext>
            </a:extLst>
          </p:cNvPr>
          <p:cNvSpPr/>
          <p:nvPr userDrawn="1"/>
        </p:nvSpPr>
        <p:spPr>
          <a:xfrm>
            <a:off x="0" y="1587"/>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mn-lt"/>
            </a:endParaRPr>
          </a:p>
        </p:txBody>
      </p:sp>
      <p:grpSp>
        <p:nvGrpSpPr>
          <p:cNvPr id="104" name="Group 103">
            <a:extLst>
              <a:ext uri="{FF2B5EF4-FFF2-40B4-BE49-F238E27FC236}">
                <a16:creationId xmlns:a16="http://schemas.microsoft.com/office/drawing/2014/main" id="{E0307DC1-89A8-4F19-831F-D7727709D848}"/>
              </a:ext>
            </a:extLst>
          </p:cNvPr>
          <p:cNvGrpSpPr/>
          <p:nvPr userDrawn="1"/>
        </p:nvGrpSpPr>
        <p:grpSpPr>
          <a:xfrm>
            <a:off x="0" y="3305867"/>
            <a:ext cx="6648374" cy="3337021"/>
            <a:chOff x="0" y="0"/>
            <a:chExt cx="6648374" cy="3337021"/>
          </a:xfrm>
        </p:grpSpPr>
        <p:pic>
          <p:nvPicPr>
            <p:cNvPr id="105" name="Graphic 104">
              <a:extLst>
                <a:ext uri="{FF2B5EF4-FFF2-40B4-BE49-F238E27FC236}">
                  <a16:creationId xmlns:a16="http://schemas.microsoft.com/office/drawing/2014/main" id="{21BADBE0-EF9D-4335-AF16-0F5531396DC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0" y="0"/>
              <a:ext cx="3337021" cy="3337021"/>
            </a:xfrm>
            <a:prstGeom prst="rect">
              <a:avLst/>
            </a:prstGeom>
          </p:spPr>
        </p:pic>
        <p:pic>
          <p:nvPicPr>
            <p:cNvPr id="106" name="Graphic 105">
              <a:extLst>
                <a:ext uri="{FF2B5EF4-FFF2-40B4-BE49-F238E27FC236}">
                  <a16:creationId xmlns:a16="http://schemas.microsoft.com/office/drawing/2014/main" id="{FE9D55BB-E0CB-44EB-987D-AAEB678C205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311353" y="0"/>
              <a:ext cx="3337021" cy="3337021"/>
            </a:xfrm>
            <a:prstGeom prst="rect">
              <a:avLst/>
            </a:prstGeom>
          </p:spPr>
        </p:pic>
      </p:grpSp>
      <p:pic>
        <p:nvPicPr>
          <p:cNvPr id="107" name="Graphic 106">
            <a:extLst>
              <a:ext uri="{FF2B5EF4-FFF2-40B4-BE49-F238E27FC236}">
                <a16:creationId xmlns:a16="http://schemas.microsoft.com/office/drawing/2014/main" id="{24BBA23F-C71E-46C1-96BF-AB67B8254A0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605762" y="3305867"/>
            <a:ext cx="3337021" cy="3337021"/>
          </a:xfrm>
          <a:prstGeom prst="rect">
            <a:avLst/>
          </a:prstGeom>
        </p:spPr>
      </p:pic>
      <p:pic>
        <p:nvPicPr>
          <p:cNvPr id="108" name="Graphic 107">
            <a:extLst>
              <a:ext uri="{FF2B5EF4-FFF2-40B4-BE49-F238E27FC236}">
                <a16:creationId xmlns:a16="http://schemas.microsoft.com/office/drawing/2014/main" id="{86098EE8-AB18-4F28-AC02-491CA6F90929}"/>
              </a:ext>
            </a:extLst>
          </p:cNvPr>
          <p:cNvPicPr>
            <a:picLocks noChangeAspect="1"/>
          </p:cNvPicPr>
          <p:nvPr userDrawn="1"/>
        </p:nvPicPr>
        <p:blipFill>
          <a:blip>
            <a:extLst>
              <a:ext uri="{96DAC541-7B7A-43D3-8B79-37D633B846F1}">
                <asvg:svgBlip xmlns:asvg="http://schemas.microsoft.com/office/drawing/2016/SVG/main" r:embed="rId9"/>
              </a:ext>
            </a:extLst>
          </a:blip>
          <a:srcRect r="31829"/>
          <a:stretch>
            <a:fillRect/>
          </a:stretch>
        </p:blipFill>
        <p:spPr>
          <a:xfrm>
            <a:off x="9917115" y="3305867"/>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120" name="Graphic 119">
            <a:extLst>
              <a:ext uri="{FF2B5EF4-FFF2-40B4-BE49-F238E27FC236}">
                <a16:creationId xmlns:a16="http://schemas.microsoft.com/office/drawing/2014/main" id="{2A9E46F3-7EEF-45EC-B7C9-FAFF412582BF}"/>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118" name="Graphic 117">
            <a:extLst>
              <a:ext uri="{FF2B5EF4-FFF2-40B4-BE49-F238E27FC236}">
                <a16:creationId xmlns:a16="http://schemas.microsoft.com/office/drawing/2014/main" id="{F0B558E2-8155-4161-A0C3-8A3F8D9B29CF}"/>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3311353" y="6604027"/>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117" name="Graphic 116">
            <a:extLst>
              <a:ext uri="{FF2B5EF4-FFF2-40B4-BE49-F238E27FC236}">
                <a16:creationId xmlns:a16="http://schemas.microsoft.com/office/drawing/2014/main" id="{7F35D97E-A39C-4F02-8745-F5C3640709F8}"/>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6605762" y="6604027"/>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116" name="Graphic 115">
            <a:extLst>
              <a:ext uri="{FF2B5EF4-FFF2-40B4-BE49-F238E27FC236}">
                <a16:creationId xmlns:a16="http://schemas.microsoft.com/office/drawing/2014/main" id="{F5B3FA40-9DF6-443D-B910-DB34568AAA8C}"/>
              </a:ext>
            </a:extLst>
          </p:cNvPr>
          <p:cNvPicPr>
            <a:picLocks noChangeAspect="1"/>
          </p:cNvPicPr>
          <p:nvPr userDrawn="1"/>
        </p:nvPicPr>
        <p:blipFill>
          <a:blip>
            <a:extLst>
              <a:ext uri="{96DAC541-7B7A-43D3-8B79-37D633B846F1}">
                <asvg:svgBlip xmlns:asvg="http://schemas.microsoft.com/office/drawing/2016/SVG/main" r:embed="rId9"/>
              </a:ext>
            </a:extLst>
          </a:blip>
          <a:srcRect r="31829" b="92389"/>
          <a:stretch>
            <a:fillRect/>
          </a:stretch>
        </p:blipFill>
        <p:spPr>
          <a:xfrm>
            <a:off x="9917115" y="6604027"/>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14" name="Rectangle 1">
            <a:extLst>
              <a:ext uri="{FF2B5EF4-FFF2-40B4-BE49-F238E27FC236}">
                <a16:creationId xmlns:a16="http://schemas.microsoft.com/office/drawing/2014/main" id="{74DBAC4F-5C86-458F-88E1-115AA10C0759}"/>
              </a:ext>
            </a:extLst>
          </p:cNvPr>
          <p:cNvGrpSpPr/>
          <p:nvPr userDrawn="1"/>
        </p:nvGrpSpPr>
        <p:grpSpPr>
          <a:xfrm>
            <a:off x="0" y="0"/>
            <a:ext cx="6648374" cy="3337021"/>
            <a:chOff x="0" y="0"/>
            <a:chExt cx="6648374" cy="3337021"/>
          </a:xfrm>
        </p:grpSpPr>
        <p:pic>
          <p:nvPicPr>
            <p:cNvPr id="12" name="Graphic 11">
              <a:extLst>
                <a:ext uri="{FF2B5EF4-FFF2-40B4-BE49-F238E27FC236}">
                  <a16:creationId xmlns:a16="http://schemas.microsoft.com/office/drawing/2014/main" id="{C03C966D-E0F6-499D-B964-1BBA7BCCCE2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0" y="0"/>
              <a:ext cx="3337021" cy="3337021"/>
            </a:xfrm>
            <a:prstGeom prst="rect">
              <a:avLst/>
            </a:prstGeom>
          </p:spPr>
        </p:pic>
        <p:pic>
          <p:nvPicPr>
            <p:cNvPr id="98" name="Graphic 97">
              <a:extLst>
                <a:ext uri="{FF2B5EF4-FFF2-40B4-BE49-F238E27FC236}">
                  <a16:creationId xmlns:a16="http://schemas.microsoft.com/office/drawing/2014/main" id="{363F64DD-88CA-4D07-A7DC-636636F8D2D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311353" y="0"/>
              <a:ext cx="3337021" cy="3337021"/>
            </a:xfrm>
            <a:prstGeom prst="rect">
              <a:avLst/>
            </a:prstGeom>
          </p:spPr>
        </p:pic>
      </p:grpSp>
      <p:sp>
        <p:nvSpPr>
          <p:cNvPr id="63" name="Background">
            <a:extLst>
              <a:ext uri="{FF2B5EF4-FFF2-40B4-BE49-F238E27FC236}">
                <a16:creationId xmlns:a16="http://schemas.microsoft.com/office/drawing/2014/main" id="{425469C0-55E0-44DD-A565-3DED7D7E7D79}"/>
              </a:ext>
            </a:extLst>
          </p:cNvPr>
          <p:cNvSpPr/>
          <p:nvPr userDrawn="1"/>
        </p:nvSpPr>
        <p:spPr bwMode="ltGray">
          <a:xfrm rot="10800000">
            <a:off x="-2115" y="0"/>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endParaRPr>
          </a:p>
        </p:txBody>
      </p:sp>
      <p:sp>
        <p:nvSpPr>
          <p:cNvPr id="31" name="Background">
            <a:extLst>
              <a:ext uri="{FF2B5EF4-FFF2-40B4-BE49-F238E27FC236}">
                <a16:creationId xmlns:a16="http://schemas.microsoft.com/office/drawing/2014/main" id="{0E2068AF-9C8C-490E-B5B3-460EC8A03D94}"/>
              </a:ext>
            </a:extLst>
          </p:cNvPr>
          <p:cNvSpPr/>
          <p:nvPr userDrawn="1"/>
        </p:nvSpPr>
        <p:spPr bwMode="ltGray">
          <a:xfrm>
            <a:off x="0" y="207233"/>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endParaRPr>
          </a:p>
        </p:txBody>
      </p:sp>
      <p:grpSp>
        <p:nvGrpSpPr>
          <p:cNvPr id="35" name="Group 34">
            <a:extLst>
              <a:ext uri="{FF2B5EF4-FFF2-40B4-BE49-F238E27FC236}">
                <a16:creationId xmlns:a16="http://schemas.microsoft.com/office/drawing/2014/main" id="{1A210679-AAFE-4A37-B347-17F73F4FE03C}"/>
              </a:ext>
            </a:extLst>
          </p:cNvPr>
          <p:cNvGrpSpPr/>
          <p:nvPr userDrawn="1"/>
        </p:nvGrpSpPr>
        <p:grpSpPr>
          <a:xfrm>
            <a:off x="558977" y="509609"/>
            <a:ext cx="1550169" cy="633391"/>
            <a:chOff x="1568450" y="-1222375"/>
            <a:chExt cx="2327275" cy="950912"/>
          </a:xfrm>
          <a:solidFill>
            <a:schemeClr val="bg1"/>
          </a:solidFill>
        </p:grpSpPr>
        <p:sp>
          <p:nvSpPr>
            <p:cNvPr id="36" name="Freeform 568">
              <a:extLst>
                <a:ext uri="{FF2B5EF4-FFF2-40B4-BE49-F238E27FC236}">
                  <a16:creationId xmlns:a16="http://schemas.microsoft.com/office/drawing/2014/main" id="{3C220D7C-BB8A-448D-B566-ED3009C0941B}"/>
                </a:ext>
              </a:extLst>
            </p:cNvPr>
            <p:cNvSpPr>
              <a:spLocks noEditPoints="1"/>
            </p:cNvSpPr>
            <p:nvPr userDrawn="1"/>
          </p:nvSpPr>
          <p:spPr bwMode="auto">
            <a:xfrm>
              <a:off x="2643188" y="-682625"/>
              <a:ext cx="215900" cy="269875"/>
            </a:xfrm>
            <a:custGeom>
              <a:avLst/>
              <a:gdLst>
                <a:gd name="T0" fmla="*/ 0 w 77"/>
                <a:gd name="T1" fmla="*/ 0 h 96"/>
                <a:gd name="T2" fmla="*/ 34 w 77"/>
                <a:gd name="T3" fmla="*/ 0 h 96"/>
                <a:gd name="T4" fmla="*/ 70 w 77"/>
                <a:gd name="T5" fmla="*/ 27 h 96"/>
                <a:gd name="T6" fmla="*/ 60 w 77"/>
                <a:gd name="T7" fmla="*/ 44 h 96"/>
                <a:gd name="T8" fmla="*/ 60 w 77"/>
                <a:gd name="T9" fmla="*/ 44 h 96"/>
                <a:gd name="T10" fmla="*/ 77 w 77"/>
                <a:gd name="T11" fmla="*/ 67 h 96"/>
                <a:gd name="T12" fmla="*/ 38 w 77"/>
                <a:gd name="T13" fmla="*/ 96 h 96"/>
                <a:gd name="T14" fmla="*/ 0 w 77"/>
                <a:gd name="T15" fmla="*/ 96 h 96"/>
                <a:gd name="T16" fmla="*/ 0 w 77"/>
                <a:gd name="T17" fmla="*/ 0 h 96"/>
                <a:gd name="T18" fmla="*/ 32 w 77"/>
                <a:gd name="T19" fmla="*/ 40 h 96"/>
                <a:gd name="T20" fmla="*/ 47 w 77"/>
                <a:gd name="T21" fmla="*/ 29 h 96"/>
                <a:gd name="T22" fmla="*/ 30 w 77"/>
                <a:gd name="T23" fmla="*/ 18 h 96"/>
                <a:gd name="T24" fmla="*/ 23 w 77"/>
                <a:gd name="T25" fmla="*/ 18 h 96"/>
                <a:gd name="T26" fmla="*/ 23 w 77"/>
                <a:gd name="T27" fmla="*/ 40 h 96"/>
                <a:gd name="T28" fmla="*/ 32 w 77"/>
                <a:gd name="T29" fmla="*/ 40 h 96"/>
                <a:gd name="T30" fmla="*/ 35 w 77"/>
                <a:gd name="T31" fmla="*/ 78 h 96"/>
                <a:gd name="T32" fmla="*/ 53 w 77"/>
                <a:gd name="T33" fmla="*/ 67 h 96"/>
                <a:gd name="T34" fmla="*/ 33 w 77"/>
                <a:gd name="T35" fmla="*/ 55 h 96"/>
                <a:gd name="T36" fmla="*/ 23 w 77"/>
                <a:gd name="T37" fmla="*/ 55 h 96"/>
                <a:gd name="T38" fmla="*/ 23 w 77"/>
                <a:gd name="T39" fmla="*/ 78 h 96"/>
                <a:gd name="T40" fmla="*/ 35 w 77"/>
                <a:gd name="T41"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 h="96">
                  <a:moveTo>
                    <a:pt x="0" y="0"/>
                  </a:moveTo>
                  <a:cubicBezTo>
                    <a:pt x="34" y="0"/>
                    <a:pt x="34" y="0"/>
                    <a:pt x="34" y="0"/>
                  </a:cubicBezTo>
                  <a:cubicBezTo>
                    <a:pt x="57" y="0"/>
                    <a:pt x="70" y="9"/>
                    <a:pt x="70" y="27"/>
                  </a:cubicBezTo>
                  <a:cubicBezTo>
                    <a:pt x="70" y="35"/>
                    <a:pt x="65" y="41"/>
                    <a:pt x="60" y="44"/>
                  </a:cubicBezTo>
                  <a:cubicBezTo>
                    <a:pt x="60" y="44"/>
                    <a:pt x="60" y="44"/>
                    <a:pt x="60" y="44"/>
                  </a:cubicBezTo>
                  <a:cubicBezTo>
                    <a:pt x="66" y="46"/>
                    <a:pt x="77" y="54"/>
                    <a:pt x="77" y="67"/>
                  </a:cubicBezTo>
                  <a:cubicBezTo>
                    <a:pt x="77" y="84"/>
                    <a:pt x="66" y="96"/>
                    <a:pt x="38" y="96"/>
                  </a:cubicBezTo>
                  <a:cubicBezTo>
                    <a:pt x="0" y="96"/>
                    <a:pt x="0" y="96"/>
                    <a:pt x="0" y="96"/>
                  </a:cubicBezTo>
                  <a:lnTo>
                    <a:pt x="0" y="0"/>
                  </a:lnTo>
                  <a:close/>
                  <a:moveTo>
                    <a:pt x="32" y="40"/>
                  </a:moveTo>
                  <a:cubicBezTo>
                    <a:pt x="42" y="40"/>
                    <a:pt x="47" y="38"/>
                    <a:pt x="47" y="29"/>
                  </a:cubicBezTo>
                  <a:cubicBezTo>
                    <a:pt x="47" y="21"/>
                    <a:pt x="41" y="18"/>
                    <a:pt x="30" y="18"/>
                  </a:cubicBezTo>
                  <a:cubicBezTo>
                    <a:pt x="23" y="18"/>
                    <a:pt x="23" y="18"/>
                    <a:pt x="23" y="18"/>
                  </a:cubicBezTo>
                  <a:cubicBezTo>
                    <a:pt x="23" y="40"/>
                    <a:pt x="23" y="40"/>
                    <a:pt x="23" y="40"/>
                  </a:cubicBezTo>
                  <a:lnTo>
                    <a:pt x="32" y="40"/>
                  </a:lnTo>
                  <a:close/>
                  <a:moveTo>
                    <a:pt x="35" y="78"/>
                  </a:moveTo>
                  <a:cubicBezTo>
                    <a:pt x="47" y="78"/>
                    <a:pt x="53" y="75"/>
                    <a:pt x="53" y="67"/>
                  </a:cubicBezTo>
                  <a:cubicBezTo>
                    <a:pt x="53" y="59"/>
                    <a:pt x="47" y="55"/>
                    <a:pt x="33" y="55"/>
                  </a:cubicBezTo>
                  <a:cubicBezTo>
                    <a:pt x="23" y="55"/>
                    <a:pt x="23" y="55"/>
                    <a:pt x="23" y="55"/>
                  </a:cubicBezTo>
                  <a:cubicBezTo>
                    <a:pt x="23" y="78"/>
                    <a:pt x="23" y="78"/>
                    <a:pt x="23" y="78"/>
                  </a:cubicBezTo>
                  <a:lnTo>
                    <a:pt x="35"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7" name="Freeform 569">
              <a:extLst>
                <a:ext uri="{FF2B5EF4-FFF2-40B4-BE49-F238E27FC236}">
                  <a16:creationId xmlns:a16="http://schemas.microsoft.com/office/drawing/2014/main" id="{56955F2B-3B04-43A0-ABB2-69888FCB71B8}"/>
                </a:ext>
              </a:extLst>
            </p:cNvPr>
            <p:cNvSpPr>
              <a:spLocks noEditPoints="1"/>
            </p:cNvSpPr>
            <p:nvPr userDrawn="1"/>
          </p:nvSpPr>
          <p:spPr bwMode="auto">
            <a:xfrm>
              <a:off x="2879725" y="-627063"/>
              <a:ext cx="204788" cy="220662"/>
            </a:xfrm>
            <a:custGeom>
              <a:avLst/>
              <a:gdLst>
                <a:gd name="T0" fmla="*/ 0 w 73"/>
                <a:gd name="T1" fmla="*/ 55 h 78"/>
                <a:gd name="T2" fmla="*/ 32 w 73"/>
                <a:gd name="T3" fmla="*/ 33 h 78"/>
                <a:gd name="T4" fmla="*/ 45 w 73"/>
                <a:gd name="T5" fmla="*/ 33 h 78"/>
                <a:gd name="T6" fmla="*/ 45 w 73"/>
                <a:gd name="T7" fmla="*/ 28 h 78"/>
                <a:gd name="T8" fmla="*/ 31 w 73"/>
                <a:gd name="T9" fmla="*/ 20 h 78"/>
                <a:gd name="T10" fmla="*/ 9 w 73"/>
                <a:gd name="T11" fmla="*/ 23 h 78"/>
                <a:gd name="T12" fmla="*/ 4 w 73"/>
                <a:gd name="T13" fmla="*/ 6 h 78"/>
                <a:gd name="T14" fmla="*/ 35 w 73"/>
                <a:gd name="T15" fmla="*/ 0 h 78"/>
                <a:gd name="T16" fmla="*/ 67 w 73"/>
                <a:gd name="T17" fmla="*/ 24 h 78"/>
                <a:gd name="T18" fmla="*/ 67 w 73"/>
                <a:gd name="T19" fmla="*/ 57 h 78"/>
                <a:gd name="T20" fmla="*/ 73 w 73"/>
                <a:gd name="T21" fmla="*/ 60 h 78"/>
                <a:gd name="T22" fmla="*/ 73 w 73"/>
                <a:gd name="T23" fmla="*/ 77 h 78"/>
                <a:gd name="T24" fmla="*/ 67 w 73"/>
                <a:gd name="T25" fmla="*/ 77 h 78"/>
                <a:gd name="T26" fmla="*/ 47 w 73"/>
                <a:gd name="T27" fmla="*/ 69 h 78"/>
                <a:gd name="T28" fmla="*/ 25 w 73"/>
                <a:gd name="T29" fmla="*/ 78 h 78"/>
                <a:gd name="T30" fmla="*/ 0 w 73"/>
                <a:gd name="T31" fmla="*/ 55 h 78"/>
                <a:gd name="T32" fmla="*/ 45 w 73"/>
                <a:gd name="T33" fmla="*/ 58 h 78"/>
                <a:gd name="T34" fmla="*/ 45 w 73"/>
                <a:gd name="T35" fmla="*/ 46 h 78"/>
                <a:gd name="T36" fmla="*/ 33 w 73"/>
                <a:gd name="T37" fmla="*/ 46 h 78"/>
                <a:gd name="T38" fmla="*/ 22 w 73"/>
                <a:gd name="T39" fmla="*/ 54 h 78"/>
                <a:gd name="T40" fmla="*/ 30 w 73"/>
                <a:gd name="T41" fmla="*/ 60 h 78"/>
                <a:gd name="T42" fmla="*/ 45 w 73"/>
                <a:gd name="T4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3" h="78">
                  <a:moveTo>
                    <a:pt x="0" y="55"/>
                  </a:moveTo>
                  <a:cubicBezTo>
                    <a:pt x="0" y="36"/>
                    <a:pt x="17" y="33"/>
                    <a:pt x="32" y="33"/>
                  </a:cubicBezTo>
                  <a:cubicBezTo>
                    <a:pt x="45" y="33"/>
                    <a:pt x="45" y="33"/>
                    <a:pt x="45" y="33"/>
                  </a:cubicBezTo>
                  <a:cubicBezTo>
                    <a:pt x="45" y="28"/>
                    <a:pt x="45" y="28"/>
                    <a:pt x="45" y="28"/>
                  </a:cubicBezTo>
                  <a:cubicBezTo>
                    <a:pt x="45" y="21"/>
                    <a:pt x="40" y="20"/>
                    <a:pt x="31" y="20"/>
                  </a:cubicBezTo>
                  <a:cubicBezTo>
                    <a:pt x="24" y="20"/>
                    <a:pt x="16" y="21"/>
                    <a:pt x="9" y="23"/>
                  </a:cubicBezTo>
                  <a:cubicBezTo>
                    <a:pt x="4" y="6"/>
                    <a:pt x="4" y="6"/>
                    <a:pt x="4" y="6"/>
                  </a:cubicBezTo>
                  <a:cubicBezTo>
                    <a:pt x="13" y="3"/>
                    <a:pt x="23" y="0"/>
                    <a:pt x="35" y="0"/>
                  </a:cubicBezTo>
                  <a:cubicBezTo>
                    <a:pt x="58" y="0"/>
                    <a:pt x="67" y="7"/>
                    <a:pt x="67" y="24"/>
                  </a:cubicBezTo>
                  <a:cubicBezTo>
                    <a:pt x="67" y="57"/>
                    <a:pt x="67" y="57"/>
                    <a:pt x="67" y="57"/>
                  </a:cubicBezTo>
                  <a:cubicBezTo>
                    <a:pt x="67" y="59"/>
                    <a:pt x="69" y="60"/>
                    <a:pt x="73" y="60"/>
                  </a:cubicBezTo>
                  <a:cubicBezTo>
                    <a:pt x="73" y="77"/>
                    <a:pt x="73" y="77"/>
                    <a:pt x="73" y="77"/>
                  </a:cubicBezTo>
                  <a:cubicBezTo>
                    <a:pt x="71" y="77"/>
                    <a:pt x="69" y="77"/>
                    <a:pt x="67" y="77"/>
                  </a:cubicBezTo>
                  <a:cubicBezTo>
                    <a:pt x="58" y="77"/>
                    <a:pt x="49" y="76"/>
                    <a:pt x="47" y="69"/>
                  </a:cubicBezTo>
                  <a:cubicBezTo>
                    <a:pt x="41" y="73"/>
                    <a:pt x="34" y="78"/>
                    <a:pt x="25" y="78"/>
                  </a:cubicBezTo>
                  <a:cubicBezTo>
                    <a:pt x="9" y="78"/>
                    <a:pt x="0" y="70"/>
                    <a:pt x="0" y="55"/>
                  </a:cubicBezTo>
                  <a:moveTo>
                    <a:pt x="45" y="58"/>
                  </a:moveTo>
                  <a:cubicBezTo>
                    <a:pt x="45" y="46"/>
                    <a:pt x="45" y="46"/>
                    <a:pt x="45" y="46"/>
                  </a:cubicBezTo>
                  <a:cubicBezTo>
                    <a:pt x="33" y="46"/>
                    <a:pt x="33" y="46"/>
                    <a:pt x="33" y="46"/>
                  </a:cubicBezTo>
                  <a:cubicBezTo>
                    <a:pt x="27" y="46"/>
                    <a:pt x="22" y="48"/>
                    <a:pt x="22" y="54"/>
                  </a:cubicBezTo>
                  <a:cubicBezTo>
                    <a:pt x="22" y="58"/>
                    <a:pt x="26" y="60"/>
                    <a:pt x="30" y="60"/>
                  </a:cubicBezTo>
                  <a:cubicBezTo>
                    <a:pt x="35" y="60"/>
                    <a:pt x="40" y="59"/>
                    <a:pt x="45" y="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8" name="Freeform 570">
              <a:extLst>
                <a:ext uri="{FF2B5EF4-FFF2-40B4-BE49-F238E27FC236}">
                  <a16:creationId xmlns:a16="http://schemas.microsoft.com/office/drawing/2014/main" id="{AB576AAF-61A1-45F3-B605-3C184D4B1CCD}"/>
                </a:ext>
              </a:extLst>
            </p:cNvPr>
            <p:cNvSpPr>
              <a:spLocks/>
            </p:cNvSpPr>
            <p:nvPr userDrawn="1"/>
          </p:nvSpPr>
          <p:spPr bwMode="auto">
            <a:xfrm>
              <a:off x="3117850" y="-627063"/>
              <a:ext cx="200025" cy="214312"/>
            </a:xfrm>
            <a:custGeom>
              <a:avLst/>
              <a:gdLst>
                <a:gd name="T0" fmla="*/ 0 w 71"/>
                <a:gd name="T1" fmla="*/ 2 h 76"/>
                <a:gd name="T2" fmla="*/ 22 w 71"/>
                <a:gd name="T3" fmla="*/ 2 h 76"/>
                <a:gd name="T4" fmla="*/ 22 w 71"/>
                <a:gd name="T5" fmla="*/ 10 h 76"/>
                <a:gd name="T6" fmla="*/ 46 w 71"/>
                <a:gd name="T7" fmla="*/ 0 h 76"/>
                <a:gd name="T8" fmla="*/ 71 w 71"/>
                <a:gd name="T9" fmla="*/ 30 h 76"/>
                <a:gd name="T10" fmla="*/ 71 w 71"/>
                <a:gd name="T11" fmla="*/ 76 h 76"/>
                <a:gd name="T12" fmla="*/ 49 w 71"/>
                <a:gd name="T13" fmla="*/ 76 h 76"/>
                <a:gd name="T14" fmla="*/ 49 w 71"/>
                <a:gd name="T15" fmla="*/ 32 h 76"/>
                <a:gd name="T16" fmla="*/ 39 w 71"/>
                <a:gd name="T17" fmla="*/ 20 h 76"/>
                <a:gd name="T18" fmla="*/ 22 w 71"/>
                <a:gd name="T19" fmla="*/ 24 h 76"/>
                <a:gd name="T20" fmla="*/ 22 w 71"/>
                <a:gd name="T21" fmla="*/ 76 h 76"/>
                <a:gd name="T22" fmla="*/ 0 w 71"/>
                <a:gd name="T23" fmla="*/ 76 h 76"/>
                <a:gd name="T24" fmla="*/ 0 w 71"/>
                <a:gd name="T25" fmla="*/ 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6">
                  <a:moveTo>
                    <a:pt x="0" y="2"/>
                  </a:moveTo>
                  <a:cubicBezTo>
                    <a:pt x="22" y="2"/>
                    <a:pt x="22" y="2"/>
                    <a:pt x="22" y="2"/>
                  </a:cubicBezTo>
                  <a:cubicBezTo>
                    <a:pt x="22" y="10"/>
                    <a:pt x="22" y="10"/>
                    <a:pt x="22" y="10"/>
                  </a:cubicBezTo>
                  <a:cubicBezTo>
                    <a:pt x="27" y="6"/>
                    <a:pt x="37" y="0"/>
                    <a:pt x="46" y="0"/>
                  </a:cubicBezTo>
                  <a:cubicBezTo>
                    <a:pt x="70" y="0"/>
                    <a:pt x="71" y="13"/>
                    <a:pt x="71" y="30"/>
                  </a:cubicBezTo>
                  <a:cubicBezTo>
                    <a:pt x="71" y="76"/>
                    <a:pt x="71" y="76"/>
                    <a:pt x="71" y="76"/>
                  </a:cubicBezTo>
                  <a:cubicBezTo>
                    <a:pt x="49" y="76"/>
                    <a:pt x="49" y="76"/>
                    <a:pt x="49" y="76"/>
                  </a:cubicBezTo>
                  <a:cubicBezTo>
                    <a:pt x="49" y="32"/>
                    <a:pt x="49" y="32"/>
                    <a:pt x="49" y="32"/>
                  </a:cubicBezTo>
                  <a:cubicBezTo>
                    <a:pt x="49" y="22"/>
                    <a:pt x="46" y="20"/>
                    <a:pt x="39" y="20"/>
                  </a:cubicBezTo>
                  <a:cubicBezTo>
                    <a:pt x="32" y="20"/>
                    <a:pt x="26" y="22"/>
                    <a:pt x="22" y="24"/>
                  </a:cubicBezTo>
                  <a:cubicBezTo>
                    <a:pt x="22" y="76"/>
                    <a:pt x="22" y="76"/>
                    <a:pt x="22" y="76"/>
                  </a:cubicBezTo>
                  <a:cubicBezTo>
                    <a:pt x="0" y="76"/>
                    <a:pt x="0" y="76"/>
                    <a:pt x="0" y="76"/>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9" name="Freeform 571">
              <a:extLst>
                <a:ext uri="{FF2B5EF4-FFF2-40B4-BE49-F238E27FC236}">
                  <a16:creationId xmlns:a16="http://schemas.microsoft.com/office/drawing/2014/main" id="{3DF65FB0-FFED-471C-A0DF-2DDA327C3BFF}"/>
                </a:ext>
              </a:extLst>
            </p:cNvPr>
            <p:cNvSpPr>
              <a:spLocks/>
            </p:cNvSpPr>
            <p:nvPr userDrawn="1"/>
          </p:nvSpPr>
          <p:spPr bwMode="auto">
            <a:xfrm>
              <a:off x="3359150" y="-700088"/>
              <a:ext cx="203200" cy="287337"/>
            </a:xfrm>
            <a:custGeom>
              <a:avLst/>
              <a:gdLst>
                <a:gd name="T0" fmla="*/ 0 w 128"/>
                <a:gd name="T1" fmla="*/ 0 h 181"/>
                <a:gd name="T2" fmla="*/ 41 w 128"/>
                <a:gd name="T3" fmla="*/ 0 h 181"/>
                <a:gd name="T4" fmla="*/ 41 w 128"/>
                <a:gd name="T5" fmla="*/ 99 h 181"/>
                <a:gd name="T6" fmla="*/ 76 w 128"/>
                <a:gd name="T7" fmla="*/ 50 h 181"/>
                <a:gd name="T8" fmla="*/ 121 w 128"/>
                <a:gd name="T9" fmla="*/ 50 h 181"/>
                <a:gd name="T10" fmla="*/ 73 w 128"/>
                <a:gd name="T11" fmla="*/ 110 h 181"/>
                <a:gd name="T12" fmla="*/ 128 w 128"/>
                <a:gd name="T13" fmla="*/ 181 h 181"/>
                <a:gd name="T14" fmla="*/ 78 w 128"/>
                <a:gd name="T15" fmla="*/ 181 h 181"/>
                <a:gd name="T16" fmla="*/ 41 w 128"/>
                <a:gd name="T17" fmla="*/ 128 h 181"/>
                <a:gd name="T18" fmla="*/ 41 w 128"/>
                <a:gd name="T19" fmla="*/ 181 h 181"/>
                <a:gd name="T20" fmla="*/ 0 w 128"/>
                <a:gd name="T21" fmla="*/ 181 h 181"/>
                <a:gd name="T22" fmla="*/ 0 w 128"/>
                <a:gd name="T23"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181">
                  <a:moveTo>
                    <a:pt x="0" y="0"/>
                  </a:moveTo>
                  <a:lnTo>
                    <a:pt x="41" y="0"/>
                  </a:lnTo>
                  <a:lnTo>
                    <a:pt x="41" y="99"/>
                  </a:lnTo>
                  <a:lnTo>
                    <a:pt x="76" y="50"/>
                  </a:lnTo>
                  <a:lnTo>
                    <a:pt x="121" y="50"/>
                  </a:lnTo>
                  <a:lnTo>
                    <a:pt x="73" y="110"/>
                  </a:lnTo>
                  <a:lnTo>
                    <a:pt x="128" y="181"/>
                  </a:lnTo>
                  <a:lnTo>
                    <a:pt x="78" y="181"/>
                  </a:lnTo>
                  <a:lnTo>
                    <a:pt x="41" y="128"/>
                  </a:lnTo>
                  <a:lnTo>
                    <a:pt x="41" y="181"/>
                  </a:lnTo>
                  <a:lnTo>
                    <a:pt x="0" y="18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0" name="Freeform 572">
              <a:extLst>
                <a:ext uri="{FF2B5EF4-FFF2-40B4-BE49-F238E27FC236}">
                  <a16:creationId xmlns:a16="http://schemas.microsoft.com/office/drawing/2014/main" id="{4B9153B3-CE76-463A-840E-55087279F23A}"/>
                </a:ext>
              </a:extLst>
            </p:cNvPr>
            <p:cNvSpPr>
              <a:spLocks/>
            </p:cNvSpPr>
            <p:nvPr userDrawn="1"/>
          </p:nvSpPr>
          <p:spPr bwMode="auto">
            <a:xfrm>
              <a:off x="2105025" y="-1081088"/>
              <a:ext cx="268288" cy="269875"/>
            </a:xfrm>
            <a:custGeom>
              <a:avLst/>
              <a:gdLst>
                <a:gd name="T0" fmla="*/ 65 w 169"/>
                <a:gd name="T1" fmla="*/ 0 h 170"/>
                <a:gd name="T2" fmla="*/ 169 w 169"/>
                <a:gd name="T3" fmla="*/ 0 h 170"/>
                <a:gd name="T4" fmla="*/ 169 w 169"/>
                <a:gd name="T5" fmla="*/ 170 h 170"/>
                <a:gd name="T6" fmla="*/ 0 w 169"/>
                <a:gd name="T7" fmla="*/ 170 h 170"/>
                <a:gd name="T8" fmla="*/ 0 w 169"/>
                <a:gd name="T9" fmla="*/ 131 h 170"/>
                <a:gd name="T10" fmla="*/ 93 w 169"/>
                <a:gd name="T11" fmla="*/ 37 h 170"/>
                <a:gd name="T12" fmla="*/ 97 w 169"/>
                <a:gd name="T13" fmla="*/ 32 h 170"/>
                <a:gd name="T14" fmla="*/ 65 w 169"/>
                <a:gd name="T15" fmla="*/ 0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9" h="170">
                  <a:moveTo>
                    <a:pt x="65" y="0"/>
                  </a:moveTo>
                  <a:lnTo>
                    <a:pt x="169" y="0"/>
                  </a:lnTo>
                  <a:lnTo>
                    <a:pt x="169" y="170"/>
                  </a:lnTo>
                  <a:lnTo>
                    <a:pt x="0" y="170"/>
                  </a:lnTo>
                  <a:lnTo>
                    <a:pt x="0" y="131"/>
                  </a:lnTo>
                  <a:lnTo>
                    <a:pt x="93" y="37"/>
                  </a:lnTo>
                  <a:lnTo>
                    <a:pt x="97" y="32"/>
                  </a:lnTo>
                  <a:lnTo>
                    <a:pt x="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1" name="Freeform 573">
              <a:extLst>
                <a:ext uri="{FF2B5EF4-FFF2-40B4-BE49-F238E27FC236}">
                  <a16:creationId xmlns:a16="http://schemas.microsoft.com/office/drawing/2014/main" id="{D5E88290-50BA-4495-B221-8D6AC5095EDA}"/>
                </a:ext>
              </a:extLst>
            </p:cNvPr>
            <p:cNvSpPr>
              <a:spLocks/>
            </p:cNvSpPr>
            <p:nvPr userDrawn="1"/>
          </p:nvSpPr>
          <p:spPr bwMode="auto">
            <a:xfrm>
              <a:off x="1922463" y="-1222375"/>
              <a:ext cx="307975" cy="384175"/>
            </a:xfrm>
            <a:custGeom>
              <a:avLst/>
              <a:gdLst>
                <a:gd name="T0" fmla="*/ 74 w 194"/>
                <a:gd name="T1" fmla="*/ 0 h 242"/>
                <a:gd name="T2" fmla="*/ 194 w 194"/>
                <a:gd name="T3" fmla="*/ 121 h 242"/>
                <a:gd name="T4" fmla="*/ 74 w 194"/>
                <a:gd name="T5" fmla="*/ 242 h 242"/>
                <a:gd name="T6" fmla="*/ 47 w 194"/>
                <a:gd name="T7" fmla="*/ 215 h 242"/>
                <a:gd name="T8" fmla="*/ 47 w 194"/>
                <a:gd name="T9" fmla="*/ 74 h 242"/>
                <a:gd name="T10" fmla="*/ 0 w 194"/>
                <a:gd name="T11" fmla="*/ 74 h 242"/>
                <a:gd name="T12" fmla="*/ 74 w 194"/>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194" h="242">
                  <a:moveTo>
                    <a:pt x="74" y="0"/>
                  </a:moveTo>
                  <a:lnTo>
                    <a:pt x="194" y="121"/>
                  </a:lnTo>
                  <a:lnTo>
                    <a:pt x="74" y="242"/>
                  </a:lnTo>
                  <a:lnTo>
                    <a:pt x="47" y="215"/>
                  </a:lnTo>
                  <a:lnTo>
                    <a:pt x="47" y="74"/>
                  </a:lnTo>
                  <a:lnTo>
                    <a:pt x="0" y="74"/>
                  </a:lnTo>
                  <a:lnTo>
                    <a:pt x="7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2" name="Freeform 574">
              <a:extLst>
                <a:ext uri="{FF2B5EF4-FFF2-40B4-BE49-F238E27FC236}">
                  <a16:creationId xmlns:a16="http://schemas.microsoft.com/office/drawing/2014/main" id="{6C993C06-AA95-4443-B724-8B34E551B56D}"/>
                </a:ext>
              </a:extLst>
            </p:cNvPr>
            <p:cNvSpPr>
              <a:spLocks/>
            </p:cNvSpPr>
            <p:nvPr userDrawn="1"/>
          </p:nvSpPr>
          <p:spPr bwMode="auto">
            <a:xfrm>
              <a:off x="1704975" y="-1081088"/>
              <a:ext cx="269875" cy="269875"/>
            </a:xfrm>
            <a:custGeom>
              <a:avLst/>
              <a:gdLst>
                <a:gd name="T0" fmla="*/ 0 w 170"/>
                <a:gd name="T1" fmla="*/ 0 h 170"/>
                <a:gd name="T2" fmla="*/ 0 w 170"/>
                <a:gd name="T3" fmla="*/ 105 h 170"/>
                <a:gd name="T4" fmla="*/ 29 w 170"/>
                <a:gd name="T5" fmla="*/ 76 h 170"/>
                <a:gd name="T6" fmla="*/ 34 w 170"/>
                <a:gd name="T7" fmla="*/ 71 h 170"/>
                <a:gd name="T8" fmla="*/ 133 w 170"/>
                <a:gd name="T9" fmla="*/ 170 h 170"/>
                <a:gd name="T10" fmla="*/ 170 w 170"/>
                <a:gd name="T11" fmla="*/ 170 h 170"/>
                <a:gd name="T12" fmla="*/ 170 w 170"/>
                <a:gd name="T13" fmla="*/ 0 h 170"/>
                <a:gd name="T14" fmla="*/ 0 w 170"/>
                <a:gd name="T15" fmla="*/ 0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70">
                  <a:moveTo>
                    <a:pt x="0" y="0"/>
                  </a:moveTo>
                  <a:lnTo>
                    <a:pt x="0" y="105"/>
                  </a:lnTo>
                  <a:lnTo>
                    <a:pt x="29" y="76"/>
                  </a:lnTo>
                  <a:lnTo>
                    <a:pt x="34" y="71"/>
                  </a:lnTo>
                  <a:lnTo>
                    <a:pt x="133" y="170"/>
                  </a:lnTo>
                  <a:lnTo>
                    <a:pt x="170" y="170"/>
                  </a:lnTo>
                  <a:lnTo>
                    <a:pt x="17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3" name="Freeform 575">
              <a:extLst>
                <a:ext uri="{FF2B5EF4-FFF2-40B4-BE49-F238E27FC236}">
                  <a16:creationId xmlns:a16="http://schemas.microsoft.com/office/drawing/2014/main" id="{87C29E33-DC8E-4D5E-9508-281A33404871}"/>
                </a:ext>
              </a:extLst>
            </p:cNvPr>
            <p:cNvSpPr>
              <a:spLocks/>
            </p:cNvSpPr>
            <p:nvPr userDrawn="1"/>
          </p:nvSpPr>
          <p:spPr bwMode="auto">
            <a:xfrm>
              <a:off x="1568450" y="-939800"/>
              <a:ext cx="381000" cy="309562"/>
            </a:xfrm>
            <a:custGeom>
              <a:avLst/>
              <a:gdLst>
                <a:gd name="T0" fmla="*/ 0 w 240"/>
                <a:gd name="T1" fmla="*/ 122 h 195"/>
                <a:gd name="T2" fmla="*/ 120 w 240"/>
                <a:gd name="T3" fmla="*/ 0 h 195"/>
                <a:gd name="T4" fmla="*/ 240 w 240"/>
                <a:gd name="T5" fmla="*/ 122 h 195"/>
                <a:gd name="T6" fmla="*/ 214 w 240"/>
                <a:gd name="T7" fmla="*/ 149 h 195"/>
                <a:gd name="T8" fmla="*/ 74 w 240"/>
                <a:gd name="T9" fmla="*/ 149 h 195"/>
                <a:gd name="T10" fmla="*/ 74 w 240"/>
                <a:gd name="T11" fmla="*/ 195 h 195"/>
                <a:gd name="T12" fmla="*/ 0 w 240"/>
                <a:gd name="T13" fmla="*/ 122 h 195"/>
              </a:gdLst>
              <a:ahLst/>
              <a:cxnLst>
                <a:cxn ang="0">
                  <a:pos x="T0" y="T1"/>
                </a:cxn>
                <a:cxn ang="0">
                  <a:pos x="T2" y="T3"/>
                </a:cxn>
                <a:cxn ang="0">
                  <a:pos x="T4" y="T5"/>
                </a:cxn>
                <a:cxn ang="0">
                  <a:pos x="T6" y="T7"/>
                </a:cxn>
                <a:cxn ang="0">
                  <a:pos x="T8" y="T9"/>
                </a:cxn>
                <a:cxn ang="0">
                  <a:pos x="T10" y="T11"/>
                </a:cxn>
                <a:cxn ang="0">
                  <a:pos x="T12" y="T13"/>
                </a:cxn>
              </a:cxnLst>
              <a:rect l="0" t="0" r="r" b="b"/>
              <a:pathLst>
                <a:path w="240" h="195">
                  <a:moveTo>
                    <a:pt x="0" y="122"/>
                  </a:moveTo>
                  <a:lnTo>
                    <a:pt x="120" y="0"/>
                  </a:lnTo>
                  <a:lnTo>
                    <a:pt x="240" y="122"/>
                  </a:lnTo>
                  <a:lnTo>
                    <a:pt x="214" y="149"/>
                  </a:lnTo>
                  <a:lnTo>
                    <a:pt x="74" y="149"/>
                  </a:lnTo>
                  <a:lnTo>
                    <a:pt x="74" y="195"/>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4" name="Freeform 576">
              <a:extLst>
                <a:ext uri="{FF2B5EF4-FFF2-40B4-BE49-F238E27FC236}">
                  <a16:creationId xmlns:a16="http://schemas.microsoft.com/office/drawing/2014/main" id="{14508571-8E23-401B-9B85-0763784D45B5}"/>
                </a:ext>
              </a:extLst>
            </p:cNvPr>
            <p:cNvSpPr>
              <a:spLocks/>
            </p:cNvSpPr>
            <p:nvPr userDrawn="1"/>
          </p:nvSpPr>
          <p:spPr bwMode="auto">
            <a:xfrm>
              <a:off x="1704975" y="-682625"/>
              <a:ext cx="269875" cy="269875"/>
            </a:xfrm>
            <a:custGeom>
              <a:avLst/>
              <a:gdLst>
                <a:gd name="T0" fmla="*/ 0 w 170"/>
                <a:gd name="T1" fmla="*/ 170 h 170"/>
                <a:gd name="T2" fmla="*/ 0 w 170"/>
                <a:gd name="T3" fmla="*/ 0 h 170"/>
                <a:gd name="T4" fmla="*/ 170 w 170"/>
                <a:gd name="T5" fmla="*/ 0 h 170"/>
                <a:gd name="T6" fmla="*/ 170 w 170"/>
                <a:gd name="T7" fmla="*/ 39 h 170"/>
                <a:gd name="T8" fmla="*/ 76 w 170"/>
                <a:gd name="T9" fmla="*/ 133 h 170"/>
                <a:gd name="T10" fmla="*/ 73 w 170"/>
                <a:gd name="T11" fmla="*/ 138 h 170"/>
                <a:gd name="T12" fmla="*/ 76 w 170"/>
                <a:gd name="T13" fmla="*/ 142 h 170"/>
                <a:gd name="T14" fmla="*/ 105 w 170"/>
                <a:gd name="T15" fmla="*/ 170 h 170"/>
                <a:gd name="T16" fmla="*/ 0 w 170"/>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70">
                  <a:moveTo>
                    <a:pt x="0" y="170"/>
                  </a:moveTo>
                  <a:lnTo>
                    <a:pt x="0" y="0"/>
                  </a:lnTo>
                  <a:lnTo>
                    <a:pt x="170" y="0"/>
                  </a:lnTo>
                  <a:lnTo>
                    <a:pt x="170" y="39"/>
                  </a:lnTo>
                  <a:lnTo>
                    <a:pt x="76" y="133"/>
                  </a:lnTo>
                  <a:lnTo>
                    <a:pt x="73" y="138"/>
                  </a:lnTo>
                  <a:lnTo>
                    <a:pt x="76" y="142"/>
                  </a:lnTo>
                  <a:lnTo>
                    <a:pt x="105" y="170"/>
                  </a:lnTo>
                  <a:lnTo>
                    <a:pt x="0"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5" name="Freeform 577">
              <a:extLst>
                <a:ext uri="{FF2B5EF4-FFF2-40B4-BE49-F238E27FC236}">
                  <a16:creationId xmlns:a16="http://schemas.microsoft.com/office/drawing/2014/main" id="{D75DFA95-69BA-452A-B53B-93057F5ADF2A}"/>
                </a:ext>
              </a:extLst>
            </p:cNvPr>
            <p:cNvSpPr>
              <a:spLocks/>
            </p:cNvSpPr>
            <p:nvPr userDrawn="1"/>
          </p:nvSpPr>
          <p:spPr bwMode="auto">
            <a:xfrm>
              <a:off x="1849438" y="-655638"/>
              <a:ext cx="307975" cy="384175"/>
            </a:xfrm>
            <a:custGeom>
              <a:avLst/>
              <a:gdLst>
                <a:gd name="T0" fmla="*/ 120 w 194"/>
                <a:gd name="T1" fmla="*/ 242 h 242"/>
                <a:gd name="T2" fmla="*/ 0 w 194"/>
                <a:gd name="T3" fmla="*/ 121 h 242"/>
                <a:gd name="T4" fmla="*/ 120 w 194"/>
                <a:gd name="T5" fmla="*/ 0 h 242"/>
                <a:gd name="T6" fmla="*/ 146 w 194"/>
                <a:gd name="T7" fmla="*/ 27 h 242"/>
                <a:gd name="T8" fmla="*/ 146 w 194"/>
                <a:gd name="T9" fmla="*/ 168 h 242"/>
                <a:gd name="T10" fmla="*/ 194 w 194"/>
                <a:gd name="T11" fmla="*/ 168 h 242"/>
                <a:gd name="T12" fmla="*/ 120 w 194"/>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194" h="242">
                  <a:moveTo>
                    <a:pt x="120" y="242"/>
                  </a:moveTo>
                  <a:lnTo>
                    <a:pt x="0" y="121"/>
                  </a:lnTo>
                  <a:lnTo>
                    <a:pt x="120" y="0"/>
                  </a:lnTo>
                  <a:lnTo>
                    <a:pt x="146" y="27"/>
                  </a:lnTo>
                  <a:lnTo>
                    <a:pt x="146" y="168"/>
                  </a:lnTo>
                  <a:lnTo>
                    <a:pt x="194" y="168"/>
                  </a:lnTo>
                  <a:lnTo>
                    <a:pt x="120" y="2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6" name="Freeform 578">
              <a:extLst>
                <a:ext uri="{FF2B5EF4-FFF2-40B4-BE49-F238E27FC236}">
                  <a16:creationId xmlns:a16="http://schemas.microsoft.com/office/drawing/2014/main" id="{6291102D-0F2C-486C-ACE9-E05B63C55FCA}"/>
                </a:ext>
              </a:extLst>
            </p:cNvPr>
            <p:cNvSpPr>
              <a:spLocks/>
            </p:cNvSpPr>
            <p:nvPr userDrawn="1"/>
          </p:nvSpPr>
          <p:spPr bwMode="auto">
            <a:xfrm>
              <a:off x="2105025" y="-682625"/>
              <a:ext cx="268288" cy="269875"/>
            </a:xfrm>
            <a:custGeom>
              <a:avLst/>
              <a:gdLst>
                <a:gd name="T0" fmla="*/ 169 w 169"/>
                <a:gd name="T1" fmla="*/ 170 h 170"/>
                <a:gd name="T2" fmla="*/ 0 w 169"/>
                <a:gd name="T3" fmla="*/ 170 h 170"/>
                <a:gd name="T4" fmla="*/ 0 w 169"/>
                <a:gd name="T5" fmla="*/ 0 h 170"/>
                <a:gd name="T6" fmla="*/ 37 w 169"/>
                <a:gd name="T7" fmla="*/ 0 h 170"/>
                <a:gd name="T8" fmla="*/ 130 w 169"/>
                <a:gd name="T9" fmla="*/ 94 h 170"/>
                <a:gd name="T10" fmla="*/ 136 w 169"/>
                <a:gd name="T11" fmla="*/ 99 h 170"/>
                <a:gd name="T12" fmla="*/ 141 w 169"/>
                <a:gd name="T13" fmla="*/ 94 h 170"/>
                <a:gd name="T14" fmla="*/ 169 w 169"/>
                <a:gd name="T15" fmla="*/ 65 h 170"/>
                <a:gd name="T16" fmla="*/ 169 w 169"/>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170">
                  <a:moveTo>
                    <a:pt x="169" y="170"/>
                  </a:moveTo>
                  <a:lnTo>
                    <a:pt x="0" y="170"/>
                  </a:lnTo>
                  <a:lnTo>
                    <a:pt x="0" y="0"/>
                  </a:lnTo>
                  <a:lnTo>
                    <a:pt x="37" y="0"/>
                  </a:lnTo>
                  <a:lnTo>
                    <a:pt x="130" y="94"/>
                  </a:lnTo>
                  <a:lnTo>
                    <a:pt x="136" y="99"/>
                  </a:lnTo>
                  <a:lnTo>
                    <a:pt x="141" y="94"/>
                  </a:lnTo>
                  <a:lnTo>
                    <a:pt x="169" y="65"/>
                  </a:lnTo>
                  <a:lnTo>
                    <a:pt x="169"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7" name="Freeform 579">
              <a:extLst>
                <a:ext uri="{FF2B5EF4-FFF2-40B4-BE49-F238E27FC236}">
                  <a16:creationId xmlns:a16="http://schemas.microsoft.com/office/drawing/2014/main" id="{85BDF893-5B04-4A7A-9D6B-F541182B09F7}"/>
                </a:ext>
              </a:extLst>
            </p:cNvPr>
            <p:cNvSpPr>
              <a:spLocks/>
            </p:cNvSpPr>
            <p:nvPr userDrawn="1"/>
          </p:nvSpPr>
          <p:spPr bwMode="auto">
            <a:xfrm>
              <a:off x="2128838" y="-863600"/>
              <a:ext cx="382588" cy="309562"/>
            </a:xfrm>
            <a:custGeom>
              <a:avLst/>
              <a:gdLst>
                <a:gd name="T0" fmla="*/ 121 w 241"/>
                <a:gd name="T1" fmla="*/ 195 h 195"/>
                <a:gd name="T2" fmla="*/ 0 w 241"/>
                <a:gd name="T3" fmla="*/ 74 h 195"/>
                <a:gd name="T4" fmla="*/ 27 w 241"/>
                <a:gd name="T5" fmla="*/ 46 h 195"/>
                <a:gd name="T6" fmla="*/ 167 w 241"/>
                <a:gd name="T7" fmla="*/ 46 h 195"/>
                <a:gd name="T8" fmla="*/ 167 w 241"/>
                <a:gd name="T9" fmla="*/ 0 h 195"/>
                <a:gd name="T10" fmla="*/ 241 w 241"/>
                <a:gd name="T11" fmla="*/ 74 h 195"/>
                <a:gd name="T12" fmla="*/ 121 w 241"/>
                <a:gd name="T13" fmla="*/ 195 h 195"/>
              </a:gdLst>
              <a:ahLst/>
              <a:cxnLst>
                <a:cxn ang="0">
                  <a:pos x="T0" y="T1"/>
                </a:cxn>
                <a:cxn ang="0">
                  <a:pos x="T2" y="T3"/>
                </a:cxn>
                <a:cxn ang="0">
                  <a:pos x="T4" y="T5"/>
                </a:cxn>
                <a:cxn ang="0">
                  <a:pos x="T6" y="T7"/>
                </a:cxn>
                <a:cxn ang="0">
                  <a:pos x="T8" y="T9"/>
                </a:cxn>
                <a:cxn ang="0">
                  <a:pos x="T10" y="T11"/>
                </a:cxn>
                <a:cxn ang="0">
                  <a:pos x="T12" y="T13"/>
                </a:cxn>
              </a:cxnLst>
              <a:rect l="0" t="0" r="r" b="b"/>
              <a:pathLst>
                <a:path w="241" h="195">
                  <a:moveTo>
                    <a:pt x="121" y="195"/>
                  </a:moveTo>
                  <a:lnTo>
                    <a:pt x="0" y="74"/>
                  </a:lnTo>
                  <a:lnTo>
                    <a:pt x="27" y="46"/>
                  </a:lnTo>
                  <a:lnTo>
                    <a:pt x="167" y="46"/>
                  </a:lnTo>
                  <a:lnTo>
                    <a:pt x="167" y="0"/>
                  </a:lnTo>
                  <a:lnTo>
                    <a:pt x="241" y="74"/>
                  </a:lnTo>
                  <a:lnTo>
                    <a:pt x="121"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8" name="Freeform 580">
              <a:extLst>
                <a:ext uri="{FF2B5EF4-FFF2-40B4-BE49-F238E27FC236}">
                  <a16:creationId xmlns:a16="http://schemas.microsoft.com/office/drawing/2014/main" id="{3A7EEDE8-CD2A-4758-A390-91258C0A1469}"/>
                </a:ext>
              </a:extLst>
            </p:cNvPr>
            <p:cNvSpPr>
              <a:spLocks noEditPoints="1"/>
            </p:cNvSpPr>
            <p:nvPr userDrawn="1"/>
          </p:nvSpPr>
          <p:spPr bwMode="auto">
            <a:xfrm>
              <a:off x="2643188" y="-1081088"/>
              <a:ext cx="211138" cy="269875"/>
            </a:xfrm>
            <a:custGeom>
              <a:avLst/>
              <a:gdLst>
                <a:gd name="T0" fmla="*/ 0 w 75"/>
                <a:gd name="T1" fmla="*/ 0 h 96"/>
                <a:gd name="T2" fmla="*/ 38 w 75"/>
                <a:gd name="T3" fmla="*/ 0 h 96"/>
                <a:gd name="T4" fmla="*/ 75 w 75"/>
                <a:gd name="T5" fmla="*/ 34 h 96"/>
                <a:gd name="T6" fmla="*/ 30 w 75"/>
                <a:gd name="T7" fmla="*/ 69 h 96"/>
                <a:gd name="T8" fmla="*/ 23 w 75"/>
                <a:gd name="T9" fmla="*/ 69 h 96"/>
                <a:gd name="T10" fmla="*/ 23 w 75"/>
                <a:gd name="T11" fmla="*/ 96 h 96"/>
                <a:gd name="T12" fmla="*/ 0 w 75"/>
                <a:gd name="T13" fmla="*/ 96 h 96"/>
                <a:gd name="T14" fmla="*/ 0 w 75"/>
                <a:gd name="T15" fmla="*/ 0 h 96"/>
                <a:gd name="T16" fmla="*/ 31 w 75"/>
                <a:gd name="T17" fmla="*/ 51 h 96"/>
                <a:gd name="T18" fmla="*/ 51 w 75"/>
                <a:gd name="T19" fmla="*/ 34 h 96"/>
                <a:gd name="T20" fmla="*/ 34 w 75"/>
                <a:gd name="T21" fmla="*/ 18 h 96"/>
                <a:gd name="T22" fmla="*/ 23 w 75"/>
                <a:gd name="T23" fmla="*/ 18 h 96"/>
                <a:gd name="T24" fmla="*/ 23 w 75"/>
                <a:gd name="T25" fmla="*/ 51 h 96"/>
                <a:gd name="T26" fmla="*/ 31 w 75"/>
                <a:gd name="T27"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5" h="96">
                  <a:moveTo>
                    <a:pt x="0" y="0"/>
                  </a:moveTo>
                  <a:cubicBezTo>
                    <a:pt x="38" y="0"/>
                    <a:pt x="38" y="0"/>
                    <a:pt x="38" y="0"/>
                  </a:cubicBezTo>
                  <a:cubicBezTo>
                    <a:pt x="59" y="0"/>
                    <a:pt x="75" y="12"/>
                    <a:pt x="75" y="34"/>
                  </a:cubicBezTo>
                  <a:cubicBezTo>
                    <a:pt x="75" y="53"/>
                    <a:pt x="59" y="69"/>
                    <a:pt x="30" y="69"/>
                  </a:cubicBezTo>
                  <a:cubicBezTo>
                    <a:pt x="23" y="69"/>
                    <a:pt x="23" y="69"/>
                    <a:pt x="23" y="69"/>
                  </a:cubicBezTo>
                  <a:cubicBezTo>
                    <a:pt x="23" y="96"/>
                    <a:pt x="23" y="96"/>
                    <a:pt x="23" y="96"/>
                  </a:cubicBezTo>
                  <a:cubicBezTo>
                    <a:pt x="0" y="96"/>
                    <a:pt x="0" y="96"/>
                    <a:pt x="0" y="96"/>
                  </a:cubicBezTo>
                  <a:lnTo>
                    <a:pt x="0" y="0"/>
                  </a:lnTo>
                  <a:close/>
                  <a:moveTo>
                    <a:pt x="31" y="51"/>
                  </a:moveTo>
                  <a:cubicBezTo>
                    <a:pt x="46" y="51"/>
                    <a:pt x="51" y="43"/>
                    <a:pt x="51" y="34"/>
                  </a:cubicBezTo>
                  <a:cubicBezTo>
                    <a:pt x="51" y="25"/>
                    <a:pt x="47" y="18"/>
                    <a:pt x="34" y="18"/>
                  </a:cubicBezTo>
                  <a:cubicBezTo>
                    <a:pt x="23" y="18"/>
                    <a:pt x="23" y="18"/>
                    <a:pt x="23" y="18"/>
                  </a:cubicBezTo>
                  <a:cubicBezTo>
                    <a:pt x="23" y="51"/>
                    <a:pt x="23" y="51"/>
                    <a:pt x="23" y="51"/>
                  </a:cubicBezTo>
                  <a:lnTo>
                    <a:pt x="31"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9" name="Freeform 581">
              <a:extLst>
                <a:ext uri="{FF2B5EF4-FFF2-40B4-BE49-F238E27FC236}">
                  <a16:creationId xmlns:a16="http://schemas.microsoft.com/office/drawing/2014/main" id="{04E86433-E0D9-41BF-9B41-4EE805D5DDA0}"/>
                </a:ext>
              </a:extLst>
            </p:cNvPr>
            <p:cNvSpPr>
              <a:spLocks/>
            </p:cNvSpPr>
            <p:nvPr userDrawn="1"/>
          </p:nvSpPr>
          <p:spPr bwMode="auto">
            <a:xfrm>
              <a:off x="3128963" y="-1087438"/>
              <a:ext cx="203200" cy="279400"/>
            </a:xfrm>
            <a:custGeom>
              <a:avLst/>
              <a:gdLst>
                <a:gd name="T0" fmla="*/ 0 w 72"/>
                <a:gd name="T1" fmla="*/ 92 h 99"/>
                <a:gd name="T2" fmla="*/ 6 w 72"/>
                <a:gd name="T3" fmla="*/ 76 h 99"/>
                <a:gd name="T4" fmla="*/ 32 w 72"/>
                <a:gd name="T5" fmla="*/ 80 h 99"/>
                <a:gd name="T6" fmla="*/ 48 w 72"/>
                <a:gd name="T7" fmla="*/ 71 h 99"/>
                <a:gd name="T8" fmla="*/ 3 w 72"/>
                <a:gd name="T9" fmla="*/ 27 h 99"/>
                <a:gd name="T10" fmla="*/ 37 w 72"/>
                <a:gd name="T11" fmla="*/ 0 h 99"/>
                <a:gd name="T12" fmla="*/ 67 w 72"/>
                <a:gd name="T13" fmla="*/ 7 h 99"/>
                <a:gd name="T14" fmla="*/ 61 w 72"/>
                <a:gd name="T15" fmla="*/ 23 h 99"/>
                <a:gd name="T16" fmla="*/ 38 w 72"/>
                <a:gd name="T17" fmla="*/ 19 h 99"/>
                <a:gd name="T18" fmla="*/ 25 w 72"/>
                <a:gd name="T19" fmla="*/ 27 h 99"/>
                <a:gd name="T20" fmla="*/ 72 w 72"/>
                <a:gd name="T21" fmla="*/ 70 h 99"/>
                <a:gd name="T22" fmla="*/ 32 w 72"/>
                <a:gd name="T23" fmla="*/ 99 h 99"/>
                <a:gd name="T24" fmla="*/ 0 w 72"/>
                <a:gd name="T25" fmla="*/ 9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99">
                  <a:moveTo>
                    <a:pt x="0" y="92"/>
                  </a:moveTo>
                  <a:cubicBezTo>
                    <a:pt x="6" y="76"/>
                    <a:pt x="6" y="76"/>
                    <a:pt x="6" y="76"/>
                  </a:cubicBezTo>
                  <a:cubicBezTo>
                    <a:pt x="15" y="79"/>
                    <a:pt x="21" y="80"/>
                    <a:pt x="32" y="80"/>
                  </a:cubicBezTo>
                  <a:cubicBezTo>
                    <a:pt x="43" y="80"/>
                    <a:pt x="48" y="77"/>
                    <a:pt x="48" y="71"/>
                  </a:cubicBezTo>
                  <a:cubicBezTo>
                    <a:pt x="48" y="55"/>
                    <a:pt x="3" y="59"/>
                    <a:pt x="3" y="27"/>
                  </a:cubicBezTo>
                  <a:cubicBezTo>
                    <a:pt x="3" y="8"/>
                    <a:pt x="20" y="0"/>
                    <a:pt x="37" y="0"/>
                  </a:cubicBezTo>
                  <a:cubicBezTo>
                    <a:pt x="52" y="0"/>
                    <a:pt x="60" y="3"/>
                    <a:pt x="67" y="7"/>
                  </a:cubicBezTo>
                  <a:cubicBezTo>
                    <a:pt x="61" y="23"/>
                    <a:pt x="61" y="23"/>
                    <a:pt x="61" y="23"/>
                  </a:cubicBezTo>
                  <a:cubicBezTo>
                    <a:pt x="54" y="21"/>
                    <a:pt x="48" y="19"/>
                    <a:pt x="38" y="19"/>
                  </a:cubicBezTo>
                  <a:cubicBezTo>
                    <a:pt x="28" y="19"/>
                    <a:pt x="25" y="22"/>
                    <a:pt x="25" y="27"/>
                  </a:cubicBezTo>
                  <a:cubicBezTo>
                    <a:pt x="25" y="39"/>
                    <a:pt x="72" y="39"/>
                    <a:pt x="72" y="70"/>
                  </a:cubicBezTo>
                  <a:cubicBezTo>
                    <a:pt x="72" y="91"/>
                    <a:pt x="52" y="99"/>
                    <a:pt x="32" y="99"/>
                  </a:cubicBezTo>
                  <a:cubicBezTo>
                    <a:pt x="16" y="99"/>
                    <a:pt x="7" y="96"/>
                    <a:pt x="0" y="9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0" name="Freeform 582">
              <a:extLst>
                <a:ext uri="{FF2B5EF4-FFF2-40B4-BE49-F238E27FC236}">
                  <a16:creationId xmlns:a16="http://schemas.microsoft.com/office/drawing/2014/main" id="{1AB69417-2FD1-4742-8DCA-CD3E13C707B7}"/>
                </a:ext>
              </a:extLst>
            </p:cNvPr>
            <p:cNvSpPr>
              <a:spLocks/>
            </p:cNvSpPr>
            <p:nvPr userDrawn="1"/>
          </p:nvSpPr>
          <p:spPr bwMode="auto">
            <a:xfrm>
              <a:off x="3365500" y="-1081088"/>
              <a:ext cx="234950" cy="269875"/>
            </a:xfrm>
            <a:custGeom>
              <a:avLst/>
              <a:gdLst>
                <a:gd name="T0" fmla="*/ 0 w 148"/>
                <a:gd name="T1" fmla="*/ 0 h 170"/>
                <a:gd name="T2" fmla="*/ 41 w 148"/>
                <a:gd name="T3" fmla="*/ 0 h 170"/>
                <a:gd name="T4" fmla="*/ 41 w 148"/>
                <a:gd name="T5" fmla="*/ 69 h 170"/>
                <a:gd name="T6" fmla="*/ 108 w 148"/>
                <a:gd name="T7" fmla="*/ 69 h 170"/>
                <a:gd name="T8" fmla="*/ 108 w 148"/>
                <a:gd name="T9" fmla="*/ 0 h 170"/>
                <a:gd name="T10" fmla="*/ 148 w 148"/>
                <a:gd name="T11" fmla="*/ 0 h 170"/>
                <a:gd name="T12" fmla="*/ 148 w 148"/>
                <a:gd name="T13" fmla="*/ 170 h 170"/>
                <a:gd name="T14" fmla="*/ 108 w 148"/>
                <a:gd name="T15" fmla="*/ 170 h 170"/>
                <a:gd name="T16" fmla="*/ 108 w 148"/>
                <a:gd name="T17" fmla="*/ 99 h 170"/>
                <a:gd name="T18" fmla="*/ 41 w 148"/>
                <a:gd name="T19" fmla="*/ 99 h 170"/>
                <a:gd name="T20" fmla="*/ 41 w 148"/>
                <a:gd name="T21" fmla="*/ 170 h 170"/>
                <a:gd name="T22" fmla="*/ 0 w 148"/>
                <a:gd name="T23" fmla="*/ 170 h 170"/>
                <a:gd name="T24" fmla="*/ 0 w 148"/>
                <a:gd name="T2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8" h="170">
                  <a:moveTo>
                    <a:pt x="0" y="0"/>
                  </a:moveTo>
                  <a:lnTo>
                    <a:pt x="41" y="0"/>
                  </a:lnTo>
                  <a:lnTo>
                    <a:pt x="41" y="69"/>
                  </a:lnTo>
                  <a:lnTo>
                    <a:pt x="108" y="69"/>
                  </a:lnTo>
                  <a:lnTo>
                    <a:pt x="108" y="0"/>
                  </a:lnTo>
                  <a:lnTo>
                    <a:pt x="148" y="0"/>
                  </a:lnTo>
                  <a:lnTo>
                    <a:pt x="148" y="170"/>
                  </a:lnTo>
                  <a:lnTo>
                    <a:pt x="108" y="170"/>
                  </a:lnTo>
                  <a:lnTo>
                    <a:pt x="108" y="99"/>
                  </a:lnTo>
                  <a:lnTo>
                    <a:pt x="41" y="99"/>
                  </a:lnTo>
                  <a:lnTo>
                    <a:pt x="41" y="170"/>
                  </a:lnTo>
                  <a:lnTo>
                    <a:pt x="0" y="17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1" name="Freeform 583">
              <a:extLst>
                <a:ext uri="{FF2B5EF4-FFF2-40B4-BE49-F238E27FC236}">
                  <a16:creationId xmlns:a16="http://schemas.microsoft.com/office/drawing/2014/main" id="{D94CA590-82AB-49B3-B576-C780D59F8938}"/>
                </a:ext>
              </a:extLst>
            </p:cNvPr>
            <p:cNvSpPr>
              <a:spLocks noEditPoints="1"/>
            </p:cNvSpPr>
            <p:nvPr userDrawn="1"/>
          </p:nvSpPr>
          <p:spPr bwMode="auto">
            <a:xfrm>
              <a:off x="3625850" y="-1081088"/>
              <a:ext cx="269875" cy="269875"/>
            </a:xfrm>
            <a:custGeom>
              <a:avLst/>
              <a:gdLst>
                <a:gd name="T0" fmla="*/ 114 w 170"/>
                <a:gd name="T1" fmla="*/ 0 h 170"/>
                <a:gd name="T2" fmla="*/ 57 w 170"/>
                <a:gd name="T3" fmla="*/ 0 h 170"/>
                <a:gd name="T4" fmla="*/ 0 w 170"/>
                <a:gd name="T5" fmla="*/ 170 h 170"/>
                <a:gd name="T6" fmla="*/ 43 w 170"/>
                <a:gd name="T7" fmla="*/ 170 h 170"/>
                <a:gd name="T8" fmla="*/ 59 w 170"/>
                <a:gd name="T9" fmla="*/ 121 h 170"/>
                <a:gd name="T10" fmla="*/ 112 w 170"/>
                <a:gd name="T11" fmla="*/ 121 h 170"/>
                <a:gd name="T12" fmla="*/ 128 w 170"/>
                <a:gd name="T13" fmla="*/ 170 h 170"/>
                <a:gd name="T14" fmla="*/ 170 w 170"/>
                <a:gd name="T15" fmla="*/ 170 h 170"/>
                <a:gd name="T16" fmla="*/ 114 w 170"/>
                <a:gd name="T17" fmla="*/ 0 h 170"/>
                <a:gd name="T18" fmla="*/ 68 w 170"/>
                <a:gd name="T19" fmla="*/ 90 h 170"/>
                <a:gd name="T20" fmla="*/ 85 w 170"/>
                <a:gd name="T21" fmla="*/ 25 h 170"/>
                <a:gd name="T22" fmla="*/ 101 w 170"/>
                <a:gd name="T23" fmla="*/ 90 h 170"/>
                <a:gd name="T24" fmla="*/ 68 w 170"/>
                <a:gd name="T25" fmla="*/ 9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0">
                  <a:moveTo>
                    <a:pt x="114" y="0"/>
                  </a:moveTo>
                  <a:lnTo>
                    <a:pt x="57" y="0"/>
                  </a:lnTo>
                  <a:lnTo>
                    <a:pt x="0" y="170"/>
                  </a:lnTo>
                  <a:lnTo>
                    <a:pt x="43" y="170"/>
                  </a:lnTo>
                  <a:lnTo>
                    <a:pt x="59" y="121"/>
                  </a:lnTo>
                  <a:lnTo>
                    <a:pt x="112" y="121"/>
                  </a:lnTo>
                  <a:lnTo>
                    <a:pt x="128" y="170"/>
                  </a:lnTo>
                  <a:lnTo>
                    <a:pt x="170" y="170"/>
                  </a:lnTo>
                  <a:lnTo>
                    <a:pt x="114" y="0"/>
                  </a:lnTo>
                  <a:close/>
                  <a:moveTo>
                    <a:pt x="68" y="90"/>
                  </a:moveTo>
                  <a:lnTo>
                    <a:pt x="85" y="25"/>
                  </a:lnTo>
                  <a:lnTo>
                    <a:pt x="101" y="90"/>
                  </a:lnTo>
                  <a:lnTo>
                    <a:pt x="68"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3" name="Freeform 584">
              <a:extLst>
                <a:ext uri="{FF2B5EF4-FFF2-40B4-BE49-F238E27FC236}">
                  <a16:creationId xmlns:a16="http://schemas.microsoft.com/office/drawing/2014/main" id="{655EE57A-4269-4A01-B46E-FA33432EFEC9}"/>
                </a:ext>
              </a:extLst>
            </p:cNvPr>
            <p:cNvSpPr>
              <a:spLocks noEditPoints="1"/>
            </p:cNvSpPr>
            <p:nvPr userDrawn="1"/>
          </p:nvSpPr>
          <p:spPr bwMode="auto">
            <a:xfrm>
              <a:off x="2843213" y="-1081088"/>
              <a:ext cx="271463" cy="269875"/>
            </a:xfrm>
            <a:custGeom>
              <a:avLst/>
              <a:gdLst>
                <a:gd name="T0" fmla="*/ 113 w 171"/>
                <a:gd name="T1" fmla="*/ 0 h 170"/>
                <a:gd name="T2" fmla="*/ 58 w 171"/>
                <a:gd name="T3" fmla="*/ 0 h 170"/>
                <a:gd name="T4" fmla="*/ 0 w 171"/>
                <a:gd name="T5" fmla="*/ 170 h 170"/>
                <a:gd name="T6" fmla="*/ 42 w 171"/>
                <a:gd name="T7" fmla="*/ 170 h 170"/>
                <a:gd name="T8" fmla="*/ 60 w 171"/>
                <a:gd name="T9" fmla="*/ 121 h 170"/>
                <a:gd name="T10" fmla="*/ 113 w 171"/>
                <a:gd name="T11" fmla="*/ 121 h 170"/>
                <a:gd name="T12" fmla="*/ 129 w 171"/>
                <a:gd name="T13" fmla="*/ 170 h 170"/>
                <a:gd name="T14" fmla="*/ 171 w 171"/>
                <a:gd name="T15" fmla="*/ 170 h 170"/>
                <a:gd name="T16" fmla="*/ 113 w 171"/>
                <a:gd name="T17" fmla="*/ 0 h 170"/>
                <a:gd name="T18" fmla="*/ 69 w 171"/>
                <a:gd name="T19" fmla="*/ 90 h 170"/>
                <a:gd name="T20" fmla="*/ 87 w 171"/>
                <a:gd name="T21" fmla="*/ 25 h 170"/>
                <a:gd name="T22" fmla="*/ 102 w 171"/>
                <a:gd name="T23" fmla="*/ 90 h 170"/>
                <a:gd name="T24" fmla="*/ 69 w 171"/>
                <a:gd name="T25" fmla="*/ 9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170">
                  <a:moveTo>
                    <a:pt x="113" y="0"/>
                  </a:moveTo>
                  <a:lnTo>
                    <a:pt x="58" y="0"/>
                  </a:lnTo>
                  <a:lnTo>
                    <a:pt x="0" y="170"/>
                  </a:lnTo>
                  <a:lnTo>
                    <a:pt x="42" y="170"/>
                  </a:lnTo>
                  <a:lnTo>
                    <a:pt x="60" y="121"/>
                  </a:lnTo>
                  <a:lnTo>
                    <a:pt x="113" y="121"/>
                  </a:lnTo>
                  <a:lnTo>
                    <a:pt x="129" y="170"/>
                  </a:lnTo>
                  <a:lnTo>
                    <a:pt x="171" y="170"/>
                  </a:lnTo>
                  <a:lnTo>
                    <a:pt x="113" y="0"/>
                  </a:lnTo>
                  <a:close/>
                  <a:moveTo>
                    <a:pt x="69" y="90"/>
                  </a:moveTo>
                  <a:lnTo>
                    <a:pt x="87" y="25"/>
                  </a:lnTo>
                  <a:lnTo>
                    <a:pt x="102" y="90"/>
                  </a:lnTo>
                  <a:lnTo>
                    <a:pt x="69"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grpSp>
      <p:sp>
        <p:nvSpPr>
          <p:cNvPr id="16" name="Documenttype">
            <a:extLst>
              <a:ext uri="{FF2B5EF4-FFF2-40B4-BE49-F238E27FC236}">
                <a16:creationId xmlns:a16="http://schemas.microsoft.com/office/drawing/2014/main" id="{0CADA7EB-5C2E-4AD4-A32E-534A28817C8A}"/>
              </a:ext>
            </a:extLst>
          </p:cNvPr>
          <p:cNvSpPr>
            <a:spLocks noGrp="1"/>
          </p:cNvSpPr>
          <p:nvPr userDrawn="1">
            <p:ph type="body" sz="quarter" idx="13" hasCustomPrompt="1"/>
            <p:custDataLst>
              <p:tags r:id="rId3"/>
            </p:custDataLst>
          </p:nvPr>
        </p:nvSpPr>
        <p:spPr>
          <a:xfrm>
            <a:off x="558977" y="5658585"/>
            <a:ext cx="6578247"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400" kern="12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userDrawn="1">
            <p:ph type="subTitle" idx="1"/>
            <p:custDataLst>
              <p:tags r:id="rId4"/>
            </p:custDataLst>
          </p:nvPr>
        </p:nvSpPr>
        <p:spPr>
          <a:xfrm>
            <a:off x="558977" y="4141454"/>
            <a:ext cx="6578247"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800" kern="1200" spc="1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userDrawn="1">
            <p:ph type="title" hasCustomPrompt="1"/>
            <p:custDataLst>
              <p:tags r:id="rId5"/>
            </p:custDataLst>
          </p:nvPr>
        </p:nvSpPr>
        <p:spPr>
          <a:xfrm>
            <a:off x="558977" y="2180495"/>
            <a:ext cx="6578247" cy="184665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4000" b="1" i="0" kern="1200" spc="0" baseline="0" dirty="0">
                <a:ln w="6350" cap="flat">
                  <a:noFill/>
                  <a:miter lim="800000"/>
                </a:ln>
                <a:solidFill>
                  <a:schemeClr val="bg1"/>
                </a:solidFill>
                <a:latin typeface="Georgia" panose="02040502050405020303" pitchFamily="18" charset="0"/>
                <a:ea typeface="Cambria" panose="02040503050406030204" pitchFamily="18" charset="0"/>
                <a:cs typeface="Times New Roman" panose="02020603050405020304" pitchFamily="18" charset="0"/>
              </a:defRPr>
            </a:lvl1pPr>
          </a:lstStyle>
          <a:p>
            <a:pPr lvl="0"/>
            <a:r>
              <a:rPr lang="en-US"/>
              <a:t>Click to edit </a:t>
            </a:r>
            <a:br>
              <a:rPr lang="en-US"/>
            </a:br>
            <a:r>
              <a:rPr lang="en-US"/>
              <a:t>Master title </a:t>
            </a:r>
            <a:br>
              <a:rPr lang="en-US"/>
            </a:br>
            <a:r>
              <a:rPr lang="en-US"/>
              <a:t>style</a:t>
            </a:r>
          </a:p>
        </p:txBody>
      </p:sp>
      <p:grpSp>
        <p:nvGrpSpPr>
          <p:cNvPr id="6" name="Group 5">
            <a:extLst>
              <a:ext uri="{FF2B5EF4-FFF2-40B4-BE49-F238E27FC236}">
                <a16:creationId xmlns:a16="http://schemas.microsoft.com/office/drawing/2014/main" id="{93821A55-32CA-4C20-978C-9EE939DF1502}"/>
              </a:ext>
            </a:extLst>
          </p:cNvPr>
          <p:cNvGrpSpPr>
            <a:grpSpLocks/>
          </p:cNvGrpSpPr>
          <p:nvPr userDrawn="1"/>
        </p:nvGrpSpPr>
        <p:grpSpPr>
          <a:xfrm>
            <a:off x="6383063" y="595"/>
            <a:ext cx="5808938" cy="4147677"/>
            <a:chOff x="6383063" y="595"/>
            <a:chExt cx="5808938" cy="4147677"/>
          </a:xfrm>
        </p:grpSpPr>
        <p:sp>
          <p:nvSpPr>
            <p:cNvPr id="85" name="Freeform: Shape 84">
              <a:extLst>
                <a:ext uri="{FF2B5EF4-FFF2-40B4-BE49-F238E27FC236}">
                  <a16:creationId xmlns:a16="http://schemas.microsoft.com/office/drawing/2014/main" id="{222AA9FA-C878-45A7-B15B-AFD7E7204710}"/>
                </a:ext>
              </a:extLst>
            </p:cNvPr>
            <p:cNvSpPr/>
            <p:nvPr userDrawn="1"/>
          </p:nvSpPr>
          <p:spPr>
            <a:xfrm>
              <a:off x="6383063" y="595"/>
              <a:ext cx="3383879" cy="2929447"/>
            </a:xfrm>
            <a:custGeom>
              <a:avLst/>
              <a:gdLst>
                <a:gd name="connsiteX0" fmla="*/ 1237514 w 3383879"/>
                <a:gd name="connsiteY0" fmla="*/ 0 h 2929447"/>
                <a:gd name="connsiteX1" fmla="*/ 2146365 w 3383879"/>
                <a:gd name="connsiteY1" fmla="*/ 0 h 2929447"/>
                <a:gd name="connsiteX2" fmla="*/ 3383879 w 3383879"/>
                <a:gd name="connsiteY2" fmla="*/ 1237512 h 2929447"/>
                <a:gd name="connsiteX3" fmla="*/ 1691939 w 3383879"/>
                <a:gd name="connsiteY3" fmla="*/ 2929447 h 2929447"/>
                <a:gd name="connsiteX4" fmla="*/ 0 w 3383879"/>
                <a:gd name="connsiteY4" fmla="*/ 1237512 h 2929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3879" h="2929447">
                  <a:moveTo>
                    <a:pt x="1237514" y="0"/>
                  </a:moveTo>
                  <a:lnTo>
                    <a:pt x="2146365" y="0"/>
                  </a:lnTo>
                  <a:lnTo>
                    <a:pt x="3383879" y="1237512"/>
                  </a:lnTo>
                  <a:lnTo>
                    <a:pt x="1691939" y="2929447"/>
                  </a:lnTo>
                  <a:lnTo>
                    <a:pt x="0" y="1237512"/>
                  </a:lnTo>
                  <a:close/>
                </a:path>
              </a:pathLst>
            </a:custGeom>
            <a:solidFill>
              <a:schemeClr val="bg1">
                <a:alpha val="0"/>
              </a:schemeClr>
            </a:solidFill>
            <a:ln w="9525" cap="rnd">
              <a:gradFill>
                <a:gsLst>
                  <a:gs pos="0">
                    <a:schemeClr val="bg2"/>
                  </a:gs>
                  <a:gs pos="22000">
                    <a:schemeClr val="accent6"/>
                  </a:gs>
                  <a:gs pos="100000">
                    <a:schemeClr val="accent6">
                      <a:lumMod val="50000"/>
                      <a:alpha val="0"/>
                    </a:schemeClr>
                  </a:gs>
                </a:gsLst>
                <a:lin ang="204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2" name="Freeform: Shape 111">
              <a:extLst>
                <a:ext uri="{FF2B5EF4-FFF2-40B4-BE49-F238E27FC236}">
                  <a16:creationId xmlns:a16="http://schemas.microsoft.com/office/drawing/2014/main" id="{61EF6E9D-72F5-4D05-90E5-E3BF873CC096}"/>
                </a:ext>
              </a:extLst>
            </p:cNvPr>
            <p:cNvSpPr/>
            <p:nvPr userDrawn="1"/>
          </p:nvSpPr>
          <p:spPr>
            <a:xfrm>
              <a:off x="11016064" y="1755490"/>
              <a:ext cx="1175937" cy="2392782"/>
            </a:xfrm>
            <a:custGeom>
              <a:avLst/>
              <a:gdLst>
                <a:gd name="connsiteX0" fmla="*/ 0 w 1175937"/>
                <a:gd name="connsiteY0" fmla="*/ 0 h 2392782"/>
                <a:gd name="connsiteX1" fmla="*/ 1175937 w 1175937"/>
                <a:gd name="connsiteY1" fmla="*/ 0 h 2392782"/>
                <a:gd name="connsiteX2" fmla="*/ 1175937 w 1175937"/>
                <a:gd name="connsiteY2" fmla="*/ 2392782 h 2392782"/>
                <a:gd name="connsiteX3" fmla="*/ 0 w 1175937"/>
                <a:gd name="connsiteY3" fmla="*/ 2392782 h 2392782"/>
              </a:gdLst>
              <a:ahLst/>
              <a:cxnLst>
                <a:cxn ang="0">
                  <a:pos x="connsiteX0" y="connsiteY0"/>
                </a:cxn>
                <a:cxn ang="0">
                  <a:pos x="connsiteX1" y="connsiteY1"/>
                </a:cxn>
                <a:cxn ang="0">
                  <a:pos x="connsiteX2" y="connsiteY2"/>
                </a:cxn>
                <a:cxn ang="0">
                  <a:pos x="connsiteX3" y="connsiteY3"/>
                </a:cxn>
              </a:cxnLst>
              <a:rect l="l" t="t" r="r" b="b"/>
              <a:pathLst>
                <a:path w="1175937" h="2392782">
                  <a:moveTo>
                    <a:pt x="0" y="0"/>
                  </a:moveTo>
                  <a:lnTo>
                    <a:pt x="1175937" y="0"/>
                  </a:lnTo>
                  <a:lnTo>
                    <a:pt x="1175937" y="2392782"/>
                  </a:lnTo>
                  <a:lnTo>
                    <a:pt x="0" y="2392782"/>
                  </a:lnTo>
                  <a:close/>
                </a:path>
              </a:pathLst>
            </a:custGeom>
            <a:solidFill>
              <a:schemeClr val="bg1">
                <a:alpha val="0"/>
              </a:schemeClr>
            </a:solidFill>
            <a:ln w="9525" cap="rnd">
              <a:gradFill>
                <a:gsLst>
                  <a:gs pos="0">
                    <a:schemeClr val="bg2"/>
                  </a:gs>
                  <a:gs pos="0">
                    <a:schemeClr val="accent6"/>
                  </a:gs>
                  <a:gs pos="100000">
                    <a:schemeClr val="accent6">
                      <a:lumMod val="50000"/>
                      <a:alpha val="0"/>
                    </a:schemeClr>
                  </a:gs>
                </a:gsLst>
                <a:lin ang="13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grpSp>
      <p:sp>
        <p:nvSpPr>
          <p:cNvPr id="5" name="Rectangle 4">
            <a:extLst>
              <a:ext uri="{FF2B5EF4-FFF2-40B4-BE49-F238E27FC236}">
                <a16:creationId xmlns:a16="http://schemas.microsoft.com/office/drawing/2014/main" id="{ED83665C-3679-4CF4-98E8-0A000EBB1A04}"/>
              </a:ext>
            </a:extLst>
          </p:cNvPr>
          <p:cNvSpPr>
            <a:spLocks/>
          </p:cNvSpPr>
          <p:nvPr userDrawn="1"/>
        </p:nvSpPr>
        <p:spPr>
          <a:xfrm>
            <a:off x="0" y="595"/>
            <a:ext cx="12184169" cy="3600"/>
          </a:xfrm>
          <a:prstGeom prst="rect">
            <a:avLst/>
          </a:prstGeom>
          <a:solidFill>
            <a:srgbClr val="0F181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pic>
        <p:nvPicPr>
          <p:cNvPr id="100" name="Graphic 99">
            <a:extLst>
              <a:ext uri="{FF2B5EF4-FFF2-40B4-BE49-F238E27FC236}">
                <a16:creationId xmlns:a16="http://schemas.microsoft.com/office/drawing/2014/main" id="{B0B766AD-28CA-43A5-845C-88234056238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605762" y="0"/>
            <a:ext cx="3337021" cy="3337021"/>
          </a:xfrm>
          <a:prstGeom prst="rect">
            <a:avLst/>
          </a:prstGeom>
        </p:spPr>
      </p:pic>
      <p:pic>
        <p:nvPicPr>
          <p:cNvPr id="103" name="Graphic 102">
            <a:extLst>
              <a:ext uri="{FF2B5EF4-FFF2-40B4-BE49-F238E27FC236}">
                <a16:creationId xmlns:a16="http://schemas.microsoft.com/office/drawing/2014/main" id="{69B32686-5A0E-4496-BA51-B4D54B9B2474}"/>
              </a:ext>
            </a:extLst>
          </p:cNvPr>
          <p:cNvPicPr>
            <a:picLocks noChangeAspect="1"/>
          </p:cNvPicPr>
          <p:nvPr userDrawn="1"/>
        </p:nvPicPr>
        <p:blipFill>
          <a:blip>
            <a:extLst>
              <a:ext uri="{96DAC541-7B7A-43D3-8B79-37D633B846F1}">
                <asvg:svgBlip xmlns:asvg="http://schemas.microsoft.com/office/drawing/2016/SVG/main" r:embed="rId9"/>
              </a:ext>
            </a:extLst>
          </a:blip>
          <a:srcRect r="31829"/>
          <a:stretch>
            <a:fillRect/>
          </a:stretch>
        </p:blipFill>
        <p:spPr>
          <a:xfrm>
            <a:off x="9917115" y="0"/>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88" name="Freeform 87">
            <a:extLst>
              <a:ext uri="{FF2B5EF4-FFF2-40B4-BE49-F238E27FC236}">
                <a16:creationId xmlns:a16="http://schemas.microsoft.com/office/drawing/2014/main" id="{0869DF9D-C777-4747-8F7B-5731962C8D4F}"/>
              </a:ext>
            </a:extLst>
          </p:cNvPr>
          <p:cNvSpPr/>
          <p:nvPr userDrawn="1"/>
        </p:nvSpPr>
        <p:spPr>
          <a:xfrm>
            <a:off x="9993161" y="595"/>
            <a:ext cx="1011396" cy="505697"/>
          </a:xfrm>
          <a:custGeom>
            <a:avLst/>
            <a:gdLst>
              <a:gd name="connsiteX0" fmla="*/ 0 w 1011396"/>
              <a:gd name="connsiteY0" fmla="*/ 0 h 505697"/>
              <a:gd name="connsiteX1" fmla="*/ 1011396 w 1011396"/>
              <a:gd name="connsiteY1" fmla="*/ 0 h 505697"/>
              <a:gd name="connsiteX2" fmla="*/ 505698 w 1011396"/>
              <a:gd name="connsiteY2" fmla="*/ 505697 h 505697"/>
            </a:gdLst>
            <a:ahLst/>
            <a:cxnLst>
              <a:cxn ang="0">
                <a:pos x="connsiteX0" y="connsiteY0"/>
              </a:cxn>
              <a:cxn ang="0">
                <a:pos x="connsiteX1" y="connsiteY1"/>
              </a:cxn>
              <a:cxn ang="0">
                <a:pos x="connsiteX2" y="connsiteY2"/>
              </a:cxn>
            </a:cxnLst>
            <a:rect l="l" t="t" r="r" b="b"/>
            <a:pathLst>
              <a:path w="1011396" h="505697">
                <a:moveTo>
                  <a:pt x="0" y="0"/>
                </a:moveTo>
                <a:lnTo>
                  <a:pt x="1011396" y="0"/>
                </a:lnTo>
                <a:lnTo>
                  <a:pt x="505698" y="505697"/>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1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75" name="Freeform 74">
            <a:extLst>
              <a:ext uri="{FF2B5EF4-FFF2-40B4-BE49-F238E27FC236}">
                <a16:creationId xmlns:a16="http://schemas.microsoft.com/office/drawing/2014/main" id="{80D45143-5DB5-4CA9-8522-A078B2EB170C}"/>
              </a:ext>
            </a:extLst>
          </p:cNvPr>
          <p:cNvSpPr/>
          <p:nvPr userDrawn="1"/>
        </p:nvSpPr>
        <p:spPr>
          <a:xfrm>
            <a:off x="7588332" y="1755491"/>
            <a:ext cx="2350014" cy="2350011"/>
          </a:xfrm>
          <a:custGeom>
            <a:avLst/>
            <a:gdLst>
              <a:gd name="connsiteX0" fmla="*/ 0 w 1960608"/>
              <a:gd name="connsiteY0" fmla="*/ 0 h 1960606"/>
              <a:gd name="connsiteX1" fmla="*/ 1996292 w 1960608"/>
              <a:gd name="connsiteY1" fmla="*/ 0 h 1960606"/>
              <a:gd name="connsiteX2" fmla="*/ 1996292 w 1960608"/>
              <a:gd name="connsiteY2" fmla="*/ 1996290 h 1960606"/>
              <a:gd name="connsiteX3" fmla="*/ 0 w 1960608"/>
              <a:gd name="connsiteY3" fmla="*/ 1996290 h 1960606"/>
            </a:gdLst>
            <a:ahLst/>
            <a:cxnLst>
              <a:cxn ang="0">
                <a:pos x="connsiteX0" y="connsiteY0"/>
              </a:cxn>
              <a:cxn ang="0">
                <a:pos x="connsiteX1" y="connsiteY1"/>
              </a:cxn>
              <a:cxn ang="0">
                <a:pos x="connsiteX2" y="connsiteY2"/>
              </a:cxn>
              <a:cxn ang="0">
                <a:pos x="connsiteX3" y="connsiteY3"/>
              </a:cxn>
            </a:cxnLst>
            <a:rect l="l" t="t" r="r" b="b"/>
            <a:pathLst>
              <a:path w="1960608" h="1960606">
                <a:moveTo>
                  <a:pt x="0" y="0"/>
                </a:moveTo>
                <a:lnTo>
                  <a:pt x="1996292" y="0"/>
                </a:lnTo>
                <a:lnTo>
                  <a:pt x="1996292" y="1996290"/>
                </a:lnTo>
                <a:lnTo>
                  <a:pt x="0" y="1996290"/>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1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76" name="Freeform 75">
            <a:extLst>
              <a:ext uri="{FF2B5EF4-FFF2-40B4-BE49-F238E27FC236}">
                <a16:creationId xmlns:a16="http://schemas.microsoft.com/office/drawing/2014/main" id="{5A97CE16-259C-40C1-953B-BEE803A3F8DC}"/>
              </a:ext>
            </a:extLst>
          </p:cNvPr>
          <p:cNvSpPr/>
          <p:nvPr userDrawn="1"/>
        </p:nvSpPr>
        <p:spPr>
          <a:xfrm>
            <a:off x="8806817" y="1970017"/>
            <a:ext cx="3337021" cy="3337016"/>
          </a:xfrm>
          <a:custGeom>
            <a:avLst/>
            <a:gdLst>
              <a:gd name="connsiteX0" fmla="*/ 0 w 2784064"/>
              <a:gd name="connsiteY0" fmla="*/ 1411576 h 2784061"/>
              <a:gd name="connsiteX1" fmla="*/ 1411578 w 2784064"/>
              <a:gd name="connsiteY1" fmla="*/ 0 h 2784061"/>
              <a:gd name="connsiteX2" fmla="*/ 2823157 w 2784064"/>
              <a:gd name="connsiteY2" fmla="*/ 1411576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6"/>
                </a:moveTo>
                <a:lnTo>
                  <a:pt x="1411578" y="0"/>
                </a:lnTo>
                <a:lnTo>
                  <a:pt x="2823157" y="1411576"/>
                </a:lnTo>
                <a:lnTo>
                  <a:pt x="1411578" y="2823153"/>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01" name="Freeform 100">
            <a:extLst>
              <a:ext uri="{FF2B5EF4-FFF2-40B4-BE49-F238E27FC236}">
                <a16:creationId xmlns:a16="http://schemas.microsoft.com/office/drawing/2014/main" id="{CB47A23C-2784-4882-9742-4461F7DED76A}"/>
              </a:ext>
            </a:extLst>
          </p:cNvPr>
          <p:cNvSpPr/>
          <p:nvPr userDrawn="1"/>
        </p:nvSpPr>
        <p:spPr>
          <a:xfrm>
            <a:off x="11016063" y="593"/>
            <a:ext cx="1175937" cy="719952"/>
          </a:xfrm>
          <a:custGeom>
            <a:avLst/>
            <a:gdLst>
              <a:gd name="connsiteX0" fmla="*/ 0 w 1175937"/>
              <a:gd name="connsiteY0" fmla="*/ 0 h 719952"/>
              <a:gd name="connsiteX1" fmla="*/ 1175937 w 1175937"/>
              <a:gd name="connsiteY1" fmla="*/ 0 h 719952"/>
              <a:gd name="connsiteX2" fmla="*/ 1175937 w 1175937"/>
              <a:gd name="connsiteY2" fmla="*/ 719952 h 719952"/>
              <a:gd name="connsiteX3" fmla="*/ 0 w 1175937"/>
              <a:gd name="connsiteY3" fmla="*/ 719952 h 719952"/>
            </a:gdLst>
            <a:ahLst/>
            <a:cxnLst>
              <a:cxn ang="0">
                <a:pos x="connsiteX0" y="connsiteY0"/>
              </a:cxn>
              <a:cxn ang="0">
                <a:pos x="connsiteX1" y="connsiteY1"/>
              </a:cxn>
              <a:cxn ang="0">
                <a:pos x="connsiteX2" y="connsiteY2"/>
              </a:cxn>
              <a:cxn ang="0">
                <a:pos x="connsiteX3" y="connsiteY3"/>
              </a:cxn>
            </a:cxnLst>
            <a:rect l="l" t="t" r="r" b="b"/>
            <a:pathLst>
              <a:path w="1175937" h="719952">
                <a:moveTo>
                  <a:pt x="0" y="0"/>
                </a:moveTo>
                <a:lnTo>
                  <a:pt x="1175937" y="0"/>
                </a:lnTo>
                <a:lnTo>
                  <a:pt x="1175937" y="719952"/>
                </a:lnTo>
                <a:lnTo>
                  <a:pt x="0" y="719952"/>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42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81" name="Freeform 80">
            <a:extLst>
              <a:ext uri="{FF2B5EF4-FFF2-40B4-BE49-F238E27FC236}">
                <a16:creationId xmlns:a16="http://schemas.microsoft.com/office/drawing/2014/main" id="{2FF91D16-63FA-4B04-A413-1294490DB2ED}"/>
              </a:ext>
            </a:extLst>
          </p:cNvPr>
          <p:cNvSpPr>
            <a:spLocks/>
          </p:cNvSpPr>
          <p:nvPr userDrawn="1"/>
        </p:nvSpPr>
        <p:spPr>
          <a:xfrm>
            <a:off x="6854020" y="17126"/>
            <a:ext cx="2395107" cy="2395103"/>
          </a:xfrm>
          <a:custGeom>
            <a:avLst/>
            <a:gdLst>
              <a:gd name="connsiteX0" fmla="*/ 0 w 2784064"/>
              <a:gd name="connsiteY0" fmla="*/ 1411577 h 2784061"/>
              <a:gd name="connsiteX1" fmla="*/ 1411578 w 2784064"/>
              <a:gd name="connsiteY1" fmla="*/ 0 h 2784061"/>
              <a:gd name="connsiteX2" fmla="*/ 2823157 w 2784064"/>
              <a:gd name="connsiteY2" fmla="*/ 1411577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7"/>
                </a:moveTo>
                <a:lnTo>
                  <a:pt x="1411578" y="0"/>
                </a:lnTo>
                <a:lnTo>
                  <a:pt x="2823157" y="1411577"/>
                </a:lnTo>
                <a:lnTo>
                  <a:pt x="1411578" y="2823153"/>
                </a:lnTo>
                <a:close/>
              </a:path>
            </a:pathLst>
          </a:custGeom>
          <a:solidFill>
            <a:schemeClr val="bg1">
              <a:alpha val="0"/>
            </a:schemeClr>
          </a:solidFill>
          <a:ln w="9525" cap="rnd">
            <a:gradFill>
              <a:gsLst>
                <a:gs pos="0">
                  <a:schemeClr val="bg2"/>
                </a:gs>
                <a:gs pos="22000">
                  <a:schemeClr val="accent6"/>
                </a:gs>
                <a:gs pos="100000">
                  <a:schemeClr val="accent6">
                    <a:lumMod val="50000"/>
                    <a:alpha val="0"/>
                  </a:schemeClr>
                </a:gs>
              </a:gsLst>
              <a:lin ang="204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82" name="Freeform 81">
            <a:extLst>
              <a:ext uri="{FF2B5EF4-FFF2-40B4-BE49-F238E27FC236}">
                <a16:creationId xmlns:a16="http://schemas.microsoft.com/office/drawing/2014/main" id="{D862D366-97BF-48E7-A11D-16DF2A6B953C}"/>
              </a:ext>
            </a:extLst>
          </p:cNvPr>
          <p:cNvSpPr>
            <a:spLocks/>
          </p:cNvSpPr>
          <p:nvPr userDrawn="1"/>
        </p:nvSpPr>
        <p:spPr>
          <a:xfrm>
            <a:off x="9277774" y="2440973"/>
            <a:ext cx="2395107" cy="2395103"/>
          </a:xfrm>
          <a:custGeom>
            <a:avLst/>
            <a:gdLst>
              <a:gd name="connsiteX0" fmla="*/ 0 w 2784064"/>
              <a:gd name="connsiteY0" fmla="*/ 1411576 h 2784061"/>
              <a:gd name="connsiteX1" fmla="*/ 1411578 w 2784064"/>
              <a:gd name="connsiteY1" fmla="*/ 0 h 2784061"/>
              <a:gd name="connsiteX2" fmla="*/ 2823157 w 2784064"/>
              <a:gd name="connsiteY2" fmla="*/ 1411576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6"/>
                </a:moveTo>
                <a:lnTo>
                  <a:pt x="1411578" y="0"/>
                </a:lnTo>
                <a:lnTo>
                  <a:pt x="2823157" y="1411576"/>
                </a:lnTo>
                <a:lnTo>
                  <a:pt x="1411578" y="2823153"/>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3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1" name="Freeform 110">
            <a:extLst>
              <a:ext uri="{FF2B5EF4-FFF2-40B4-BE49-F238E27FC236}">
                <a16:creationId xmlns:a16="http://schemas.microsoft.com/office/drawing/2014/main" id="{CB510C81-EEA5-4E58-9BAF-398F91BB5EE8}"/>
              </a:ext>
            </a:extLst>
          </p:cNvPr>
          <p:cNvSpPr>
            <a:spLocks/>
          </p:cNvSpPr>
          <p:nvPr userDrawn="1"/>
        </p:nvSpPr>
        <p:spPr>
          <a:xfrm>
            <a:off x="11701624" y="741214"/>
            <a:ext cx="490377" cy="980752"/>
          </a:xfrm>
          <a:custGeom>
            <a:avLst/>
            <a:gdLst>
              <a:gd name="connsiteX0" fmla="*/ 490377 w 490377"/>
              <a:gd name="connsiteY0" fmla="*/ 0 h 980752"/>
              <a:gd name="connsiteX1" fmla="*/ 490377 w 490377"/>
              <a:gd name="connsiteY1" fmla="*/ 980752 h 980752"/>
              <a:gd name="connsiteX2" fmla="*/ 0 w 490377"/>
              <a:gd name="connsiteY2" fmla="*/ 490376 h 980752"/>
            </a:gdLst>
            <a:ahLst/>
            <a:cxnLst>
              <a:cxn ang="0">
                <a:pos x="connsiteX0" y="connsiteY0"/>
              </a:cxn>
              <a:cxn ang="0">
                <a:pos x="connsiteX1" y="connsiteY1"/>
              </a:cxn>
              <a:cxn ang="0">
                <a:pos x="connsiteX2" y="connsiteY2"/>
              </a:cxn>
            </a:cxnLst>
            <a:rect l="l" t="t" r="r" b="b"/>
            <a:pathLst>
              <a:path w="490377" h="980752">
                <a:moveTo>
                  <a:pt x="490377" y="0"/>
                </a:moveTo>
                <a:lnTo>
                  <a:pt x="490377" y="980752"/>
                </a:lnTo>
                <a:lnTo>
                  <a:pt x="0" y="490376"/>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3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93" name="Freeform 92">
            <a:extLst>
              <a:ext uri="{FF2B5EF4-FFF2-40B4-BE49-F238E27FC236}">
                <a16:creationId xmlns:a16="http://schemas.microsoft.com/office/drawing/2014/main" id="{1C75C64A-41E2-4F29-B489-3CE0F2E545A3}"/>
              </a:ext>
            </a:extLst>
          </p:cNvPr>
          <p:cNvSpPr>
            <a:spLocks/>
          </p:cNvSpPr>
          <p:nvPr userDrawn="1"/>
        </p:nvSpPr>
        <p:spPr>
          <a:xfrm>
            <a:off x="10470731" y="594"/>
            <a:ext cx="43029" cy="21514"/>
          </a:xfrm>
          <a:custGeom>
            <a:avLst/>
            <a:gdLst>
              <a:gd name="connsiteX0" fmla="*/ 0 w 43029"/>
              <a:gd name="connsiteY0" fmla="*/ 0 h 21514"/>
              <a:gd name="connsiteX1" fmla="*/ 43029 w 43029"/>
              <a:gd name="connsiteY1" fmla="*/ 0 h 21514"/>
              <a:gd name="connsiteX2" fmla="*/ 21514 w 43029"/>
              <a:gd name="connsiteY2" fmla="*/ 21514 h 21514"/>
            </a:gdLst>
            <a:ahLst/>
            <a:cxnLst>
              <a:cxn ang="0">
                <a:pos x="connsiteX0" y="connsiteY0"/>
              </a:cxn>
              <a:cxn ang="0">
                <a:pos x="connsiteX1" y="connsiteY1"/>
              </a:cxn>
              <a:cxn ang="0">
                <a:pos x="connsiteX2" y="connsiteY2"/>
              </a:cxn>
            </a:cxnLst>
            <a:rect l="l" t="t" r="r" b="b"/>
            <a:pathLst>
              <a:path w="43029" h="21514">
                <a:moveTo>
                  <a:pt x="0" y="0"/>
                </a:moveTo>
                <a:lnTo>
                  <a:pt x="43029" y="0"/>
                </a:lnTo>
                <a:lnTo>
                  <a:pt x="21514" y="21514"/>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grpSp>
        <p:nvGrpSpPr>
          <p:cNvPr id="13" name="Freeform 74">
            <a:extLst>
              <a:ext uri="{FF2B5EF4-FFF2-40B4-BE49-F238E27FC236}">
                <a16:creationId xmlns:a16="http://schemas.microsoft.com/office/drawing/2014/main" id="{379FA29E-5FD1-4A79-9B2B-F27D4B5F1CB8}"/>
              </a:ext>
            </a:extLst>
          </p:cNvPr>
          <p:cNvGrpSpPr/>
          <p:nvPr userDrawn="1"/>
        </p:nvGrpSpPr>
        <p:grpSpPr>
          <a:xfrm>
            <a:off x="7588332" y="1755491"/>
            <a:ext cx="1079419" cy="1079419"/>
            <a:chOff x="7588332" y="1755491"/>
            <a:chExt cx="1079419" cy="1079419"/>
          </a:xfrm>
        </p:grpSpPr>
        <p:cxnSp>
          <p:nvCxnSpPr>
            <p:cNvPr id="10" name="Straight Connector 9">
              <a:extLst>
                <a:ext uri="{FF2B5EF4-FFF2-40B4-BE49-F238E27FC236}">
                  <a16:creationId xmlns:a16="http://schemas.microsoft.com/office/drawing/2014/main" id="{2A6D5936-19AC-48F7-A3C9-243FA2865A9E}"/>
                </a:ext>
              </a:extLst>
            </p:cNvPr>
            <p:cNvCxnSpPr>
              <a:cxnSpLocks/>
            </p:cNvCxnSpPr>
            <p:nvPr userDrawn="1"/>
          </p:nvCxnSpPr>
          <p:spPr>
            <a:xfrm>
              <a:off x="7588332" y="1755491"/>
              <a:ext cx="1079419" cy="0"/>
            </a:xfrm>
            <a:prstGeom prst="line">
              <a:avLst/>
            </a:prstGeom>
            <a:ln w="88900" cap="rnd">
              <a:gradFill>
                <a:gsLst>
                  <a:gs pos="0">
                    <a:schemeClr val="accent1">
                      <a:lumMod val="5000"/>
                      <a:lumOff val="95000"/>
                    </a:schemeClr>
                  </a:gs>
                  <a:gs pos="87611">
                    <a:schemeClr val="accent6">
                      <a:lumMod val="75000"/>
                      <a:alpha val="0"/>
                    </a:schemeClr>
                  </a:gs>
                  <a:gs pos="30000">
                    <a:schemeClr val="accent6"/>
                  </a:gs>
                </a:gsLst>
                <a:lin ang="0" scaled="0"/>
              </a:gradFill>
              <a:round/>
              <a:tailEnd type="none"/>
            </a:ln>
            <a:effectLst>
              <a:softEdge rad="38100"/>
            </a:effectLst>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2909F8-2DFE-4EF1-8BE3-09232BDD17DF}"/>
                </a:ext>
              </a:extLst>
            </p:cNvPr>
            <p:cNvCxnSpPr>
              <a:cxnSpLocks/>
            </p:cNvCxnSpPr>
            <p:nvPr userDrawn="1"/>
          </p:nvCxnSpPr>
          <p:spPr>
            <a:xfrm rot="5400000">
              <a:off x="7052898" y="2295201"/>
              <a:ext cx="1079419" cy="0"/>
            </a:xfrm>
            <a:prstGeom prst="line">
              <a:avLst/>
            </a:prstGeom>
            <a:ln w="88900" cap="rnd">
              <a:gradFill>
                <a:gsLst>
                  <a:gs pos="0">
                    <a:schemeClr val="accent1">
                      <a:lumMod val="5000"/>
                      <a:lumOff val="95000"/>
                    </a:schemeClr>
                  </a:gs>
                  <a:gs pos="87611">
                    <a:schemeClr val="accent6">
                      <a:lumMod val="75000"/>
                      <a:alpha val="0"/>
                    </a:schemeClr>
                  </a:gs>
                  <a:gs pos="30000">
                    <a:schemeClr val="accent6"/>
                  </a:gs>
                </a:gsLst>
                <a:lin ang="0" scaled="0"/>
              </a:gradFill>
              <a:round/>
              <a:tailEnd type="none"/>
            </a:ln>
            <a:effectLst>
              <a:softEdge rad="38100"/>
            </a:effectLst>
          </p:spPr>
          <p:style>
            <a:lnRef idx="1">
              <a:schemeClr val="accent1"/>
            </a:lnRef>
            <a:fillRef idx="0">
              <a:schemeClr val="accent1"/>
            </a:fillRef>
            <a:effectRef idx="0">
              <a:schemeClr val="accent1"/>
            </a:effectRef>
            <a:fontRef idx="minor">
              <a:schemeClr val="tx1"/>
            </a:fontRef>
          </p:style>
        </p:cxnSp>
      </p:grpSp>
      <p:sp>
        <p:nvSpPr>
          <p:cNvPr id="91" name="Freeform 90">
            <a:extLst>
              <a:ext uri="{FF2B5EF4-FFF2-40B4-BE49-F238E27FC236}">
                <a16:creationId xmlns:a16="http://schemas.microsoft.com/office/drawing/2014/main" id="{5CCDDB3F-BABD-4B05-BE47-410F0C40904A}"/>
              </a:ext>
            </a:extLst>
          </p:cNvPr>
          <p:cNvSpPr/>
          <p:nvPr userDrawn="1"/>
        </p:nvSpPr>
        <p:spPr>
          <a:xfrm>
            <a:off x="7588332" y="594"/>
            <a:ext cx="2392785" cy="719952"/>
          </a:xfrm>
          <a:custGeom>
            <a:avLst/>
            <a:gdLst>
              <a:gd name="connsiteX0" fmla="*/ 0 w 2392785"/>
              <a:gd name="connsiteY0" fmla="*/ 0 h 719952"/>
              <a:gd name="connsiteX1" fmla="*/ 2392785 w 2392785"/>
              <a:gd name="connsiteY1" fmla="*/ 0 h 719952"/>
              <a:gd name="connsiteX2" fmla="*/ 2392785 w 2392785"/>
              <a:gd name="connsiteY2" fmla="*/ 719952 h 719952"/>
              <a:gd name="connsiteX3" fmla="*/ 0 w 2392785"/>
              <a:gd name="connsiteY3" fmla="*/ 719952 h 719952"/>
            </a:gdLst>
            <a:ahLst/>
            <a:cxnLst>
              <a:cxn ang="0">
                <a:pos x="connsiteX0" y="connsiteY0"/>
              </a:cxn>
              <a:cxn ang="0">
                <a:pos x="connsiteX1" y="connsiteY1"/>
              </a:cxn>
              <a:cxn ang="0">
                <a:pos x="connsiteX2" y="connsiteY2"/>
              </a:cxn>
              <a:cxn ang="0">
                <a:pos x="connsiteX3" y="connsiteY3"/>
              </a:cxn>
            </a:cxnLst>
            <a:rect l="l" t="t" r="r" b="b"/>
            <a:pathLst>
              <a:path w="2392785" h="719952">
                <a:moveTo>
                  <a:pt x="0" y="0"/>
                </a:moveTo>
                <a:lnTo>
                  <a:pt x="2392785" y="0"/>
                </a:lnTo>
                <a:lnTo>
                  <a:pt x="2392785" y="719952"/>
                </a:lnTo>
                <a:lnTo>
                  <a:pt x="0" y="719952"/>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6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61" name="Freeform 60">
            <a:extLst>
              <a:ext uri="{FF2B5EF4-FFF2-40B4-BE49-F238E27FC236}">
                <a16:creationId xmlns:a16="http://schemas.microsoft.com/office/drawing/2014/main" id="{6C657967-D890-4A42-A129-E8E05E2AD57E}"/>
              </a:ext>
            </a:extLst>
          </p:cNvPr>
          <p:cNvSpPr/>
          <p:nvPr userDrawn="1"/>
        </p:nvSpPr>
        <p:spPr>
          <a:xfrm>
            <a:off x="11230667" y="276874"/>
            <a:ext cx="961333" cy="1922662"/>
          </a:xfrm>
          <a:custGeom>
            <a:avLst/>
            <a:gdLst>
              <a:gd name="connsiteX0" fmla="*/ 961333 w 961333"/>
              <a:gd name="connsiteY0" fmla="*/ 0 h 1922662"/>
              <a:gd name="connsiteX1" fmla="*/ 961333 w 961333"/>
              <a:gd name="connsiteY1" fmla="*/ 1922662 h 1922662"/>
              <a:gd name="connsiteX2" fmla="*/ 0 w 961333"/>
              <a:gd name="connsiteY2" fmla="*/ 961331 h 1922662"/>
            </a:gdLst>
            <a:ahLst/>
            <a:cxnLst>
              <a:cxn ang="0">
                <a:pos x="connsiteX0" y="connsiteY0"/>
              </a:cxn>
              <a:cxn ang="0">
                <a:pos x="connsiteX1" y="connsiteY1"/>
              </a:cxn>
              <a:cxn ang="0">
                <a:pos x="connsiteX2" y="connsiteY2"/>
              </a:cxn>
            </a:cxnLst>
            <a:rect l="l" t="t" r="r" b="b"/>
            <a:pathLst>
              <a:path w="961333" h="1922662">
                <a:moveTo>
                  <a:pt x="961333" y="0"/>
                </a:moveTo>
                <a:lnTo>
                  <a:pt x="961333" y="1922662"/>
                </a:lnTo>
                <a:lnTo>
                  <a:pt x="0" y="961331"/>
                </a:lnTo>
                <a:close/>
              </a:path>
            </a:pathLst>
          </a:custGeom>
          <a:solidFill>
            <a:schemeClr val="bg1">
              <a:alpha val="0"/>
            </a:schemeClr>
          </a:solidFill>
          <a:ln w="9525" cap="rnd">
            <a:gradFill>
              <a:gsLst>
                <a:gs pos="0">
                  <a:schemeClr val="bg2"/>
                </a:gs>
                <a:gs pos="86000">
                  <a:schemeClr val="accent6"/>
                </a:gs>
                <a:gs pos="12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3" name="Rectangle 112">
            <a:extLst>
              <a:ext uri="{FF2B5EF4-FFF2-40B4-BE49-F238E27FC236}">
                <a16:creationId xmlns:a16="http://schemas.microsoft.com/office/drawing/2014/main" id="{EA1B3513-35DD-4D8B-9A5A-9597EFA1059D}"/>
              </a:ext>
            </a:extLst>
          </p:cNvPr>
          <p:cNvSpPr>
            <a:spLocks/>
          </p:cNvSpPr>
          <p:nvPr userDrawn="1"/>
        </p:nvSpPr>
        <p:spPr>
          <a:xfrm>
            <a:off x="12188400" y="595"/>
            <a:ext cx="3600" cy="6858000"/>
          </a:xfrm>
          <a:prstGeom prst="rect">
            <a:avLst/>
          </a:prstGeom>
          <a:solidFill>
            <a:srgbClr val="0F181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Tree>
    <p:extLst>
      <p:ext uri="{BB962C8B-B14F-4D97-AF65-F5344CB8AC3E}">
        <p14:creationId xmlns:p14="http://schemas.microsoft.com/office/powerpoint/2010/main" val="283253891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59189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26" name="Group 25">
            <a:extLst>
              <a:ext uri="{FF2B5EF4-FFF2-40B4-BE49-F238E27FC236}">
                <a16:creationId xmlns:a16="http://schemas.microsoft.com/office/drawing/2014/main" id="{E3C0F6DE-CB58-4EB8-9CE2-D6C7C844A111}"/>
              </a:ext>
            </a:extLst>
          </p:cNvPr>
          <p:cNvGrpSpPr/>
          <p:nvPr userDrawn="1"/>
        </p:nvGrpSpPr>
        <p:grpSpPr>
          <a:xfrm>
            <a:off x="0" y="-1"/>
            <a:ext cx="4544291" cy="6858001"/>
            <a:chOff x="0" y="-1"/>
            <a:chExt cx="4544291" cy="6858001"/>
          </a:xfrm>
        </p:grpSpPr>
        <p:grpSp>
          <p:nvGrpSpPr>
            <p:cNvPr id="27" name="Group 26">
              <a:extLst>
                <a:ext uri="{FF2B5EF4-FFF2-40B4-BE49-F238E27FC236}">
                  <a16:creationId xmlns:a16="http://schemas.microsoft.com/office/drawing/2014/main" id="{D756FF46-6269-4FBC-BA98-5EB2510B0CDE}"/>
                </a:ext>
              </a:extLst>
            </p:cNvPr>
            <p:cNvGrpSpPr/>
            <p:nvPr userDrawn="1"/>
          </p:nvGrpSpPr>
          <p:grpSpPr>
            <a:xfrm>
              <a:off x="0" y="0"/>
              <a:ext cx="3337021" cy="6858000"/>
              <a:chOff x="0" y="0"/>
              <a:chExt cx="3337021" cy="6858000"/>
            </a:xfrm>
          </p:grpSpPr>
          <p:pic>
            <p:nvPicPr>
              <p:cNvPr id="29" name="Graphic 28">
                <a:extLst>
                  <a:ext uri="{FF2B5EF4-FFF2-40B4-BE49-F238E27FC236}">
                    <a16:creationId xmlns:a16="http://schemas.microsoft.com/office/drawing/2014/main" id="{B3290A93-3F92-4568-AA97-00611B1FB97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3305867"/>
                <a:ext cx="3337021" cy="3337021"/>
              </a:xfrm>
              <a:prstGeom prst="rect">
                <a:avLst/>
              </a:prstGeom>
            </p:spPr>
          </p:pic>
          <p:pic>
            <p:nvPicPr>
              <p:cNvPr id="30" name="Graphic 29">
                <a:extLst>
                  <a:ext uri="{FF2B5EF4-FFF2-40B4-BE49-F238E27FC236}">
                    <a16:creationId xmlns:a16="http://schemas.microsoft.com/office/drawing/2014/main" id="{5442ACBE-FD74-451C-8EEE-53CC5598D869}"/>
                  </a:ext>
                </a:extLst>
              </p:cNvPr>
              <p:cNvPicPr>
                <a:picLocks noChangeAspect="1"/>
              </p:cNvPicPr>
              <p:nvPr userDrawn="1"/>
            </p:nvPicPr>
            <p:blipFill>
              <a:blip>
                <a:extLst>
                  <a:ext uri="{96DAC541-7B7A-43D3-8B79-37D633B846F1}">
                    <asvg:svgBlip xmlns:asvg="http://schemas.microsoft.com/office/drawing/2016/SVG/main" r:embed="rId12"/>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31" name="Graphic 30">
                <a:extLst>
                  <a:ext uri="{FF2B5EF4-FFF2-40B4-BE49-F238E27FC236}">
                    <a16:creationId xmlns:a16="http://schemas.microsoft.com/office/drawing/2014/main" id="{4B3A9B0E-C966-4427-8CFB-8CA92F8B562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3337021" cy="3337021"/>
              </a:xfrm>
              <a:prstGeom prst="rect">
                <a:avLst/>
              </a:prstGeom>
            </p:spPr>
          </p:pic>
        </p:grpSp>
        <p:sp>
          <p:nvSpPr>
            <p:cNvPr id="28" name="Rectangle 27">
              <a:extLst>
                <a:ext uri="{FF2B5EF4-FFF2-40B4-BE49-F238E27FC236}">
                  <a16:creationId xmlns:a16="http://schemas.microsoft.com/office/drawing/2014/main" id="{DE38EDFA-08D4-4421-A20C-723724CEA01F}"/>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grpSp>
      <p:sp>
        <p:nvSpPr>
          <p:cNvPr id="15" name="2. Slide Title">
            <a:extLst>
              <a:ext uri="{FF2B5EF4-FFF2-40B4-BE49-F238E27FC236}">
                <a16:creationId xmlns:a16="http://schemas.microsoft.com/office/drawing/2014/main" id="{699FD2C4-82B5-475E-9235-DB128978B618}"/>
              </a:ext>
            </a:extLst>
          </p:cNvPr>
          <p:cNvSpPr>
            <a:spLocks noGrp="1"/>
          </p:cNvSpPr>
          <p:nvPr userDrawn="1">
            <p:ph type="title" hasCustomPrompt="1"/>
            <p:custDataLst>
              <p:tags r:id="rId3"/>
            </p:custDataLst>
          </p:nvPr>
        </p:nvSpPr>
        <p:spPr>
          <a:xfrm>
            <a:off x="554734" y="165068"/>
            <a:ext cx="11082528" cy="738664"/>
          </a:xfrm>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4"/>
            </p:custDataLst>
          </p:nvPr>
        </p:nvSpPr>
        <p:spPr>
          <a:xfrm>
            <a:off x="554736" y="958596"/>
            <a:ext cx="11082528" cy="246221"/>
          </a:xfrm>
          <a:prstGeom prst="rect">
            <a:avLst/>
          </a:prstGeom>
        </p:spPr>
        <p:txBody>
          <a:bodyPr vert="horz" wrap="square" lIns="0" tIns="0" rIns="0" bIns="0" rtlCol="0">
            <a:spAutoFit/>
          </a:bodyPr>
          <a:lstStyle>
            <a:lvl1pPr rtl="0">
              <a:defRPr lang="ru-RU" sz="1600" b="0" dirty="0">
                <a:solidFill>
                  <a:srgbClr val="191C1E"/>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a:spLocks/>
          </p:cNvSpPr>
          <p:nvPr userDrawn="1">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32" name="Slide Number">
            <a:extLst>
              <a:ext uri="{FF2B5EF4-FFF2-40B4-BE49-F238E27FC236}">
                <a16:creationId xmlns:a16="http://schemas.microsoft.com/office/drawing/2014/main" id="{B038539D-CC41-458B-A32A-66FDEFBA8E62}"/>
              </a:ext>
            </a:extLst>
          </p:cNvPr>
          <p:cNvSpPr>
            <a:spLocks noChangeArrowheads="1"/>
          </p:cNvSpPr>
          <p:nvPr userDrawn="1">
            <p:custDataLst>
              <p:tags r:id="rId7"/>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solidFill>
                  <a:srgbClr val="191C1E"/>
                </a:solidFill>
                <a:latin typeface="Tahoma" panose="020B0604030504040204" pitchFamily="34" charset="0"/>
                <a:ea typeface="Tahoma" panose="020B0604030504040204" pitchFamily="34" charset="0"/>
                <a:cs typeface="Tahoma" panose="020B0604030504040204" pitchFamily="34" charset="0"/>
              </a:rPr>
              <a:pPr lvl="0" algn="r" defTabSz="610744" rtl="0" fontAlgn="auto">
                <a:spcBef>
                  <a:spcPts val="0"/>
                </a:spcBef>
                <a:spcAft>
                  <a:spcPts val="0"/>
                </a:spcAft>
              </a:pPr>
              <a:t>‹#›</a:t>
            </a:fld>
            <a:endParaRPr lang="en-US" sz="800" b="0">
              <a:solidFill>
                <a:srgbClr val="191C1E"/>
              </a:solidFill>
              <a:latin typeface="Tahoma" panose="020B0604030504040204" pitchFamily="34" charset="0"/>
              <a:ea typeface="Tahoma" panose="020B0604030504040204" pitchFamily="34" charset="0"/>
              <a:cs typeface="Tahoma" panose="020B0604030504040204" pitchFamily="34" charset="0"/>
            </a:endParaRPr>
          </a:p>
        </p:txBody>
      </p:sp>
      <p:sp>
        <p:nvSpPr>
          <p:cNvPr id="16" name="4. Footnote" hidden="1">
            <a:extLst>
              <a:ext uri="{FF2B5EF4-FFF2-40B4-BE49-F238E27FC236}">
                <a16:creationId xmlns:a16="http://schemas.microsoft.com/office/drawing/2014/main" id="{6CFFA600-7FF4-49E7-B3E6-79A4ECF5D01F}"/>
              </a:ext>
            </a:extLst>
          </p:cNvPr>
          <p:cNvSpPr txBox="1">
            <a:spLocks/>
          </p:cNvSpPr>
          <p:nvPr userDrawn="1">
            <p:custDataLst>
              <p:tags r:id="rId8"/>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Tree>
    <p:extLst>
      <p:ext uri="{BB962C8B-B14F-4D97-AF65-F5344CB8AC3E}">
        <p14:creationId xmlns:p14="http://schemas.microsoft.com/office/powerpoint/2010/main" val="35357245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689162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6"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5" name="Background">
            <a:extLst>
              <a:ext uri="{FF2B5EF4-FFF2-40B4-BE49-F238E27FC236}">
                <a16:creationId xmlns:a16="http://schemas.microsoft.com/office/drawing/2014/main" id="{C12F2EBF-CB29-4245-9709-8A3AB25C1082}"/>
              </a:ext>
            </a:extLst>
          </p:cNvPr>
          <p:cNvGrpSpPr/>
          <p:nvPr userDrawn="1"/>
        </p:nvGrpSpPr>
        <p:grpSpPr>
          <a:xfrm>
            <a:off x="-2115" y="0"/>
            <a:ext cx="12194115" cy="6858000"/>
            <a:chOff x="-2115" y="8376119"/>
            <a:chExt cx="12194115" cy="6858000"/>
          </a:xfrm>
        </p:grpSpPr>
        <p:sp>
          <p:nvSpPr>
            <p:cNvPr id="50" name="Background">
              <a:extLst>
                <a:ext uri="{FF2B5EF4-FFF2-40B4-BE49-F238E27FC236}">
                  <a16:creationId xmlns:a16="http://schemas.microsoft.com/office/drawing/2014/main" id="{9CCA7045-39CE-4B45-993E-9D65996656C6}"/>
                </a:ext>
              </a:extLst>
            </p:cNvPr>
            <p:cNvSpPr/>
            <p:nvPr userDrawn="1"/>
          </p:nvSpPr>
          <p:spPr>
            <a:xfrm>
              <a:off x="0" y="8377706"/>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Century Gothic" panose="020B0502020202020204" pitchFamily="34" charset="0"/>
              </a:endParaRPr>
            </a:p>
          </p:txBody>
        </p:sp>
        <p:grpSp>
          <p:nvGrpSpPr>
            <p:cNvPr id="51" name="Group 50">
              <a:extLst>
                <a:ext uri="{FF2B5EF4-FFF2-40B4-BE49-F238E27FC236}">
                  <a16:creationId xmlns:a16="http://schemas.microsoft.com/office/drawing/2014/main" id="{ABA55F93-7B0A-4279-B19A-B63AB5BF2EB9}"/>
                </a:ext>
              </a:extLst>
            </p:cNvPr>
            <p:cNvGrpSpPr/>
            <p:nvPr userDrawn="1"/>
          </p:nvGrpSpPr>
          <p:grpSpPr>
            <a:xfrm>
              <a:off x="0" y="11681986"/>
              <a:ext cx="6648374" cy="3337021"/>
              <a:chOff x="0" y="0"/>
              <a:chExt cx="6648374" cy="3337021"/>
            </a:xfrm>
          </p:grpSpPr>
          <p:pic>
            <p:nvPicPr>
              <p:cNvPr id="52" name="Graphic 51">
                <a:extLst>
                  <a:ext uri="{FF2B5EF4-FFF2-40B4-BE49-F238E27FC236}">
                    <a16:creationId xmlns:a16="http://schemas.microsoft.com/office/drawing/2014/main" id="{9008B0E7-80F2-46F6-B605-37A23B9225F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53" name="Graphic 52">
                <a:extLst>
                  <a:ext uri="{FF2B5EF4-FFF2-40B4-BE49-F238E27FC236}">
                    <a16:creationId xmlns:a16="http://schemas.microsoft.com/office/drawing/2014/main" id="{260C2D05-7D30-4E7B-A98E-9261BFC608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54" name="Graphic 53">
              <a:extLst>
                <a:ext uri="{FF2B5EF4-FFF2-40B4-BE49-F238E27FC236}">
                  <a16:creationId xmlns:a16="http://schemas.microsoft.com/office/drawing/2014/main" id="{24F2E44F-03F7-449F-B901-28539A23A0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11681986"/>
              <a:ext cx="3337021" cy="3337021"/>
            </a:xfrm>
            <a:prstGeom prst="rect">
              <a:avLst/>
            </a:prstGeom>
          </p:spPr>
        </p:pic>
        <p:pic>
          <p:nvPicPr>
            <p:cNvPr id="55" name="Graphic 54">
              <a:extLst>
                <a:ext uri="{FF2B5EF4-FFF2-40B4-BE49-F238E27FC236}">
                  <a16:creationId xmlns:a16="http://schemas.microsoft.com/office/drawing/2014/main" id="{0165378C-FEC8-4F51-B2F7-CDE495215471}"/>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1168198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56" name="Graphic 55">
              <a:extLst>
                <a:ext uri="{FF2B5EF4-FFF2-40B4-BE49-F238E27FC236}">
                  <a16:creationId xmlns:a16="http://schemas.microsoft.com/office/drawing/2014/main" id="{F31DBB21-9605-40A3-B9D4-30B8AC9316FF}"/>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0" y="1498014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7" name="Graphic 56">
              <a:extLst>
                <a:ext uri="{FF2B5EF4-FFF2-40B4-BE49-F238E27FC236}">
                  <a16:creationId xmlns:a16="http://schemas.microsoft.com/office/drawing/2014/main" id="{6DBFD3E3-0C4E-4AD0-8362-200C740659F1}"/>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3311353"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8" name="Graphic 57">
              <a:extLst>
                <a:ext uri="{FF2B5EF4-FFF2-40B4-BE49-F238E27FC236}">
                  <a16:creationId xmlns:a16="http://schemas.microsoft.com/office/drawing/2014/main" id="{F0BE1516-5EB6-49CE-AE5F-FCB53BEC0174}"/>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6605762"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9" name="Graphic 58">
              <a:extLst>
                <a:ext uri="{FF2B5EF4-FFF2-40B4-BE49-F238E27FC236}">
                  <a16:creationId xmlns:a16="http://schemas.microsoft.com/office/drawing/2014/main" id="{907C4F19-E1B8-4F28-89A9-11EEBA277E53}"/>
                </a:ext>
              </a:extLst>
            </p:cNvPr>
            <p:cNvPicPr>
              <a:picLocks noChangeAspect="1"/>
            </p:cNvPicPr>
            <p:nvPr userDrawn="1"/>
          </p:nvPicPr>
          <p:blipFill>
            <a:blip>
              <a:extLst>
                <a:ext uri="{96DAC541-7B7A-43D3-8B79-37D633B846F1}">
                  <asvg:svgBlip xmlns:asvg="http://schemas.microsoft.com/office/drawing/2016/SVG/main" r:embed="rId10"/>
                </a:ext>
              </a:extLst>
            </a:blip>
            <a:srcRect r="31829" b="92389"/>
            <a:stretch>
              <a:fillRect/>
            </a:stretch>
          </p:blipFill>
          <p:spPr>
            <a:xfrm>
              <a:off x="9917115" y="1498014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60" name="Rectangle 1">
              <a:extLst>
                <a:ext uri="{FF2B5EF4-FFF2-40B4-BE49-F238E27FC236}">
                  <a16:creationId xmlns:a16="http://schemas.microsoft.com/office/drawing/2014/main" id="{A2A7EC7E-B8B2-48A9-93A4-7970F7C25785}"/>
                </a:ext>
              </a:extLst>
            </p:cNvPr>
            <p:cNvGrpSpPr/>
            <p:nvPr userDrawn="1"/>
          </p:nvGrpSpPr>
          <p:grpSpPr>
            <a:xfrm>
              <a:off x="0" y="8376119"/>
              <a:ext cx="6648374" cy="3337021"/>
              <a:chOff x="0" y="0"/>
              <a:chExt cx="6648374" cy="3337021"/>
            </a:xfrm>
          </p:grpSpPr>
          <p:pic>
            <p:nvPicPr>
              <p:cNvPr id="61" name="Graphic 60">
                <a:extLst>
                  <a:ext uri="{FF2B5EF4-FFF2-40B4-BE49-F238E27FC236}">
                    <a16:creationId xmlns:a16="http://schemas.microsoft.com/office/drawing/2014/main" id="{8B57CEC4-C30D-441D-B82D-9234340D8C4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AF16816F-7163-4101-BD16-93CE6C9331D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63" name="Graphic 62">
              <a:extLst>
                <a:ext uri="{FF2B5EF4-FFF2-40B4-BE49-F238E27FC236}">
                  <a16:creationId xmlns:a16="http://schemas.microsoft.com/office/drawing/2014/main" id="{762D2C4C-8A4E-4D86-9AD3-CBEFE20A57F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8376119"/>
              <a:ext cx="3337021" cy="3337021"/>
            </a:xfrm>
            <a:prstGeom prst="rect">
              <a:avLst/>
            </a:prstGeom>
          </p:spPr>
        </p:pic>
        <p:pic>
          <p:nvPicPr>
            <p:cNvPr id="64" name="Graphic 63">
              <a:extLst>
                <a:ext uri="{FF2B5EF4-FFF2-40B4-BE49-F238E27FC236}">
                  <a16:creationId xmlns:a16="http://schemas.microsoft.com/office/drawing/2014/main" id="{881C5693-D00A-4724-8F31-B2CD98BC7D48}"/>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837611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65" name="Background">
              <a:extLst>
                <a:ext uri="{FF2B5EF4-FFF2-40B4-BE49-F238E27FC236}">
                  <a16:creationId xmlns:a16="http://schemas.microsoft.com/office/drawing/2014/main" id="{A352F5A7-04C8-478F-B363-7A29EFBAF466}"/>
                </a:ext>
              </a:extLst>
            </p:cNvPr>
            <p:cNvSpPr/>
            <p:nvPr userDrawn="1"/>
          </p:nvSpPr>
          <p:spPr bwMode="ltGray">
            <a:xfrm rot="10800000">
              <a:off x="-2115" y="8376119"/>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sp>
          <p:nvSpPr>
            <p:cNvPr id="66" name="Background">
              <a:extLst>
                <a:ext uri="{FF2B5EF4-FFF2-40B4-BE49-F238E27FC236}">
                  <a16:creationId xmlns:a16="http://schemas.microsoft.com/office/drawing/2014/main" id="{B59FE6DA-33AA-41AD-91AB-0B245F5AD233}"/>
                </a:ext>
              </a:extLst>
            </p:cNvPr>
            <p:cNvSpPr/>
            <p:nvPr userDrawn="1"/>
          </p:nvSpPr>
          <p:spPr bwMode="ltGray">
            <a:xfrm>
              <a:off x="0" y="8583352"/>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7" name="2. Slide Title">
            <a:extLst>
              <a:ext uri="{FF2B5EF4-FFF2-40B4-BE49-F238E27FC236}">
                <a16:creationId xmlns:a16="http://schemas.microsoft.com/office/drawing/2014/main" id="{99495DFD-8D6A-4DD8-AE3A-47FA42AA0A4F}"/>
              </a:ext>
            </a:extLst>
          </p:cNvPr>
          <p:cNvSpPr>
            <a:spLocks noGrp="1"/>
          </p:cNvSpPr>
          <p:nvPr userDrawn="1">
            <p:ph type="title" hasCustomPrompt="1"/>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lIns="0" tIns="0" rIns="64800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chemeClr val="bg1"/>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userDrawn="1">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solidFill>
                  <a:schemeClr val="bg1"/>
                </a:solidFill>
              </a:rPr>
              <a:t>Source: …</a:t>
            </a:r>
          </a:p>
        </p:txBody>
      </p:sp>
      <p:sp>
        <p:nvSpPr>
          <p:cNvPr id="25" name="4. Footnote" hidden="1">
            <a:extLst>
              <a:ext uri="{FF2B5EF4-FFF2-40B4-BE49-F238E27FC236}">
                <a16:creationId xmlns:a16="http://schemas.microsoft.com/office/drawing/2014/main" id="{B1C8A38F-E18D-4209-BB91-D82556C25DD0}"/>
              </a:ext>
            </a:extLst>
          </p:cNvPr>
          <p:cNvSpPr txBox="1">
            <a:spLocks/>
          </p:cNvSpPr>
          <p:nvPr userDrawn="1">
            <p:custDataLst>
              <p:tags r:id="rId6"/>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solidFill>
                  <a:schemeClr val="bg1"/>
                </a:solidFill>
              </a:rPr>
              <a:t>Footnotes</a:t>
            </a:r>
          </a:p>
        </p:txBody>
      </p:sp>
    </p:spTree>
    <p:extLst>
      <p:ext uri="{BB962C8B-B14F-4D97-AF65-F5344CB8AC3E}">
        <p14:creationId xmlns:p14="http://schemas.microsoft.com/office/powerpoint/2010/main" val="111324947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1500684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6"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5" name="Background">
            <a:extLst>
              <a:ext uri="{FF2B5EF4-FFF2-40B4-BE49-F238E27FC236}">
                <a16:creationId xmlns:a16="http://schemas.microsoft.com/office/drawing/2014/main" id="{C12F2EBF-CB29-4245-9709-8A3AB25C1082}"/>
              </a:ext>
            </a:extLst>
          </p:cNvPr>
          <p:cNvGrpSpPr/>
          <p:nvPr userDrawn="1"/>
        </p:nvGrpSpPr>
        <p:grpSpPr>
          <a:xfrm>
            <a:off x="-2115" y="0"/>
            <a:ext cx="12194115" cy="6858000"/>
            <a:chOff x="-2115" y="8376119"/>
            <a:chExt cx="12194115" cy="6858000"/>
          </a:xfrm>
        </p:grpSpPr>
        <p:sp>
          <p:nvSpPr>
            <p:cNvPr id="50" name="Background">
              <a:extLst>
                <a:ext uri="{FF2B5EF4-FFF2-40B4-BE49-F238E27FC236}">
                  <a16:creationId xmlns:a16="http://schemas.microsoft.com/office/drawing/2014/main" id="{9CCA7045-39CE-4B45-993E-9D65996656C6}"/>
                </a:ext>
              </a:extLst>
            </p:cNvPr>
            <p:cNvSpPr/>
            <p:nvPr userDrawn="1"/>
          </p:nvSpPr>
          <p:spPr>
            <a:xfrm>
              <a:off x="0" y="8377706"/>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Century Gothic" panose="020B0502020202020204" pitchFamily="34" charset="0"/>
              </a:endParaRPr>
            </a:p>
          </p:txBody>
        </p:sp>
        <p:grpSp>
          <p:nvGrpSpPr>
            <p:cNvPr id="51" name="Group 50">
              <a:extLst>
                <a:ext uri="{FF2B5EF4-FFF2-40B4-BE49-F238E27FC236}">
                  <a16:creationId xmlns:a16="http://schemas.microsoft.com/office/drawing/2014/main" id="{ABA55F93-7B0A-4279-B19A-B63AB5BF2EB9}"/>
                </a:ext>
              </a:extLst>
            </p:cNvPr>
            <p:cNvGrpSpPr/>
            <p:nvPr userDrawn="1"/>
          </p:nvGrpSpPr>
          <p:grpSpPr>
            <a:xfrm>
              <a:off x="0" y="11681986"/>
              <a:ext cx="6648374" cy="3337021"/>
              <a:chOff x="0" y="0"/>
              <a:chExt cx="6648374" cy="3337021"/>
            </a:xfrm>
          </p:grpSpPr>
          <p:pic>
            <p:nvPicPr>
              <p:cNvPr id="52" name="Graphic 51">
                <a:extLst>
                  <a:ext uri="{FF2B5EF4-FFF2-40B4-BE49-F238E27FC236}">
                    <a16:creationId xmlns:a16="http://schemas.microsoft.com/office/drawing/2014/main" id="{9008B0E7-80F2-46F6-B605-37A23B9225F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53" name="Graphic 52">
                <a:extLst>
                  <a:ext uri="{FF2B5EF4-FFF2-40B4-BE49-F238E27FC236}">
                    <a16:creationId xmlns:a16="http://schemas.microsoft.com/office/drawing/2014/main" id="{260C2D05-7D30-4E7B-A98E-9261BFC608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54" name="Graphic 53">
              <a:extLst>
                <a:ext uri="{FF2B5EF4-FFF2-40B4-BE49-F238E27FC236}">
                  <a16:creationId xmlns:a16="http://schemas.microsoft.com/office/drawing/2014/main" id="{24F2E44F-03F7-449F-B901-28539A23A0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11681986"/>
              <a:ext cx="3337021" cy="3337021"/>
            </a:xfrm>
            <a:prstGeom prst="rect">
              <a:avLst/>
            </a:prstGeom>
          </p:spPr>
        </p:pic>
        <p:pic>
          <p:nvPicPr>
            <p:cNvPr id="55" name="Graphic 54">
              <a:extLst>
                <a:ext uri="{FF2B5EF4-FFF2-40B4-BE49-F238E27FC236}">
                  <a16:creationId xmlns:a16="http://schemas.microsoft.com/office/drawing/2014/main" id="{0165378C-FEC8-4F51-B2F7-CDE495215471}"/>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1168198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56" name="Graphic 55">
              <a:extLst>
                <a:ext uri="{FF2B5EF4-FFF2-40B4-BE49-F238E27FC236}">
                  <a16:creationId xmlns:a16="http://schemas.microsoft.com/office/drawing/2014/main" id="{F31DBB21-9605-40A3-B9D4-30B8AC9316FF}"/>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0" y="1498014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7" name="Graphic 56">
              <a:extLst>
                <a:ext uri="{FF2B5EF4-FFF2-40B4-BE49-F238E27FC236}">
                  <a16:creationId xmlns:a16="http://schemas.microsoft.com/office/drawing/2014/main" id="{6DBFD3E3-0C4E-4AD0-8362-200C740659F1}"/>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3311353"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8" name="Graphic 57">
              <a:extLst>
                <a:ext uri="{FF2B5EF4-FFF2-40B4-BE49-F238E27FC236}">
                  <a16:creationId xmlns:a16="http://schemas.microsoft.com/office/drawing/2014/main" id="{F0BE1516-5EB6-49CE-AE5F-FCB53BEC0174}"/>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6605762"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9" name="Graphic 58">
              <a:extLst>
                <a:ext uri="{FF2B5EF4-FFF2-40B4-BE49-F238E27FC236}">
                  <a16:creationId xmlns:a16="http://schemas.microsoft.com/office/drawing/2014/main" id="{907C4F19-E1B8-4F28-89A9-11EEBA277E53}"/>
                </a:ext>
              </a:extLst>
            </p:cNvPr>
            <p:cNvPicPr>
              <a:picLocks noChangeAspect="1"/>
            </p:cNvPicPr>
            <p:nvPr userDrawn="1"/>
          </p:nvPicPr>
          <p:blipFill>
            <a:blip>
              <a:extLst>
                <a:ext uri="{96DAC541-7B7A-43D3-8B79-37D633B846F1}">
                  <asvg:svgBlip xmlns:asvg="http://schemas.microsoft.com/office/drawing/2016/SVG/main" r:embed="rId10"/>
                </a:ext>
              </a:extLst>
            </a:blip>
            <a:srcRect r="31829" b="92389"/>
            <a:stretch>
              <a:fillRect/>
            </a:stretch>
          </p:blipFill>
          <p:spPr>
            <a:xfrm>
              <a:off x="9917115" y="1498014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60" name="Rectangle 1">
              <a:extLst>
                <a:ext uri="{FF2B5EF4-FFF2-40B4-BE49-F238E27FC236}">
                  <a16:creationId xmlns:a16="http://schemas.microsoft.com/office/drawing/2014/main" id="{A2A7EC7E-B8B2-48A9-93A4-7970F7C25785}"/>
                </a:ext>
              </a:extLst>
            </p:cNvPr>
            <p:cNvGrpSpPr/>
            <p:nvPr userDrawn="1"/>
          </p:nvGrpSpPr>
          <p:grpSpPr>
            <a:xfrm>
              <a:off x="0" y="8376119"/>
              <a:ext cx="6648374" cy="3337021"/>
              <a:chOff x="0" y="0"/>
              <a:chExt cx="6648374" cy="3337021"/>
            </a:xfrm>
          </p:grpSpPr>
          <p:pic>
            <p:nvPicPr>
              <p:cNvPr id="61" name="Graphic 60">
                <a:extLst>
                  <a:ext uri="{FF2B5EF4-FFF2-40B4-BE49-F238E27FC236}">
                    <a16:creationId xmlns:a16="http://schemas.microsoft.com/office/drawing/2014/main" id="{8B57CEC4-C30D-441D-B82D-9234340D8C4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AF16816F-7163-4101-BD16-93CE6C9331D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63" name="Graphic 62">
              <a:extLst>
                <a:ext uri="{FF2B5EF4-FFF2-40B4-BE49-F238E27FC236}">
                  <a16:creationId xmlns:a16="http://schemas.microsoft.com/office/drawing/2014/main" id="{762D2C4C-8A4E-4D86-9AD3-CBEFE20A57F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8376119"/>
              <a:ext cx="3337021" cy="3337021"/>
            </a:xfrm>
            <a:prstGeom prst="rect">
              <a:avLst/>
            </a:prstGeom>
          </p:spPr>
        </p:pic>
        <p:pic>
          <p:nvPicPr>
            <p:cNvPr id="64" name="Graphic 63">
              <a:extLst>
                <a:ext uri="{FF2B5EF4-FFF2-40B4-BE49-F238E27FC236}">
                  <a16:creationId xmlns:a16="http://schemas.microsoft.com/office/drawing/2014/main" id="{881C5693-D00A-4724-8F31-B2CD98BC7D48}"/>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837611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65" name="Background">
              <a:extLst>
                <a:ext uri="{FF2B5EF4-FFF2-40B4-BE49-F238E27FC236}">
                  <a16:creationId xmlns:a16="http://schemas.microsoft.com/office/drawing/2014/main" id="{A352F5A7-04C8-478F-B363-7A29EFBAF466}"/>
                </a:ext>
              </a:extLst>
            </p:cNvPr>
            <p:cNvSpPr/>
            <p:nvPr userDrawn="1"/>
          </p:nvSpPr>
          <p:spPr bwMode="ltGray">
            <a:xfrm rot="10800000">
              <a:off x="-2115" y="8376119"/>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sp>
          <p:nvSpPr>
            <p:cNvPr id="66" name="Background">
              <a:extLst>
                <a:ext uri="{FF2B5EF4-FFF2-40B4-BE49-F238E27FC236}">
                  <a16:creationId xmlns:a16="http://schemas.microsoft.com/office/drawing/2014/main" id="{B59FE6DA-33AA-41AD-91AB-0B245F5AD233}"/>
                </a:ext>
              </a:extLst>
            </p:cNvPr>
            <p:cNvSpPr/>
            <p:nvPr userDrawn="1"/>
          </p:nvSpPr>
          <p:spPr bwMode="ltGray">
            <a:xfrm>
              <a:off x="0" y="8583352"/>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7" name="2. Slide Title">
            <a:extLst>
              <a:ext uri="{FF2B5EF4-FFF2-40B4-BE49-F238E27FC236}">
                <a16:creationId xmlns:a16="http://schemas.microsoft.com/office/drawing/2014/main" id="{99495DFD-8D6A-4DD8-AE3A-47FA42AA0A4F}"/>
              </a:ext>
            </a:extLst>
          </p:cNvPr>
          <p:cNvSpPr>
            <a:spLocks noGrp="1"/>
          </p:cNvSpPr>
          <p:nvPr userDrawn="1">
            <p:ph type="title" hasCustomPrompt="1"/>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lIns="0" tIns="0" rIns="64800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chemeClr val="bg1"/>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userDrawn="1">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solidFill>
                  <a:schemeClr val="bg1"/>
                </a:solidFill>
              </a:rPr>
              <a:t>Source: …</a:t>
            </a:r>
          </a:p>
        </p:txBody>
      </p:sp>
      <p:sp>
        <p:nvSpPr>
          <p:cNvPr id="25" name="4. Footnote" hidden="1">
            <a:extLst>
              <a:ext uri="{FF2B5EF4-FFF2-40B4-BE49-F238E27FC236}">
                <a16:creationId xmlns:a16="http://schemas.microsoft.com/office/drawing/2014/main" id="{B1C8A38F-E18D-4209-BB91-D82556C25DD0}"/>
              </a:ext>
            </a:extLst>
          </p:cNvPr>
          <p:cNvSpPr txBox="1">
            <a:spLocks/>
          </p:cNvSpPr>
          <p:nvPr userDrawn="1">
            <p:custDataLst>
              <p:tags r:id="rId6"/>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solidFill>
                  <a:schemeClr val="bg1"/>
                </a:solidFill>
              </a:rPr>
              <a:t>Footnotes</a:t>
            </a:r>
          </a:p>
        </p:txBody>
      </p:sp>
      <p:sp>
        <p:nvSpPr>
          <p:cNvPr id="4" name="TextBox 3">
            <a:extLst>
              <a:ext uri="{FF2B5EF4-FFF2-40B4-BE49-F238E27FC236}">
                <a16:creationId xmlns:a16="http://schemas.microsoft.com/office/drawing/2014/main" id="{5F23056B-DBE0-D752-3AC0-D7AAA3AF1AC4}"/>
              </a:ext>
            </a:extLst>
          </p:cNvPr>
          <p:cNvSpPr txBox="1"/>
          <p:nvPr userDrawn="1"/>
        </p:nvSpPr>
        <p:spPr>
          <a:xfrm>
            <a:off x="8545514" y="6435725"/>
            <a:ext cx="208756" cy="152400"/>
          </a:xfrm>
          <a:prstGeom prst="rect">
            <a:avLst/>
          </a:prstGeom>
          <a:ln w="6350">
            <a:noFill/>
            <a:miter lim="800000"/>
          </a:ln>
        </p:spPr>
        <p:txBody>
          <a:bodyPr vert="horz" wrap="none" lIns="0" tIns="0" rIns="0" bIns="0" rtlCol="0">
            <a:noAutofit/>
          </a:bodyPr>
          <a:lstStyle/>
          <a:p>
            <a:pPr algn="l" rtl="0">
              <a:spcBef>
                <a:spcPts val="300"/>
              </a:spcBef>
              <a:spcAft>
                <a:spcPts val="300"/>
              </a:spcAft>
              <a:buNone/>
            </a:pPr>
            <a:fld id="{5965CEB5-1DD1-49A1-A595-403D2BB5701F}" type="slidenum">
              <a:rPr lang="en-US" sz="1000" b="0" i="0" baseline="0" smtClean="0"/>
              <a:pPr algn="l" rtl="0">
                <a:spcBef>
                  <a:spcPts val="300"/>
                </a:spcBef>
                <a:spcAft>
                  <a:spcPts val="300"/>
                </a:spcAft>
                <a:buNone/>
              </a:pPr>
              <a:t>‹#›</a:t>
            </a:fld>
            <a:endParaRPr lang="en-US" sz="1000" b="0" i="0" baseline="0"/>
          </a:p>
        </p:txBody>
      </p:sp>
    </p:spTree>
    <p:extLst>
      <p:ext uri="{BB962C8B-B14F-4D97-AF65-F5344CB8AC3E}">
        <p14:creationId xmlns:p14="http://schemas.microsoft.com/office/powerpoint/2010/main" val="8221778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844467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3" name="Object 6" hidden="1">
                        <a:extLst>
                          <a:ext uri="{FF2B5EF4-FFF2-40B4-BE49-F238E27FC236}">
                            <a16:creationId xmlns:a16="http://schemas.microsoft.com/office/drawing/2014/main" id="{EC6EE29E-F64A-419F-BFB0-EEDEB71953F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6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21" name="Group 20">
            <a:extLst>
              <a:ext uri="{FF2B5EF4-FFF2-40B4-BE49-F238E27FC236}">
                <a16:creationId xmlns:a16="http://schemas.microsoft.com/office/drawing/2014/main" id="{F60F539A-BC4E-41ED-B165-07BB7C76FD2A}"/>
              </a:ext>
            </a:extLst>
          </p:cNvPr>
          <p:cNvGrpSpPr/>
          <p:nvPr userDrawn="1"/>
        </p:nvGrpSpPr>
        <p:grpSpPr>
          <a:xfrm>
            <a:off x="0" y="-1"/>
            <a:ext cx="4544291" cy="6858001"/>
            <a:chOff x="0" y="-1"/>
            <a:chExt cx="4544291" cy="6858001"/>
          </a:xfrm>
        </p:grpSpPr>
        <p:grpSp>
          <p:nvGrpSpPr>
            <p:cNvPr id="22" name="Group 21">
              <a:extLst>
                <a:ext uri="{FF2B5EF4-FFF2-40B4-BE49-F238E27FC236}">
                  <a16:creationId xmlns:a16="http://schemas.microsoft.com/office/drawing/2014/main" id="{E05B1C71-372E-4CC9-A7BE-C99679981502}"/>
                </a:ext>
              </a:extLst>
            </p:cNvPr>
            <p:cNvGrpSpPr/>
            <p:nvPr userDrawn="1"/>
          </p:nvGrpSpPr>
          <p:grpSpPr>
            <a:xfrm>
              <a:off x="0" y="0"/>
              <a:ext cx="3337021" cy="6858000"/>
              <a:chOff x="0" y="0"/>
              <a:chExt cx="3337021" cy="6858000"/>
            </a:xfrm>
          </p:grpSpPr>
          <p:pic>
            <p:nvPicPr>
              <p:cNvPr id="24" name="Graphic 23">
                <a:extLst>
                  <a:ext uri="{FF2B5EF4-FFF2-40B4-BE49-F238E27FC236}">
                    <a16:creationId xmlns:a16="http://schemas.microsoft.com/office/drawing/2014/main" id="{E5F8B074-1072-48FC-974F-E70879C6D2F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3305867"/>
                <a:ext cx="3337021" cy="3337021"/>
              </a:xfrm>
              <a:prstGeom prst="rect">
                <a:avLst/>
              </a:prstGeom>
            </p:spPr>
          </p:pic>
          <p:pic>
            <p:nvPicPr>
              <p:cNvPr id="25" name="Graphic 24">
                <a:extLst>
                  <a:ext uri="{FF2B5EF4-FFF2-40B4-BE49-F238E27FC236}">
                    <a16:creationId xmlns:a16="http://schemas.microsoft.com/office/drawing/2014/main" id="{4D195B11-AB6C-4D1A-A364-CC5CEE26D667}"/>
                  </a:ext>
                </a:extLst>
              </p:cNvPr>
              <p:cNvPicPr>
                <a:picLocks noChangeAspect="1"/>
              </p:cNvPicPr>
              <p:nvPr userDrawn="1"/>
            </p:nvPicPr>
            <p:blipFill>
              <a:blip>
                <a:extLst>
                  <a:ext uri="{96DAC541-7B7A-43D3-8B79-37D633B846F1}">
                    <asvg:svgBlip xmlns:asvg="http://schemas.microsoft.com/office/drawing/2016/SVG/main" r:embed="rId12"/>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6" name="Graphic 25">
                <a:extLst>
                  <a:ext uri="{FF2B5EF4-FFF2-40B4-BE49-F238E27FC236}">
                    <a16:creationId xmlns:a16="http://schemas.microsoft.com/office/drawing/2014/main" id="{E60F1F0A-C640-429C-8573-545387747246}"/>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3337021" cy="3337021"/>
              </a:xfrm>
              <a:prstGeom prst="rect">
                <a:avLst/>
              </a:prstGeom>
            </p:spPr>
          </p:pic>
        </p:grpSp>
        <p:sp>
          <p:nvSpPr>
            <p:cNvPr id="23" name="Rectangle 22">
              <a:extLst>
                <a:ext uri="{FF2B5EF4-FFF2-40B4-BE49-F238E27FC236}">
                  <a16:creationId xmlns:a16="http://schemas.microsoft.com/office/drawing/2014/main" id="{8EC3B9AE-9069-4C4B-9F60-384885192A38}"/>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25451"/>
            <a:ext cx="10131552" cy="553998"/>
          </a:xfrm>
          <a:prstGeom prst="rect">
            <a:avLst/>
          </a:prstGeom>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36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pPr lvl="0" algn="l" defTabSz="914400" rtl="0" eaLnBrk="1" latinLnBrk="0" hangingPunct="1">
              <a:lnSpc>
                <a:spcPct val="100000"/>
              </a:lnSpc>
              <a:spcBef>
                <a:spcPct val="0"/>
              </a:spcBef>
              <a:buNone/>
            </a:pPr>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130249"/>
            <a:ext cx="10131552" cy="246221"/>
          </a:xfrm>
          <a:prstGeom prst="rect">
            <a:avLst/>
          </a:prstGeom>
        </p:spPr>
        <p:txBody>
          <a:bodyPr vert="horz" wrap="square" lIns="0" tIns="0" rIns="0" bIns="0" rtlCol="0">
            <a:noAutofit/>
          </a:bodyPr>
          <a:lstStyle>
            <a:lvl1pPr rtl="0">
              <a:defRPr lang="ru-RU" sz="1600" b="0" dirty="0">
                <a:solidFill>
                  <a:srgbClr val="191C1E"/>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solidFill>
                  <a:srgbClr val="191C1E"/>
                </a:solidFill>
                <a:latin typeface="Tahoma" panose="020B0604030504040204" pitchFamily="34" charset="0"/>
                <a:ea typeface="Tahoma" panose="020B0604030504040204" pitchFamily="34" charset="0"/>
                <a:cs typeface="Tahoma" panose="020B0604030504040204" pitchFamily="34" charset="0"/>
              </a:rPr>
              <a:pPr lvl="0" algn="r" defTabSz="610744" rtl="0" fontAlgn="auto">
                <a:spcBef>
                  <a:spcPts val="0"/>
                </a:spcBef>
                <a:spcAft>
                  <a:spcPts val="0"/>
                </a:spcAft>
              </a:pPr>
              <a:t>‹#›</a:t>
            </a:fld>
            <a:endParaRPr lang="en-US" sz="800" b="0">
              <a:solidFill>
                <a:srgbClr val="191C1E"/>
              </a:solidFill>
              <a:latin typeface="Tahoma" panose="020B0604030504040204" pitchFamily="34" charset="0"/>
              <a:ea typeface="Tahoma" panose="020B0604030504040204" pitchFamily="34" charset="0"/>
              <a:cs typeface="Tahoma" panose="020B0604030504040204" pitchFamily="34" charset="0"/>
            </a:endParaRP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13" name="4. Footnote" hidden="1">
            <a:extLst>
              <a:ext uri="{FF2B5EF4-FFF2-40B4-BE49-F238E27FC236}">
                <a16:creationId xmlns:a16="http://schemas.microsoft.com/office/drawing/2014/main" id="{AA02EE99-53A8-4C7C-8962-0D63EC734C69}"/>
              </a:ext>
            </a:extLst>
          </p:cNvPr>
          <p:cNvSpPr txBox="1">
            <a:spLocks/>
          </p:cNvSpPr>
          <p:nvPr userDrawn="1">
            <p:custDataLst>
              <p:tags r:id="rId7"/>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4" name="5. Source" hidden="1">
            <a:extLst>
              <a:ext uri="{FF2B5EF4-FFF2-40B4-BE49-F238E27FC236}">
                <a16:creationId xmlns:a16="http://schemas.microsoft.com/office/drawing/2014/main" id="{815E207E-5E76-49DE-8198-0BF5F72E95D4}"/>
              </a:ext>
            </a:extLst>
          </p:cNvPr>
          <p:cNvSpPr txBox="1">
            <a:spLocks/>
          </p:cNvSpPr>
          <p:nvPr userDrawn="1">
            <p:custDataLst>
              <p:tags r:id="rId8"/>
            </p:custDataLst>
          </p:nvPr>
        </p:nvSpPr>
        <p:spPr>
          <a:xfrm>
            <a:off x="554736"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err="1"/>
              <a:t>Источник</a:t>
            </a:r>
            <a:r>
              <a:rPr lang="en-US" sz="800"/>
              <a:t>: …</a:t>
            </a:r>
          </a:p>
        </p:txBody>
      </p:sp>
    </p:spTree>
    <p:extLst>
      <p:ext uri="{BB962C8B-B14F-4D97-AF65-F5344CB8AC3E}">
        <p14:creationId xmlns:p14="http://schemas.microsoft.com/office/powerpoint/2010/main" val="270035038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86576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2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1" name="Group 10">
            <a:extLst>
              <a:ext uri="{FF2B5EF4-FFF2-40B4-BE49-F238E27FC236}">
                <a16:creationId xmlns:a16="http://schemas.microsoft.com/office/drawing/2014/main" id="{B7385429-219C-4D13-B18E-6E819E960DE4}"/>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BE0D1115-28CB-4F26-8A3F-D87F0295C698}"/>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353078DF-55C7-45AB-9FA8-C0B2564A2E59}"/>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EBD2B1E4-5FBB-40D4-BD3A-048F6192B390}"/>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076C6520-DADB-4D33-9B8F-41CE6ABE4BD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75397C38-99B9-4557-B2A5-EC4D3F9E331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836702"/>
            <a:ext cx="2514600" cy="677108"/>
          </a:xfrm>
        </p:spPr>
        <p:txBody>
          <a:bodyPr vert="horz" wrap="square" lIns="0" tIns="0" rIns="0" bIns="0" rtlCol="0" anchor="b" anchorCtr="0">
            <a:noAutofit/>
          </a:bodyPr>
          <a:lstStyle>
            <a:lvl1pPr rtl="0">
              <a:defRPr lang="ru-RU" sz="2200"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564610"/>
            <a:ext cx="2514600" cy="492443"/>
          </a:xfrm>
          <a:prstGeom prst="rect">
            <a:avLst/>
          </a:prstGeom>
        </p:spPr>
        <p:txBody>
          <a:bodyPr vert="horz" wrap="square" lIns="0" tIns="0" rIns="0" bIns="0" rtlCol="0">
            <a:no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2" name="4. Footnote" hidden="1">
            <a:extLst>
              <a:ext uri="{FF2B5EF4-FFF2-40B4-BE49-F238E27FC236}">
                <a16:creationId xmlns:a16="http://schemas.microsoft.com/office/drawing/2014/main" id="{E91B258C-2CE3-47AD-91B7-5D22A691D520}"/>
              </a:ext>
            </a:extLst>
          </p:cNvPr>
          <p:cNvSpPr txBox="1">
            <a:spLocks/>
          </p:cNvSpPr>
          <p:nvPr userDrawn="1">
            <p:custDataLst>
              <p:tags r:id="rId8"/>
            </p:custDataLst>
          </p:nvPr>
        </p:nvSpPr>
        <p:spPr>
          <a:xfrm>
            <a:off x="554736" y="6330793"/>
            <a:ext cx="2514600"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3" name="5. Source" hidden="1">
            <a:extLst>
              <a:ext uri="{FF2B5EF4-FFF2-40B4-BE49-F238E27FC236}">
                <a16:creationId xmlns:a16="http://schemas.microsoft.com/office/drawing/2014/main" id="{9E0E9C24-A775-45BA-A2B2-E9A468FB0E1D}"/>
              </a:ext>
            </a:extLst>
          </p:cNvPr>
          <p:cNvSpPr txBox="1">
            <a:spLocks/>
          </p:cNvSpPr>
          <p:nvPr userDrawn="1">
            <p:custDataLst>
              <p:tags r:id="rId9"/>
            </p:custDataLst>
          </p:nvPr>
        </p:nvSpPr>
        <p:spPr>
          <a:xfrm>
            <a:off x="554736" y="6514142"/>
            <a:ext cx="2514600"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9998030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62990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2CED74A0-59B0-4A64-8367-F678F9212088}"/>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72DC4787-100B-4D10-AFDD-81C509730CDE}"/>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83A31D9D-3D16-459C-A978-4E188F572AD7}"/>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4436E28E-192C-4128-8C07-8E2244890C23}"/>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958ADED3-1240-4CAC-85D6-6E46237FD2B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82A39CEA-7672-470D-90B7-74EF0D8C9630}"/>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75146"/>
            <a:ext cx="3465576" cy="738664"/>
          </a:xfrm>
          <a:prstGeom prst="rect">
            <a:avLst/>
          </a:prstGeom>
        </p:spPr>
        <p:txBody>
          <a:bodyPr vert="horz" wrap="square" lIns="0" tIns="0" rIns="0" bIns="0" rtlCol="0" anchor="b" anchorCtr="0">
            <a:spAutoFit/>
          </a:bodyPr>
          <a:lstStyle>
            <a:lvl1pPr rtl="0">
              <a:defRPr lang="ru-RU"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564610"/>
            <a:ext cx="3465575" cy="246221"/>
          </a:xfrm>
          <a:prstGeom prst="rect">
            <a:avLst/>
          </a:prstGeom>
        </p:spPr>
        <p:txBody>
          <a:bodyPr vert="horz" wrap="square" lIns="0" tIns="0" rIns="0" bIns="0" rtlCol="0">
            <a:no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1FBE24E8-31AF-4C3E-A5B5-E9DFC553F274}"/>
              </a:ext>
            </a:extLst>
          </p:cNvPr>
          <p:cNvSpPr txBox="1">
            <a:spLocks/>
          </p:cNvSpPr>
          <p:nvPr userDrawn="1">
            <p:custDataLst>
              <p:tags r:id="rId8"/>
            </p:custDataLst>
          </p:nvPr>
        </p:nvSpPr>
        <p:spPr>
          <a:xfrm>
            <a:off x="554737" y="6330793"/>
            <a:ext cx="3465575"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3791DA78-DD6B-4CB7-9030-81E41768DCBD}"/>
              </a:ext>
            </a:extLst>
          </p:cNvPr>
          <p:cNvSpPr txBox="1">
            <a:spLocks/>
          </p:cNvSpPr>
          <p:nvPr userDrawn="1">
            <p:custDataLst>
              <p:tags r:id="rId9"/>
            </p:custDataLst>
          </p:nvPr>
        </p:nvSpPr>
        <p:spPr>
          <a:xfrm>
            <a:off x="554736" y="6514142"/>
            <a:ext cx="3465575"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242574089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01355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B748AAEC-DB11-4FDE-8B23-9F9DBCC6C2B3}"/>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A27F1B22-A681-4273-AE0B-1C49DDE84D4C}"/>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6CC197B9-DD53-418B-A4DC-BA8FCD0160E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1DE6CBB0-24E3-4A8B-9658-6B30F0E706F6}"/>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9D972D20-461D-45BA-A52C-06399F8A5A47}"/>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99CF8767-9735-473B-B437-BB5E2C87581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5065776"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5065776"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597DC5CB-D54D-4340-AB36-B256B0AC9176}"/>
              </a:ext>
            </a:extLst>
          </p:cNvPr>
          <p:cNvSpPr txBox="1">
            <a:spLocks/>
          </p:cNvSpPr>
          <p:nvPr userDrawn="1">
            <p:custDataLst>
              <p:tags r:id="rId8"/>
            </p:custDataLst>
          </p:nvPr>
        </p:nvSpPr>
        <p:spPr>
          <a:xfrm>
            <a:off x="554736" y="6330793"/>
            <a:ext cx="5065776"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A87378B9-4AD0-4D5D-A5DA-1170C3F12797}"/>
              </a:ext>
            </a:extLst>
          </p:cNvPr>
          <p:cNvSpPr txBox="1">
            <a:spLocks/>
          </p:cNvSpPr>
          <p:nvPr userDrawn="1">
            <p:custDataLst>
              <p:tags r:id="rId9"/>
            </p:custDataLst>
          </p:nvPr>
        </p:nvSpPr>
        <p:spPr>
          <a:xfrm>
            <a:off x="554736" y="6514142"/>
            <a:ext cx="5065776"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36617879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3341908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6"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668BC3A1-8E69-4011-AD76-54DE1B7346E6}"/>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470A8405-C924-41D3-8FD1-29DC2F8BF589}"/>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4DA33A9A-0F33-4B38-92FE-4D649E49BEE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C3EE0E3B-7D0D-4AB3-8E07-7C1C6D41350D}"/>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EE1EFED-7EA3-4879-8F99-CE87B2ECA19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7153F629-ABF4-4B12-96F8-27E2AA136AD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19" name="2. Slide Title">
            <a:extLst>
              <a:ext uri="{FF2B5EF4-FFF2-40B4-BE49-F238E27FC236}">
                <a16:creationId xmlns:a16="http://schemas.microsoft.com/office/drawing/2014/main" id="{0415F114-7B0E-43F2-8881-F0D9FB2A643B}"/>
              </a:ext>
            </a:extLst>
          </p:cNvPr>
          <p:cNvSpPr>
            <a:spLocks noGrp="1"/>
          </p:cNvSpPr>
          <p:nvPr>
            <p:ph type="title" hasCustomPrompt="1"/>
            <p:custDataLst>
              <p:tags r:id="rId3"/>
            </p:custDataLst>
          </p:nvPr>
        </p:nvSpPr>
        <p:spPr>
          <a:xfrm>
            <a:off x="554736" y="226624"/>
            <a:ext cx="6967728"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58596"/>
            <a:ext cx="6967728"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8759C0DC-CA42-4D58-8D3F-AD4C6CAE3A1B}"/>
              </a:ext>
            </a:extLst>
          </p:cNvPr>
          <p:cNvSpPr txBox="1">
            <a:spLocks/>
          </p:cNvSpPr>
          <p:nvPr userDrawn="1">
            <p:custDataLst>
              <p:tags r:id="rId8"/>
            </p:custDataLst>
          </p:nvPr>
        </p:nvSpPr>
        <p:spPr>
          <a:xfrm>
            <a:off x="554736" y="6330793"/>
            <a:ext cx="6967728"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3AC3100F-5CEB-4A91-9B1F-8F2834961E6C}"/>
              </a:ext>
            </a:extLst>
          </p:cNvPr>
          <p:cNvSpPr txBox="1">
            <a:spLocks/>
          </p:cNvSpPr>
          <p:nvPr userDrawn="1">
            <p:custDataLst>
              <p:tags r:id="rId9"/>
            </p:custDataLst>
          </p:nvPr>
        </p:nvSpPr>
        <p:spPr>
          <a:xfrm>
            <a:off x="554736" y="6514142"/>
            <a:ext cx="6967728"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239820690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935929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782B402C-4E9A-4C49-95BC-08C80D9394EC}"/>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EBB4B49C-0BF5-4E59-AAEE-224340421E20}"/>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C379868A-9A32-49DD-B088-849ADB13330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F860B71F-73D2-4140-9B7E-E84C1ED64357}"/>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12D97A6-D75E-470D-8B68-12AF6900B0E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EB62E48F-039F-4A8A-AA4A-7E4B0A2100D4}"/>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noProof="0" smtClean="0">
                <a:cs typeface="Arial" panose="020B0604020202020204" pitchFamily="34" charset="0"/>
              </a:rPr>
              <a:pPr lvl="0" algn="r" defTabSz="610744" rtl="0" fontAlgn="auto">
                <a:spcBef>
                  <a:spcPts val="0"/>
                </a:spcBef>
                <a:spcAft>
                  <a:spcPts val="0"/>
                </a:spcAft>
              </a:pPr>
              <a:t>‹#›</a:t>
            </a:fld>
            <a:endParaRPr lang="en-US" sz="800" b="0" noProof="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7918704"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7918704"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44C30949-359D-483D-8AB0-470F0738EC46}"/>
              </a:ext>
            </a:extLst>
          </p:cNvPr>
          <p:cNvSpPr txBox="1">
            <a:spLocks/>
          </p:cNvSpPr>
          <p:nvPr userDrawn="1">
            <p:custDataLst>
              <p:tags r:id="rId8"/>
            </p:custDataLst>
          </p:nvPr>
        </p:nvSpPr>
        <p:spPr>
          <a:xfrm>
            <a:off x="554736" y="6330793"/>
            <a:ext cx="791870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0C638687-9D2C-4819-8EA7-89C77797F3C6}"/>
              </a:ext>
            </a:extLst>
          </p:cNvPr>
          <p:cNvSpPr txBox="1">
            <a:spLocks/>
          </p:cNvSpPr>
          <p:nvPr userDrawn="1">
            <p:custDataLst>
              <p:tags r:id="rId9"/>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35022542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3497665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Object 6"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21" name="Rectangle 1">
            <a:extLst>
              <a:ext uri="{FF2B5EF4-FFF2-40B4-BE49-F238E27FC236}">
                <a16:creationId xmlns:a16="http://schemas.microsoft.com/office/drawing/2014/main" id="{4C0CE1A6-9A27-4E62-A51D-D2E5F558BE1A}"/>
              </a:ext>
            </a:extLst>
          </p:cNvPr>
          <p:cNvGrpSpPr/>
          <p:nvPr userDrawn="1"/>
        </p:nvGrpSpPr>
        <p:grpSpPr>
          <a:xfrm>
            <a:off x="0" y="0"/>
            <a:ext cx="12192000" cy="6858000"/>
            <a:chOff x="0" y="7964129"/>
            <a:chExt cx="12192000" cy="6858000"/>
          </a:xfrm>
        </p:grpSpPr>
        <p:pic>
          <p:nvPicPr>
            <p:cNvPr id="51" name="Graphic 50">
              <a:extLst>
                <a:ext uri="{FF2B5EF4-FFF2-40B4-BE49-F238E27FC236}">
                  <a16:creationId xmlns:a16="http://schemas.microsoft.com/office/drawing/2014/main" id="{3B83D280-9CA5-45FB-9649-4AB81AB05C3D}"/>
                </a:ext>
              </a:extLst>
            </p:cNvPr>
            <p:cNvPicPr>
              <a:picLocks noChangeAspect="1"/>
            </p:cNvPicPr>
            <p:nvPr userDrawn="1"/>
          </p:nvPicPr>
          <p:blipFill>
            <a:blip>
              <a:extLst>
                <a:ext uri="{96DAC541-7B7A-43D3-8B79-37D633B846F1}">
                  <asvg:svgBlip xmlns:asvg="http://schemas.microsoft.com/office/drawing/2016/SVG/main" r:embed="rId7"/>
                </a:ext>
              </a:extLst>
            </a:blip>
            <a:srcRect r="31829"/>
            <a:stretch>
              <a:fillRect/>
            </a:stretch>
          </p:blipFill>
          <p:spPr>
            <a:xfrm>
              <a:off x="9917115" y="1126999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grpSp>
          <p:nvGrpSpPr>
            <p:cNvPr id="49" name="Group 48">
              <a:extLst>
                <a:ext uri="{FF2B5EF4-FFF2-40B4-BE49-F238E27FC236}">
                  <a16:creationId xmlns:a16="http://schemas.microsoft.com/office/drawing/2014/main" id="{F78947C6-9C7B-4912-92C5-BE469863B9AC}"/>
                </a:ext>
              </a:extLst>
            </p:cNvPr>
            <p:cNvGrpSpPr/>
            <p:nvPr userDrawn="1"/>
          </p:nvGrpSpPr>
          <p:grpSpPr>
            <a:xfrm>
              <a:off x="0" y="11269996"/>
              <a:ext cx="6648374" cy="3337021"/>
              <a:chOff x="0" y="0"/>
              <a:chExt cx="6648374" cy="3337021"/>
            </a:xfrm>
          </p:grpSpPr>
          <p:pic>
            <p:nvPicPr>
              <p:cNvPr id="63" name="Graphic 62">
                <a:extLst>
                  <a:ext uri="{FF2B5EF4-FFF2-40B4-BE49-F238E27FC236}">
                    <a16:creationId xmlns:a16="http://schemas.microsoft.com/office/drawing/2014/main" id="{8ED31E17-35AF-4B55-9F4C-7C6311B62C7D}"/>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0" y="0"/>
                <a:ext cx="3337021" cy="3337021"/>
              </a:xfrm>
              <a:prstGeom prst="rect">
                <a:avLst/>
              </a:prstGeom>
            </p:spPr>
          </p:pic>
          <p:pic>
            <p:nvPicPr>
              <p:cNvPr id="64" name="Graphic 63">
                <a:extLst>
                  <a:ext uri="{FF2B5EF4-FFF2-40B4-BE49-F238E27FC236}">
                    <a16:creationId xmlns:a16="http://schemas.microsoft.com/office/drawing/2014/main" id="{80A4288B-B0B1-4C20-849D-DEFB7A770DD2}"/>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11353" y="0"/>
                <a:ext cx="3337021" cy="3337021"/>
              </a:xfrm>
              <a:prstGeom prst="rect">
                <a:avLst/>
              </a:prstGeom>
            </p:spPr>
          </p:pic>
        </p:grpSp>
        <p:pic>
          <p:nvPicPr>
            <p:cNvPr id="50" name="Graphic 49">
              <a:extLst>
                <a:ext uri="{FF2B5EF4-FFF2-40B4-BE49-F238E27FC236}">
                  <a16:creationId xmlns:a16="http://schemas.microsoft.com/office/drawing/2014/main" id="{7A8F4C7D-3B0D-4777-B8A4-13F6C65B2FD5}"/>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05762" y="11269996"/>
              <a:ext cx="3337021" cy="3337021"/>
            </a:xfrm>
            <a:prstGeom prst="rect">
              <a:avLst/>
            </a:prstGeom>
          </p:spPr>
        </p:pic>
        <p:pic>
          <p:nvPicPr>
            <p:cNvPr id="52" name="Graphic 51">
              <a:extLst>
                <a:ext uri="{FF2B5EF4-FFF2-40B4-BE49-F238E27FC236}">
                  <a16:creationId xmlns:a16="http://schemas.microsoft.com/office/drawing/2014/main" id="{9A998010-F40B-4CA8-AE54-ED7D2A39771B}"/>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0" y="1456815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3" name="Graphic 52">
              <a:extLst>
                <a:ext uri="{FF2B5EF4-FFF2-40B4-BE49-F238E27FC236}">
                  <a16:creationId xmlns:a16="http://schemas.microsoft.com/office/drawing/2014/main" id="{0DA76578-2678-4F33-88C5-48C38A18A7EA}"/>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3311353" y="1456815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4" name="Graphic 53">
              <a:extLst>
                <a:ext uri="{FF2B5EF4-FFF2-40B4-BE49-F238E27FC236}">
                  <a16:creationId xmlns:a16="http://schemas.microsoft.com/office/drawing/2014/main" id="{9567012B-4F69-43C5-91D6-81AD504F08CD}"/>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6605762" y="1456815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5" name="Graphic 54">
              <a:extLst>
                <a:ext uri="{FF2B5EF4-FFF2-40B4-BE49-F238E27FC236}">
                  <a16:creationId xmlns:a16="http://schemas.microsoft.com/office/drawing/2014/main" id="{303A7A82-1A6A-449B-B860-9AD729144CF5}"/>
                </a:ext>
              </a:extLst>
            </p:cNvPr>
            <p:cNvPicPr>
              <a:picLocks noChangeAspect="1"/>
            </p:cNvPicPr>
            <p:nvPr userDrawn="1"/>
          </p:nvPicPr>
          <p:blipFill>
            <a:blip>
              <a:extLst>
                <a:ext uri="{96DAC541-7B7A-43D3-8B79-37D633B846F1}">
                  <asvg:svgBlip xmlns:asvg="http://schemas.microsoft.com/office/drawing/2016/SVG/main" r:embed="rId7"/>
                </a:ext>
              </a:extLst>
            </a:blip>
            <a:srcRect r="31829" b="92389"/>
            <a:stretch>
              <a:fillRect/>
            </a:stretch>
          </p:blipFill>
          <p:spPr>
            <a:xfrm>
              <a:off x="9917115" y="1456815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56" name="Rectangle 1">
              <a:extLst>
                <a:ext uri="{FF2B5EF4-FFF2-40B4-BE49-F238E27FC236}">
                  <a16:creationId xmlns:a16="http://schemas.microsoft.com/office/drawing/2014/main" id="{0111E63D-01DF-4B01-8324-4C758862C6DA}"/>
                </a:ext>
              </a:extLst>
            </p:cNvPr>
            <p:cNvGrpSpPr/>
            <p:nvPr userDrawn="1"/>
          </p:nvGrpSpPr>
          <p:grpSpPr>
            <a:xfrm>
              <a:off x="0" y="7964129"/>
              <a:ext cx="6648374" cy="3337021"/>
              <a:chOff x="0" y="0"/>
              <a:chExt cx="6648374" cy="3337021"/>
            </a:xfrm>
          </p:grpSpPr>
          <p:pic>
            <p:nvPicPr>
              <p:cNvPr id="61" name="Graphic 60">
                <a:extLst>
                  <a:ext uri="{FF2B5EF4-FFF2-40B4-BE49-F238E27FC236}">
                    <a16:creationId xmlns:a16="http://schemas.microsoft.com/office/drawing/2014/main" id="{418FB497-B95F-4B3C-A293-3D0D12BFC61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703F74E5-A7A3-4EAB-AF61-2538630F643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11353" y="0"/>
                <a:ext cx="3337021" cy="3337021"/>
              </a:xfrm>
              <a:prstGeom prst="rect">
                <a:avLst/>
              </a:prstGeom>
            </p:spPr>
          </p:pic>
        </p:grpSp>
        <p:pic>
          <p:nvPicPr>
            <p:cNvPr id="57" name="Graphic 56">
              <a:extLst>
                <a:ext uri="{FF2B5EF4-FFF2-40B4-BE49-F238E27FC236}">
                  <a16:creationId xmlns:a16="http://schemas.microsoft.com/office/drawing/2014/main" id="{8072EC3A-AD32-4D2A-8946-1F5C90EFD16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05762" y="7964129"/>
              <a:ext cx="3337021" cy="3337021"/>
            </a:xfrm>
            <a:prstGeom prst="rect">
              <a:avLst/>
            </a:prstGeom>
          </p:spPr>
        </p:pic>
        <p:pic>
          <p:nvPicPr>
            <p:cNvPr id="58" name="Graphic 57">
              <a:extLst>
                <a:ext uri="{FF2B5EF4-FFF2-40B4-BE49-F238E27FC236}">
                  <a16:creationId xmlns:a16="http://schemas.microsoft.com/office/drawing/2014/main" id="{F9294B6B-7F7C-4738-A75D-96A67B441831}"/>
                </a:ext>
              </a:extLst>
            </p:cNvPr>
            <p:cNvPicPr>
              <a:picLocks noChangeAspect="1"/>
            </p:cNvPicPr>
            <p:nvPr userDrawn="1"/>
          </p:nvPicPr>
          <p:blipFill>
            <a:blip>
              <a:extLst>
                <a:ext uri="{96DAC541-7B7A-43D3-8B79-37D633B846F1}">
                  <asvg:svgBlip xmlns:asvg="http://schemas.microsoft.com/office/drawing/2016/SVG/main" r:embed="rId7"/>
                </a:ext>
              </a:extLst>
            </a:blip>
            <a:srcRect r="31829"/>
            <a:stretch>
              <a:fillRect/>
            </a:stretch>
          </p:blipFill>
          <p:spPr>
            <a:xfrm>
              <a:off x="9917115" y="796412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grpSp>
      <p:sp>
        <p:nvSpPr>
          <p:cNvPr id="10" name="Rectangle 9">
            <a:extLst>
              <a:ext uri="{FF2B5EF4-FFF2-40B4-BE49-F238E27FC236}">
                <a16:creationId xmlns:a16="http://schemas.microsoft.com/office/drawing/2014/main" id="{0B11B6E5-83C7-404D-82A6-610F43992FCF}"/>
              </a:ext>
            </a:extLst>
          </p:cNvPr>
          <p:cNvSpPr>
            <a:spLocks/>
          </p:cNvSpPr>
          <p:nvPr userDrawn="1"/>
        </p:nvSpPr>
        <p:spPr>
          <a:xfrm>
            <a:off x="0" y="1"/>
            <a:ext cx="12192000" cy="6857999"/>
          </a:xfrm>
          <a:prstGeom prst="rect">
            <a:avLst/>
          </a:prstGeom>
          <a:gradFill>
            <a:gsLst>
              <a:gs pos="0">
                <a:schemeClr val="bg2"/>
              </a:gs>
              <a:gs pos="100000">
                <a:schemeClr val="bg2">
                  <a:alpha val="68000"/>
                </a:schemeClr>
              </a:gs>
            </a:gsLst>
            <a:lin ang="13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4" name="TextBox 3">
            <a:extLst>
              <a:ext uri="{FF2B5EF4-FFF2-40B4-BE49-F238E27FC236}">
                <a16:creationId xmlns:a16="http://schemas.microsoft.com/office/drawing/2014/main" id="{7857F457-6247-44D4-BE3C-66B191EB78D5}"/>
              </a:ext>
            </a:extLst>
          </p:cNvPr>
          <p:cNvSpPr txBox="1"/>
          <p:nvPr userDrawn="1"/>
        </p:nvSpPr>
        <p:spPr>
          <a:xfrm>
            <a:off x="3860800" y="2367171"/>
            <a:ext cx="4470400" cy="212365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rtl="0"/>
            <a:r>
              <a:rPr lang="en-US" sz="13800" b="1">
                <a:solidFill>
                  <a:schemeClr val="accent4"/>
                </a:solidFill>
                <a:latin typeface="Georgia" panose="02040502050405020303" pitchFamily="18" charset="0"/>
              </a:rPr>
              <a:t>END</a:t>
            </a:r>
          </a:p>
        </p:txBody>
      </p:sp>
      <p:sp>
        <p:nvSpPr>
          <p:cNvPr id="5" name="4. Footnote" hidden="1">
            <a:extLst>
              <a:ext uri="{FF2B5EF4-FFF2-40B4-BE49-F238E27FC236}">
                <a16:creationId xmlns:a16="http://schemas.microsoft.com/office/drawing/2014/main" id="{59A60F0F-7511-49F0-BBCF-2DE6FB5D50AC}"/>
              </a:ext>
            </a:extLst>
          </p:cNvPr>
          <p:cNvSpPr txBox="1">
            <a:spLocks/>
          </p:cNvSpPr>
          <p:nvPr userDrawn="1">
            <p:custDataLst>
              <p:tags r:id="rId2"/>
            </p:custDataLst>
          </p:nvPr>
        </p:nvSpPr>
        <p:spPr>
          <a:xfrm>
            <a:off x="554736" y="6330793"/>
            <a:ext cx="11082528"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6" name="5. Source" hidden="1">
            <a:extLst>
              <a:ext uri="{FF2B5EF4-FFF2-40B4-BE49-F238E27FC236}">
                <a16:creationId xmlns:a16="http://schemas.microsoft.com/office/drawing/2014/main" id="{724864CF-8CD7-4C9B-9FD5-09CDA7EDF9DB}"/>
              </a:ext>
            </a:extLst>
          </p:cNvPr>
          <p:cNvSpPr txBox="1">
            <a:spLocks/>
          </p:cNvSpPr>
          <p:nvPr userDrawn="1">
            <p:custDataLst>
              <p:tags r:id="rId3"/>
            </p:custDataLst>
          </p:nvPr>
        </p:nvSpPr>
        <p:spPr>
          <a:xfrm>
            <a:off x="554735" y="6514142"/>
            <a:ext cx="11082528"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err="1"/>
              <a:t>Источник</a:t>
            </a:r>
            <a:r>
              <a:rPr lang="en-US" sz="800"/>
              <a:t>: …</a:t>
            </a:r>
          </a:p>
        </p:txBody>
      </p:sp>
    </p:spTree>
    <p:extLst>
      <p:ext uri="{BB962C8B-B14F-4D97-AF65-F5344CB8AC3E}">
        <p14:creationId xmlns:p14="http://schemas.microsoft.com/office/powerpoint/2010/main" val="4834437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23044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7F5254C-849A-1E86-15C0-79D42D5C388F}"/>
              </a:ext>
            </a:extLst>
          </p:cNvPr>
          <p:cNvGraphicFramePr>
            <a:graphicFrameLocks noChangeAspect="1"/>
          </p:cNvGraphicFramePr>
          <p:nvPr userDrawn="1">
            <p:custDataLst>
              <p:tags r:id="rId1"/>
            </p:custDataLst>
            <p:extLst>
              <p:ext uri="{D42A27DB-BD31-4B8C-83A1-F6EECF244321}">
                <p14:modId xmlns:p14="http://schemas.microsoft.com/office/powerpoint/2010/main" val="3423719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7F5254C-849A-1E86-15C0-79D42D5C38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65D8DF-2F87-41A3-8853-1CB0E14AACB9}"/>
              </a:ext>
            </a:extLst>
          </p:cNvPr>
          <p:cNvSpPr>
            <a:spLocks noGrp="1"/>
          </p:cNvSpPr>
          <p:nvPr>
            <p:ph type="title"/>
          </p:nvPr>
        </p:nvSpPr>
        <p:spPr>
          <a:xfrm>
            <a:off x="554736" y="534400"/>
            <a:ext cx="11082528" cy="369332"/>
          </a:xfrm>
        </p:spPr>
        <p:txBody>
          <a:bodyPr vert="horz"/>
          <a:lstStyle>
            <a:lvl1pPr rtl="0">
              <a:defRPr/>
            </a:lvl1pPr>
          </a:lstStyle>
          <a:p>
            <a:r>
              <a:rPr lang="en-US"/>
              <a:t>Click to edit Master title style</a:t>
            </a:r>
          </a:p>
        </p:txBody>
      </p:sp>
      <p:sp>
        <p:nvSpPr>
          <p:cNvPr id="3" name="Content Placeholder 2">
            <a:extLst>
              <a:ext uri="{FF2B5EF4-FFF2-40B4-BE49-F238E27FC236}">
                <a16:creationId xmlns:a16="http://schemas.microsoft.com/office/drawing/2014/main" id="{078AF9B4-EBE0-4C8B-BF32-690CB74D8C7E}"/>
              </a:ext>
            </a:extLst>
          </p:cNvPr>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39558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2. Slide Title"/>
          <p:cNvSpPr>
            <a:spLocks noGrp="1"/>
          </p:cNvSpPr>
          <p:nvPr>
            <p:ph type="title"/>
          </p:nvPr>
        </p:nvSpPr>
        <p:spPr bwMode="gray">
          <a:xfrm>
            <a:off x="554736" y="534400"/>
            <a:ext cx="11082528" cy="369332"/>
          </a:xfrm>
        </p:spPr>
        <p:txBody>
          <a:bodyPr/>
          <a:lstStyle/>
          <a:p>
            <a:r>
              <a:rPr lang="en-US"/>
              <a:t>Click to edit Master title style</a:t>
            </a:r>
          </a:p>
        </p:txBody>
      </p:sp>
      <p:sp>
        <p:nvSpPr>
          <p:cNvPr id="5" name="doc id" hidden="1"/>
          <p:cNvSpPr>
            <a:spLocks noChangeArrowheads="1"/>
          </p:cNvSpPr>
          <p:nvPr/>
        </p:nvSpPr>
        <p:spPr bwMode="gray">
          <a:xfrm flipH="1">
            <a:off x="10658002" y="51835"/>
            <a:ext cx="1231563" cy="96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r" defTabSz="1218095"/>
            <a:endParaRPr lang="en-US" sz="612" baseline="0" noProof="0">
              <a:solidFill>
                <a:schemeClr val="accent6"/>
              </a:solidFill>
              <a:latin typeface="+mn-lt"/>
              <a:ea typeface="+mn-ea"/>
            </a:endParaRPr>
          </a:p>
        </p:txBody>
      </p:sp>
    </p:spTree>
    <p:extLst>
      <p:ext uri="{BB962C8B-B14F-4D97-AF65-F5344CB8AC3E}">
        <p14:creationId xmlns:p14="http://schemas.microsoft.com/office/powerpoint/2010/main" val="3911455134"/>
      </p:ext>
    </p:extLst>
  </p:cSld>
  <p:clrMapOvr>
    <a:masterClrMapping/>
  </p:clrMapOvr>
  <p:extLst>
    <p:ext uri="{DCECCB84-F9BA-43D5-87BE-67443E8EF086}">
      <p15:sldGuideLst xmlns:p15="http://schemas.microsoft.com/office/powerpoint/2012/main">
        <p15:guide id="1" pos="7340">
          <p15:clr>
            <a:srgbClr val="F26B43"/>
          </p15:clr>
        </p15:guide>
        <p15:guide id="2" pos="99">
          <p15:clr>
            <a:srgbClr val="F26B43"/>
          </p15:clr>
        </p15:guide>
        <p15:guide id="3" orient="horz" pos="688">
          <p15:clr>
            <a:srgbClr val="F26B43"/>
          </p15:clr>
        </p15:guide>
        <p15:guide id="4" orient="horz" pos="3911">
          <p15:clr>
            <a:srgbClr val="F26B43"/>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Title_3D_02_B">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669053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20F32238-87A7-4BD5-8F45-A840DB367AC8}"/>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6318799" y="957044"/>
            <a:ext cx="5873201" cy="5900956"/>
          </a:xfrm>
          <a:prstGeom prst="rect">
            <a:avLst/>
          </a:prstGeom>
        </p:spPr>
      </p:pic>
      <p:sp>
        <p:nvSpPr>
          <p:cNvPr id="6" name="Title">
            <a:extLst>
              <a:ext uri="{FF2B5EF4-FFF2-40B4-BE49-F238E27FC236}">
                <a16:creationId xmlns:a16="http://schemas.microsoft.com/office/drawing/2014/main" id="{AEF9DE57-1405-4D82-A9ED-0EACD420D208}"/>
              </a:ext>
            </a:extLst>
          </p:cNvPr>
          <p:cNvSpPr>
            <a:spLocks noGrp="1"/>
          </p:cNvSpPr>
          <p:nvPr>
            <p:ph type="title"/>
            <p:custDataLst>
              <p:tags r:id="rId2"/>
            </p:custDataLst>
          </p:nvPr>
        </p:nvSpPr>
        <p:spPr>
          <a:xfrm>
            <a:off x="551941" y="2617296"/>
            <a:ext cx="5313150"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lvl1pPr>
          </a:lstStyle>
          <a:p>
            <a:pPr lvl="0"/>
            <a:r>
              <a:rPr lang="en-US"/>
              <a:t>Click to edit Master title style</a:t>
            </a:r>
          </a:p>
        </p:txBody>
      </p:sp>
      <p:sp>
        <p:nvSpPr>
          <p:cNvPr id="7" name="Disclaimer-English (United States)">
            <a:extLst>
              <a:ext uri="{FF2B5EF4-FFF2-40B4-BE49-F238E27FC236}">
                <a16:creationId xmlns:a16="http://schemas.microsoft.com/office/drawing/2014/main" id="{176B7BBC-6927-4E5E-ADFA-89A409F5B0C5}"/>
              </a:ext>
            </a:extLst>
          </p:cNvPr>
          <p:cNvSpPr>
            <a:spLocks noChangeArrowheads="1"/>
          </p:cNvSpPr>
          <p:nvPr userDrawn="1">
            <p:custDataLst>
              <p:tags r:id="rId3"/>
            </p:custDataLst>
          </p:nvPr>
        </p:nvSpPr>
        <p:spPr bwMode="gray">
          <a:xfrm>
            <a:off x="551943" y="6190488"/>
            <a:ext cx="3017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0" marR="0" lvl="0" indent="0" algn="l" defTabSz="804863"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Arial"/>
                <a:ea typeface="+mn-ea"/>
                <a:cs typeface="+mn-cs"/>
              </a:rPr>
              <a:t>Confidential and proprietary: Any use of this material without specific permission of McKinsey &amp; Company is strictly prohibited</a:t>
            </a:r>
          </a:p>
        </p:txBody>
      </p:sp>
      <p:sp>
        <p:nvSpPr>
          <p:cNvPr id="9" name="Documenttype">
            <a:extLst>
              <a:ext uri="{FF2B5EF4-FFF2-40B4-BE49-F238E27FC236}">
                <a16:creationId xmlns:a16="http://schemas.microsoft.com/office/drawing/2014/main" id="{E1E4A83A-7456-4039-9A31-6A81A39288A4}"/>
              </a:ext>
            </a:extLst>
          </p:cNvPr>
          <p:cNvSpPr>
            <a:spLocks noGrp="1"/>
          </p:cNvSpPr>
          <p:nvPr>
            <p:ph type="body" sz="quarter" idx="13" hasCustomPrompt="1"/>
            <p:custDataLst>
              <p:tags r:id="rId4"/>
            </p:custDataLst>
          </p:nvPr>
        </p:nvSpPr>
        <p:spPr bwMode="gray">
          <a:xfrm>
            <a:off x="551943" y="5615068"/>
            <a:ext cx="53131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0" name="Subtitle">
            <a:extLst>
              <a:ext uri="{FF2B5EF4-FFF2-40B4-BE49-F238E27FC236}">
                <a16:creationId xmlns:a16="http://schemas.microsoft.com/office/drawing/2014/main" id="{B7BF4AF4-D626-46C5-BD91-F90A37E85249}"/>
              </a:ext>
            </a:extLst>
          </p:cNvPr>
          <p:cNvSpPr>
            <a:spLocks noGrp="1"/>
          </p:cNvSpPr>
          <p:nvPr>
            <p:ph type="subTitle" idx="1"/>
            <p:custDataLst>
              <p:tags r:id="rId5"/>
            </p:custDataLst>
          </p:nvPr>
        </p:nvSpPr>
        <p:spPr bwMode="gray">
          <a:xfrm>
            <a:off x="551943" y="5101203"/>
            <a:ext cx="53131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lvl1pPr>
          </a:lstStyle>
          <a:p>
            <a:pPr lvl="0"/>
            <a:r>
              <a:rPr lang="en-US"/>
              <a:t>Click to edit Master subtitle style</a:t>
            </a:r>
          </a:p>
        </p:txBody>
      </p:sp>
      <p:pic>
        <p:nvPicPr>
          <p:cNvPr id="13" name="Picture 12">
            <a:extLst>
              <a:ext uri="{FF2B5EF4-FFF2-40B4-BE49-F238E27FC236}">
                <a16:creationId xmlns:a16="http://schemas.microsoft.com/office/drawing/2014/main" id="{3E79354C-0766-4C79-A38C-241C3413E74E}"/>
              </a:ext>
            </a:extLst>
          </p:cNvPr>
          <p:cNvPicPr>
            <a:picLocks/>
          </p:cNvPicPr>
          <p:nvPr userDrawn="1"/>
        </p:nvPicPr>
        <p:blipFill>
          <a:blip r:embed="rId10"/>
          <a:stretch>
            <a:fillRect/>
          </a:stretch>
        </p:blipFill>
        <p:spPr>
          <a:xfrm>
            <a:off x="459581" y="365875"/>
            <a:ext cx="2699257" cy="591169"/>
          </a:xfrm>
          <a:prstGeom prst="rect">
            <a:avLst/>
          </a:prstGeom>
        </p:spPr>
      </p:pic>
    </p:spTree>
    <p:extLst>
      <p:ext uri="{BB962C8B-B14F-4D97-AF65-F5344CB8AC3E}">
        <p14:creationId xmlns:p14="http://schemas.microsoft.com/office/powerpoint/2010/main" val="365007415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651537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600" b="0" baseline="0" dirty="0"/>
            </a:lvl1pPr>
          </a:lstStyle>
          <a:p>
            <a:pPr lvl="0"/>
            <a:r>
              <a:rPr lang="en-US"/>
              <a:t>Click to edit Master subtitle style</a:t>
            </a:r>
            <a:endParaRPr lang="en-AU"/>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AU"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AU"/>
              <a:t>Source: …</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6" y="172212"/>
            <a:ext cx="11082528" cy="731520"/>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endParaRPr lang="en-AU"/>
          </a:p>
        </p:txBody>
      </p:sp>
    </p:spTree>
    <p:extLst>
      <p:ext uri="{BB962C8B-B14F-4D97-AF65-F5344CB8AC3E}">
        <p14:creationId xmlns:p14="http://schemas.microsoft.com/office/powerpoint/2010/main" val="29518643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2.xml"/><Relationship Id="rId26" Type="http://schemas.openxmlformats.org/officeDocument/2006/relationships/tags" Target="../tags/tag10.xml"/><Relationship Id="rId39" Type="http://schemas.openxmlformats.org/officeDocument/2006/relationships/oleObject" Target="../embeddings/oleObject1.bin"/><Relationship Id="rId21" Type="http://schemas.openxmlformats.org/officeDocument/2006/relationships/tags" Target="../tags/tag5.xml"/><Relationship Id="rId34" Type="http://schemas.openxmlformats.org/officeDocument/2006/relationships/tags" Target="../tags/tag1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tags" Target="../tags/tag9.xml"/><Relationship Id="rId33" Type="http://schemas.openxmlformats.org/officeDocument/2006/relationships/tags" Target="../tags/tag17.xml"/><Relationship Id="rId38" Type="http://schemas.openxmlformats.org/officeDocument/2006/relationships/tags" Target="../tags/tag2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4.xml"/><Relationship Id="rId29" Type="http://schemas.openxmlformats.org/officeDocument/2006/relationships/tags" Target="../tags/tag1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8.xml"/><Relationship Id="rId32" Type="http://schemas.openxmlformats.org/officeDocument/2006/relationships/tags" Target="../tags/tag16.xml"/><Relationship Id="rId37" Type="http://schemas.openxmlformats.org/officeDocument/2006/relationships/tags" Target="../tags/tag21.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7.xml"/><Relationship Id="rId28" Type="http://schemas.openxmlformats.org/officeDocument/2006/relationships/tags" Target="../tags/tag12.xml"/><Relationship Id="rId36" Type="http://schemas.openxmlformats.org/officeDocument/2006/relationships/tags" Target="../tags/tag20.xml"/><Relationship Id="rId10" Type="http://schemas.openxmlformats.org/officeDocument/2006/relationships/slideLayout" Target="../slideLayouts/slideLayout10.xml"/><Relationship Id="rId19" Type="http://schemas.openxmlformats.org/officeDocument/2006/relationships/tags" Target="../tags/tag3.xml"/><Relationship Id="rId31" Type="http://schemas.openxmlformats.org/officeDocument/2006/relationships/tags" Target="../tags/tag1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6.xml"/><Relationship Id="rId27" Type="http://schemas.openxmlformats.org/officeDocument/2006/relationships/tags" Target="../tags/tag11.xml"/><Relationship Id="rId30" Type="http://schemas.openxmlformats.org/officeDocument/2006/relationships/tags" Target="../tags/tag14.xml"/><Relationship Id="rId35" Type="http://schemas.openxmlformats.org/officeDocument/2006/relationships/tags" Target="../tags/tag19.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theme" Target="../theme/theme2.xml"/><Relationship Id="rId39" Type="http://schemas.openxmlformats.org/officeDocument/2006/relationships/tags" Target="../tags/tag141.xml"/><Relationship Id="rId21" Type="http://schemas.openxmlformats.org/officeDocument/2006/relationships/slideLayout" Target="../slideLayouts/slideLayout37.xml"/><Relationship Id="rId34" Type="http://schemas.openxmlformats.org/officeDocument/2006/relationships/tags" Target="../tags/tag136.xml"/><Relationship Id="rId42" Type="http://schemas.openxmlformats.org/officeDocument/2006/relationships/tags" Target="../tags/tag144.xml"/><Relationship Id="rId47" Type="http://schemas.openxmlformats.org/officeDocument/2006/relationships/tags" Target="../tags/tag149.xml"/><Relationship Id="rId50" Type="http://schemas.openxmlformats.org/officeDocument/2006/relationships/image" Target="../media/image7.emf"/><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tags" Target="../tags/tag131.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tags" Target="../tags/tag134.xml"/><Relationship Id="rId37" Type="http://schemas.openxmlformats.org/officeDocument/2006/relationships/tags" Target="../tags/tag139.xml"/><Relationship Id="rId40" Type="http://schemas.openxmlformats.org/officeDocument/2006/relationships/tags" Target="../tags/tag142.xml"/><Relationship Id="rId45" Type="http://schemas.openxmlformats.org/officeDocument/2006/relationships/tags" Target="../tags/tag14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tags" Target="../tags/tag130.xml"/><Relationship Id="rId36" Type="http://schemas.openxmlformats.org/officeDocument/2006/relationships/tags" Target="../tags/tag138.xml"/><Relationship Id="rId49" Type="http://schemas.openxmlformats.org/officeDocument/2006/relationships/oleObject" Target="../embeddings/oleObject13.bin"/><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tags" Target="../tags/tag133.xml"/><Relationship Id="rId44" Type="http://schemas.openxmlformats.org/officeDocument/2006/relationships/tags" Target="../tags/tag14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tags" Target="../tags/tag129.xml"/><Relationship Id="rId30" Type="http://schemas.openxmlformats.org/officeDocument/2006/relationships/tags" Target="../tags/tag132.xml"/><Relationship Id="rId35" Type="http://schemas.openxmlformats.org/officeDocument/2006/relationships/tags" Target="../tags/tag137.xml"/><Relationship Id="rId43" Type="http://schemas.openxmlformats.org/officeDocument/2006/relationships/tags" Target="../tags/tag145.xml"/><Relationship Id="rId48" Type="http://schemas.openxmlformats.org/officeDocument/2006/relationships/tags" Target="../tags/tag150.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tags" Target="../tags/tag135.xml"/><Relationship Id="rId38" Type="http://schemas.openxmlformats.org/officeDocument/2006/relationships/tags" Target="../tags/tag140.xml"/><Relationship Id="rId46" Type="http://schemas.openxmlformats.org/officeDocument/2006/relationships/tags" Target="../tags/tag148.xml"/><Relationship Id="rId20" Type="http://schemas.openxmlformats.org/officeDocument/2006/relationships/slideLayout" Target="../slideLayouts/slideLayout36.xml"/><Relationship Id="rId41" Type="http://schemas.openxmlformats.org/officeDocument/2006/relationships/tags" Target="../tags/tag143.xml"/><Relationship Id="rId1" Type="http://schemas.openxmlformats.org/officeDocument/2006/relationships/slideLayout" Target="../slideLayouts/slideLayout17.xml"/><Relationship Id="rId6"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tags" Target="../tags/tag322.xml"/><Relationship Id="rId39" Type="http://schemas.openxmlformats.org/officeDocument/2006/relationships/tags" Target="../tags/tag335.xml"/><Relationship Id="rId21" Type="http://schemas.openxmlformats.org/officeDocument/2006/relationships/slideLayout" Target="../slideLayouts/slideLayout62.xml"/><Relationship Id="rId34" Type="http://schemas.openxmlformats.org/officeDocument/2006/relationships/tags" Target="../tags/tag330.xml"/><Relationship Id="rId42" Type="http://schemas.openxmlformats.org/officeDocument/2006/relationships/tags" Target="../tags/tag338.xml"/><Relationship Id="rId47" Type="http://schemas.openxmlformats.org/officeDocument/2006/relationships/oleObject" Target="../embeddings/oleObject13.bin"/><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tags" Target="../tags/tag32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theme" Target="../theme/theme3.xml"/><Relationship Id="rId32" Type="http://schemas.openxmlformats.org/officeDocument/2006/relationships/tags" Target="../tags/tag328.xml"/><Relationship Id="rId37" Type="http://schemas.openxmlformats.org/officeDocument/2006/relationships/tags" Target="../tags/tag333.xml"/><Relationship Id="rId40" Type="http://schemas.openxmlformats.org/officeDocument/2006/relationships/tags" Target="../tags/tag336.xml"/><Relationship Id="rId45" Type="http://schemas.openxmlformats.org/officeDocument/2006/relationships/tags" Target="../tags/tag34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tags" Target="../tags/tag324.xml"/><Relationship Id="rId36" Type="http://schemas.openxmlformats.org/officeDocument/2006/relationships/tags" Target="../tags/tag332.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tags" Target="../tags/tag327.xml"/><Relationship Id="rId44" Type="http://schemas.openxmlformats.org/officeDocument/2006/relationships/tags" Target="../tags/tag34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tags" Target="../tags/tag323.xml"/><Relationship Id="rId30" Type="http://schemas.openxmlformats.org/officeDocument/2006/relationships/tags" Target="../tags/tag326.xml"/><Relationship Id="rId35" Type="http://schemas.openxmlformats.org/officeDocument/2006/relationships/tags" Target="../tags/tag331.xml"/><Relationship Id="rId43" Type="http://schemas.openxmlformats.org/officeDocument/2006/relationships/tags" Target="../tags/tag339.xml"/><Relationship Id="rId48" Type="http://schemas.openxmlformats.org/officeDocument/2006/relationships/image" Target="../media/image7.emf"/><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tags" Target="../tags/tag321.xml"/><Relationship Id="rId33" Type="http://schemas.openxmlformats.org/officeDocument/2006/relationships/tags" Target="../tags/tag329.xml"/><Relationship Id="rId38" Type="http://schemas.openxmlformats.org/officeDocument/2006/relationships/tags" Target="../tags/tag334.xml"/><Relationship Id="rId46" Type="http://schemas.openxmlformats.org/officeDocument/2006/relationships/tags" Target="../tags/tag342.xml"/><Relationship Id="rId20" Type="http://schemas.openxmlformats.org/officeDocument/2006/relationships/slideLayout" Target="../slideLayouts/slideLayout61.xml"/><Relationship Id="rId41" Type="http://schemas.openxmlformats.org/officeDocument/2006/relationships/tags" Target="../tags/tag33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7.xml"/><Relationship Id="rId18" Type="http://schemas.openxmlformats.org/officeDocument/2006/relationships/tags" Target="../tags/tag510.xml"/><Relationship Id="rId26" Type="http://schemas.openxmlformats.org/officeDocument/2006/relationships/tags" Target="../tags/tag518.xml"/><Relationship Id="rId39" Type="http://schemas.openxmlformats.org/officeDocument/2006/relationships/oleObject" Target="../embeddings/oleObject39.bin"/><Relationship Id="rId21" Type="http://schemas.openxmlformats.org/officeDocument/2006/relationships/tags" Target="../tags/tag513.xml"/><Relationship Id="rId34" Type="http://schemas.openxmlformats.org/officeDocument/2006/relationships/tags" Target="../tags/tag526.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theme" Target="../theme/theme4.xml"/><Relationship Id="rId25" Type="http://schemas.openxmlformats.org/officeDocument/2006/relationships/tags" Target="../tags/tag517.xml"/><Relationship Id="rId33" Type="http://schemas.openxmlformats.org/officeDocument/2006/relationships/tags" Target="../tags/tag525.xml"/><Relationship Id="rId38" Type="http://schemas.openxmlformats.org/officeDocument/2006/relationships/tags" Target="../tags/tag530.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0" Type="http://schemas.openxmlformats.org/officeDocument/2006/relationships/tags" Target="../tags/tag512.xml"/><Relationship Id="rId29" Type="http://schemas.openxmlformats.org/officeDocument/2006/relationships/tags" Target="../tags/tag521.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24" Type="http://schemas.openxmlformats.org/officeDocument/2006/relationships/tags" Target="../tags/tag516.xml"/><Relationship Id="rId32" Type="http://schemas.openxmlformats.org/officeDocument/2006/relationships/tags" Target="../tags/tag524.xml"/><Relationship Id="rId37" Type="http://schemas.openxmlformats.org/officeDocument/2006/relationships/tags" Target="../tags/tag529.xml"/><Relationship Id="rId40" Type="http://schemas.openxmlformats.org/officeDocument/2006/relationships/image" Target="../media/image1.emf"/><Relationship Id="rId5" Type="http://schemas.openxmlformats.org/officeDocument/2006/relationships/slideLayout" Target="../slideLayouts/slideLayout69.xml"/><Relationship Id="rId15" Type="http://schemas.openxmlformats.org/officeDocument/2006/relationships/slideLayout" Target="../slideLayouts/slideLayout79.xml"/><Relationship Id="rId23" Type="http://schemas.openxmlformats.org/officeDocument/2006/relationships/tags" Target="../tags/tag515.xml"/><Relationship Id="rId28" Type="http://schemas.openxmlformats.org/officeDocument/2006/relationships/tags" Target="../tags/tag520.xml"/><Relationship Id="rId36" Type="http://schemas.openxmlformats.org/officeDocument/2006/relationships/tags" Target="../tags/tag528.xml"/><Relationship Id="rId10" Type="http://schemas.openxmlformats.org/officeDocument/2006/relationships/slideLayout" Target="../slideLayouts/slideLayout74.xml"/><Relationship Id="rId19" Type="http://schemas.openxmlformats.org/officeDocument/2006/relationships/tags" Target="../tags/tag511.xml"/><Relationship Id="rId31" Type="http://schemas.openxmlformats.org/officeDocument/2006/relationships/tags" Target="../tags/tag523.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tags" Target="../tags/tag514.xml"/><Relationship Id="rId27" Type="http://schemas.openxmlformats.org/officeDocument/2006/relationships/tags" Target="../tags/tag519.xml"/><Relationship Id="rId30" Type="http://schemas.openxmlformats.org/officeDocument/2006/relationships/tags" Target="../tags/tag522.xml"/><Relationship Id="rId35" Type="http://schemas.openxmlformats.org/officeDocument/2006/relationships/tags" Target="../tags/tag527.xml"/><Relationship Id="rId8" Type="http://schemas.openxmlformats.org/officeDocument/2006/relationships/slideLayout" Target="../slideLayouts/slideLayout72.xml"/><Relationship Id="rId3"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8"/>
            </p:custDataLst>
            <p:extLst>
              <p:ext uri="{D42A27DB-BD31-4B8C-83A1-F6EECF244321}">
                <p14:modId xmlns:p14="http://schemas.microsoft.com/office/powerpoint/2010/main" val="1658031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13" imgH="416" progId="TCLayout.ActiveDocument.1">
                  <p:embed/>
                </p:oleObj>
              </mc:Choice>
              <mc:Fallback>
                <p:oleObj name="think-cell Slide" r:id="rId39"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0"/>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1"/>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3"/>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10692000" y="1339200"/>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24"/>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25"/>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36"/>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26"/>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27"/>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2"/>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28"/>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0"/>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 id="2147483927" r:id="rId15"/>
    <p:sldLayoutId id="2147483928" r:id="rId16"/>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27"/>
            </p:custDataLst>
            <p:extLst>
              <p:ext uri="{D42A27DB-BD31-4B8C-83A1-F6EECF244321}">
                <p14:modId xmlns:p14="http://schemas.microsoft.com/office/powerpoint/2010/main" val="2864046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592" imgH="591" progId="TCLayout.ActiveDocument.1">
                  <p:embed/>
                </p:oleObj>
              </mc:Choice>
              <mc:Fallback>
                <p:oleObj name="think-cell Slide" r:id="rId49"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28"/>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9"/>
            </p:custDataLst>
          </p:nvPr>
        </p:nvSpPr>
        <p:spPr>
          <a:xfrm>
            <a:off x="554736" y="172212"/>
            <a:ext cx="11082528" cy="731520"/>
          </a:xfrm>
          <a:prstGeom prst="rect">
            <a:avLst/>
          </a:prstGeom>
        </p:spPr>
        <p:txBody>
          <a:bodyPr vert="horz" wrap="square" lIns="0" tIns="0" rIns="0" bIns="0" rtlCol="0" anchor="b" anchorCtr="0">
            <a:noAutofit/>
          </a:bodyPr>
          <a:lstStyle/>
          <a:p>
            <a:pPr lvl="0"/>
            <a:r>
              <a:rPr lang="en-US"/>
              <a:t>Click to edit Master title style</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30"/>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31"/>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Footnotes</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a:xfrm>
            <a:off x="554736" y="1289273"/>
            <a:ext cx="3204403"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t>STICKER</a:t>
            </a:r>
          </a:p>
        </p:txBody>
      </p:sp>
      <p:sp>
        <p:nvSpPr>
          <p:cNvPr id="207" name="ACET" hidden="1">
            <a:extLst>
              <a:ext uri="{FF2B5EF4-FFF2-40B4-BE49-F238E27FC236}">
                <a16:creationId xmlns:a16="http://schemas.microsoft.com/office/drawing/2014/main" id="{9C1AB688-8E46-4BED-871D-3FE073C183F2}"/>
              </a:ext>
            </a:extLst>
          </p:cNvPr>
          <p:cNvSpPr txBox="1"/>
          <p:nvPr userDrawn="1">
            <p:custDataLst>
              <p:tags r:id="rId32"/>
            </p:custDataLst>
          </p:nvPr>
        </p:nvSpPr>
        <p:spPr>
          <a:xfrm>
            <a:off x="5987738" y="2170800"/>
            <a:ext cx="3049253" cy="56938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Above Chart Exhibit Title</a:t>
            </a:r>
          </a:p>
          <a:p>
            <a:pPr lvl="0"/>
            <a:r>
              <a:rPr lang="en-US" b="0"/>
              <a:t>Unit of Measure</a:t>
            </a:r>
          </a:p>
        </p:txBody>
      </p:sp>
      <p:sp>
        <p:nvSpPr>
          <p:cNvPr id="144" name="SlideLogoText">
            <a:extLst>
              <a:ext uri="{FF2B5EF4-FFF2-40B4-BE49-F238E27FC236}">
                <a16:creationId xmlns:a16="http://schemas.microsoft.com/office/drawing/2014/main" id="{6079B92B-B06C-4258-9E1C-3881DC358B9B}"/>
              </a:ext>
            </a:extLst>
          </p:cNvPr>
          <p:cNvSpPr>
            <a:spLocks noChangeArrowheads="1"/>
          </p:cNvSpPr>
          <p:nvPr userDrawn="1">
            <p:custDataLst>
              <p:tags r:id="rId33"/>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
        <p:nvSpPr>
          <p:cNvPr id="146" name="Text Placeholder 4">
            <a:extLst>
              <a:ext uri="{FF2B5EF4-FFF2-40B4-BE49-F238E27FC236}">
                <a16:creationId xmlns:a16="http://schemas.microsoft.com/office/drawing/2014/main" id="{F22C0A1A-93A1-487B-8863-4F7560F9AA72}"/>
              </a:ext>
            </a:extLst>
          </p:cNvPr>
          <p:cNvSpPr>
            <a:spLocks noGrp="1"/>
          </p:cNvSpPr>
          <p:nvPr>
            <p:ph type="body" idx="1"/>
          </p:nvPr>
        </p:nvSpPr>
        <p:spPr>
          <a:xfrm flipH="1">
            <a:off x="554735" y="2260021"/>
            <a:ext cx="460174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7" name="LegendBoxes" hidden="1">
            <a:extLst>
              <a:ext uri="{FF2B5EF4-FFF2-40B4-BE49-F238E27FC236}">
                <a16:creationId xmlns:a16="http://schemas.microsoft.com/office/drawing/2014/main" id="{2D73408D-CD62-41BB-B1DB-4E0F325E2C7C}"/>
              </a:ext>
            </a:extLst>
          </p:cNvPr>
          <p:cNvGrpSpPr/>
          <p:nvPr userDrawn="1"/>
        </p:nvGrpSpPr>
        <p:grpSpPr>
          <a:xfrm>
            <a:off x="10714801" y="4381500"/>
            <a:ext cx="922463" cy="1717282"/>
            <a:chOff x="10554770" y="4322824"/>
            <a:chExt cx="922463" cy="1717282"/>
          </a:xfrm>
        </p:grpSpPr>
        <p:sp>
          <p:nvSpPr>
            <p:cNvPr id="148" name="RectangleLegend1" hidden="1">
              <a:extLst>
                <a:ext uri="{FF2B5EF4-FFF2-40B4-BE49-F238E27FC236}">
                  <a16:creationId xmlns:a16="http://schemas.microsoft.com/office/drawing/2014/main" id="{91D1BAB4-5F56-44D0-9783-8E18C01C9B96}"/>
                </a:ext>
              </a:extLst>
            </p:cNvPr>
            <p:cNvSpPr/>
            <p:nvPr/>
          </p:nvSpPr>
          <p:spPr>
            <a:xfrm>
              <a:off x="1055477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49" name="RectangleLegend2" hidden="1">
              <a:extLst>
                <a:ext uri="{FF2B5EF4-FFF2-40B4-BE49-F238E27FC236}">
                  <a16:creationId xmlns:a16="http://schemas.microsoft.com/office/drawing/2014/main" id="{951D7D13-1BCF-4D28-A57A-EDE3EA26BA4D}"/>
                </a:ext>
              </a:extLst>
            </p:cNvPr>
            <p:cNvSpPr/>
            <p:nvPr/>
          </p:nvSpPr>
          <p:spPr>
            <a:xfrm>
              <a:off x="1055477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0" name="RectangleLegend3" hidden="1">
              <a:extLst>
                <a:ext uri="{FF2B5EF4-FFF2-40B4-BE49-F238E27FC236}">
                  <a16:creationId xmlns:a16="http://schemas.microsoft.com/office/drawing/2014/main" id="{746AD11C-ACB1-46E1-84D9-40B90064FB75}"/>
                </a:ext>
              </a:extLst>
            </p:cNvPr>
            <p:cNvSpPr/>
            <p:nvPr/>
          </p:nvSpPr>
          <p:spPr>
            <a:xfrm>
              <a:off x="1055477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1" name="RectangleLegend4" hidden="1">
              <a:extLst>
                <a:ext uri="{FF2B5EF4-FFF2-40B4-BE49-F238E27FC236}">
                  <a16:creationId xmlns:a16="http://schemas.microsoft.com/office/drawing/2014/main" id="{8A066E9A-1B9B-4219-833A-B063F7B374FF}"/>
                </a:ext>
              </a:extLst>
            </p:cNvPr>
            <p:cNvSpPr/>
            <p:nvPr/>
          </p:nvSpPr>
          <p:spPr>
            <a:xfrm>
              <a:off x="1055477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2" name="RectangleLegend5" hidden="1">
              <a:extLst>
                <a:ext uri="{FF2B5EF4-FFF2-40B4-BE49-F238E27FC236}">
                  <a16:creationId xmlns:a16="http://schemas.microsoft.com/office/drawing/2014/main" id="{E1858556-6678-4C8D-B559-3246911734DA}"/>
                </a:ext>
              </a:extLst>
            </p:cNvPr>
            <p:cNvSpPr/>
            <p:nvPr/>
          </p:nvSpPr>
          <p:spPr>
            <a:xfrm>
              <a:off x="1055477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3" name="Legend1" hidden="1">
              <a:extLst>
                <a:ext uri="{FF2B5EF4-FFF2-40B4-BE49-F238E27FC236}">
                  <a16:creationId xmlns:a16="http://schemas.microsoft.com/office/drawing/2014/main" id="{2CC9EAA7-9731-487F-AB35-E7BAEF78C97F}"/>
                </a:ext>
              </a:extLst>
            </p:cNvPr>
            <p:cNvSpPr txBox="1"/>
            <p:nvPr/>
          </p:nvSpPr>
          <p:spPr>
            <a:xfrm>
              <a:off x="10880916" y="432282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4" name="Legend2" hidden="1">
              <a:extLst>
                <a:ext uri="{FF2B5EF4-FFF2-40B4-BE49-F238E27FC236}">
                  <a16:creationId xmlns:a16="http://schemas.microsoft.com/office/drawing/2014/main" id="{DD8C6EBD-A98D-4B2E-8677-D040F0E8F572}"/>
                </a:ext>
              </a:extLst>
            </p:cNvPr>
            <p:cNvSpPr txBox="1"/>
            <p:nvPr/>
          </p:nvSpPr>
          <p:spPr>
            <a:xfrm>
              <a:off x="10880916" y="47023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5" name="Legend3" hidden="1">
              <a:extLst>
                <a:ext uri="{FF2B5EF4-FFF2-40B4-BE49-F238E27FC236}">
                  <a16:creationId xmlns:a16="http://schemas.microsoft.com/office/drawing/2014/main" id="{887B4F41-0C72-4EFE-B3A6-F10A416C6717}"/>
                </a:ext>
              </a:extLst>
            </p:cNvPr>
            <p:cNvSpPr txBox="1"/>
            <p:nvPr/>
          </p:nvSpPr>
          <p:spPr>
            <a:xfrm>
              <a:off x="10880916" y="508182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6" name="Legend4" hidden="1">
              <a:extLst>
                <a:ext uri="{FF2B5EF4-FFF2-40B4-BE49-F238E27FC236}">
                  <a16:creationId xmlns:a16="http://schemas.microsoft.com/office/drawing/2014/main" id="{6F884311-AA65-4C5D-B838-FAEE69C5AC71}"/>
                </a:ext>
              </a:extLst>
            </p:cNvPr>
            <p:cNvSpPr txBox="1"/>
            <p:nvPr/>
          </p:nvSpPr>
          <p:spPr>
            <a:xfrm>
              <a:off x="10880916" y="54532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7" name="Legend5" hidden="1">
              <a:extLst>
                <a:ext uri="{FF2B5EF4-FFF2-40B4-BE49-F238E27FC236}">
                  <a16:creationId xmlns:a16="http://schemas.microsoft.com/office/drawing/2014/main" id="{60251D9D-8390-417F-A228-D48F7CA286FC}"/>
                </a:ext>
              </a:extLst>
            </p:cNvPr>
            <p:cNvSpPr txBox="1"/>
            <p:nvPr/>
          </p:nvSpPr>
          <p:spPr>
            <a:xfrm>
              <a:off x="10880915" y="58246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158" name="LegendLines" hidden="1">
            <a:extLst>
              <a:ext uri="{FF2B5EF4-FFF2-40B4-BE49-F238E27FC236}">
                <a16:creationId xmlns:a16="http://schemas.microsoft.com/office/drawing/2014/main" id="{55F75FBC-7267-4772-BC78-90BF014DBEB5}"/>
              </a:ext>
            </a:extLst>
          </p:cNvPr>
          <p:cNvGrpSpPr/>
          <p:nvPr userDrawn="1"/>
        </p:nvGrpSpPr>
        <p:grpSpPr>
          <a:xfrm>
            <a:off x="10317304" y="3150831"/>
            <a:ext cx="1319960" cy="958286"/>
            <a:chOff x="10162879" y="3243772"/>
            <a:chExt cx="1319960" cy="958286"/>
          </a:xfrm>
        </p:grpSpPr>
        <p:sp>
          <p:nvSpPr>
            <p:cNvPr id="159" name="Legend1" hidden="1">
              <a:extLst>
                <a:ext uri="{FF2B5EF4-FFF2-40B4-BE49-F238E27FC236}">
                  <a16:creationId xmlns:a16="http://schemas.microsoft.com/office/drawing/2014/main" id="{D6305ED8-A766-4C81-8A15-FD658D97AC95}"/>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0" name="Legend2" hidden="1">
              <a:extLst>
                <a:ext uri="{FF2B5EF4-FFF2-40B4-BE49-F238E27FC236}">
                  <a16:creationId xmlns:a16="http://schemas.microsoft.com/office/drawing/2014/main" id="{1D8E6026-B3DA-4A50-B7DE-FD30D0DD0C01}"/>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1" name="Legend3" hidden="1">
              <a:extLst>
                <a:ext uri="{FF2B5EF4-FFF2-40B4-BE49-F238E27FC236}">
                  <a16:creationId xmlns:a16="http://schemas.microsoft.com/office/drawing/2014/main" id="{C749015B-5DFD-44FB-A675-78E2BB7EA8EC}"/>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2" name="LineLegend3" hidden="1">
              <a:extLst>
                <a:ext uri="{FF2B5EF4-FFF2-40B4-BE49-F238E27FC236}">
                  <a16:creationId xmlns:a16="http://schemas.microsoft.com/office/drawing/2014/main" id="{174A5F12-E1D5-424F-8639-AD3B66EEBF30}"/>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3" name="LineLegend2" hidden="1">
              <a:extLst>
                <a:ext uri="{FF2B5EF4-FFF2-40B4-BE49-F238E27FC236}">
                  <a16:creationId xmlns:a16="http://schemas.microsoft.com/office/drawing/2014/main" id="{8AB3C8E2-DAD7-49F4-8C97-7AB40B149D7E}"/>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4" name="LineLegend1" hidden="1">
              <a:extLst>
                <a:ext uri="{FF2B5EF4-FFF2-40B4-BE49-F238E27FC236}">
                  <a16:creationId xmlns:a16="http://schemas.microsoft.com/office/drawing/2014/main" id="{D23BC853-5B82-4896-A8E7-29830F873AE4}"/>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grpSp>
      <p:grpSp>
        <p:nvGrpSpPr>
          <p:cNvPr id="165" name="LegendMoons" hidden="1">
            <a:extLst>
              <a:ext uri="{FF2B5EF4-FFF2-40B4-BE49-F238E27FC236}">
                <a16:creationId xmlns:a16="http://schemas.microsoft.com/office/drawing/2014/main" id="{2A8E9DC7-471C-4B9D-B1C3-71E691C37CE4}"/>
              </a:ext>
            </a:extLst>
          </p:cNvPr>
          <p:cNvGrpSpPr/>
          <p:nvPr userDrawn="1"/>
        </p:nvGrpSpPr>
        <p:grpSpPr>
          <a:xfrm>
            <a:off x="10684859" y="1146588"/>
            <a:ext cx="948949" cy="1731859"/>
            <a:chOff x="7716535" y="2630582"/>
            <a:chExt cx="948949" cy="1731859"/>
          </a:xfrm>
        </p:grpSpPr>
        <p:sp>
          <p:nvSpPr>
            <p:cNvPr id="166" name="Legend1" hidden="1">
              <a:extLst>
                <a:ext uri="{FF2B5EF4-FFF2-40B4-BE49-F238E27FC236}">
                  <a16:creationId xmlns:a16="http://schemas.microsoft.com/office/drawing/2014/main" id="{6057A30C-C617-4C3E-9CC2-33E2D4B9BAB3}"/>
                </a:ext>
              </a:extLst>
            </p:cNvPr>
            <p:cNvSpPr txBox="1"/>
            <p:nvPr/>
          </p:nvSpPr>
          <p:spPr>
            <a:xfrm>
              <a:off x="8069167" y="26379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7" name="Legend2" hidden="1">
              <a:extLst>
                <a:ext uri="{FF2B5EF4-FFF2-40B4-BE49-F238E27FC236}">
                  <a16:creationId xmlns:a16="http://schemas.microsoft.com/office/drawing/2014/main" id="{E4D21E66-6DBD-4F65-AB24-5986DE89550E}"/>
                </a:ext>
              </a:extLst>
            </p:cNvPr>
            <p:cNvSpPr txBox="1"/>
            <p:nvPr/>
          </p:nvSpPr>
          <p:spPr>
            <a:xfrm>
              <a:off x="8069167" y="301340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8" name="Legend3" hidden="1">
              <a:extLst>
                <a:ext uri="{FF2B5EF4-FFF2-40B4-BE49-F238E27FC236}">
                  <a16:creationId xmlns:a16="http://schemas.microsoft.com/office/drawing/2014/main" id="{E1EB3073-C123-46D2-8456-39107FBC7285}"/>
                </a:ext>
              </a:extLst>
            </p:cNvPr>
            <p:cNvSpPr txBox="1"/>
            <p:nvPr/>
          </p:nvSpPr>
          <p:spPr>
            <a:xfrm>
              <a:off x="8069167" y="338885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8" name="Legend4" hidden="1">
              <a:extLst>
                <a:ext uri="{FF2B5EF4-FFF2-40B4-BE49-F238E27FC236}">
                  <a16:creationId xmlns:a16="http://schemas.microsoft.com/office/drawing/2014/main" id="{D877A7D0-CDF0-44DE-808D-30B87F5A6CA4}"/>
                </a:ext>
              </a:extLst>
            </p:cNvPr>
            <p:cNvSpPr txBox="1"/>
            <p:nvPr/>
          </p:nvSpPr>
          <p:spPr>
            <a:xfrm>
              <a:off x="8069167" y="376431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9" name="Legend5" hidden="1">
              <a:extLst>
                <a:ext uri="{FF2B5EF4-FFF2-40B4-BE49-F238E27FC236}">
                  <a16:creationId xmlns:a16="http://schemas.microsoft.com/office/drawing/2014/main" id="{AAA6CD16-E6C1-4FD2-A146-9357B7B39913}"/>
                </a:ext>
              </a:extLst>
            </p:cNvPr>
            <p:cNvSpPr txBox="1"/>
            <p:nvPr/>
          </p:nvSpPr>
          <p:spPr>
            <a:xfrm>
              <a:off x="8069167" y="413977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210" name="MoonLegend1" hidden="1">
              <a:extLst>
                <a:ext uri="{FF2B5EF4-FFF2-40B4-BE49-F238E27FC236}">
                  <a16:creationId xmlns:a16="http://schemas.microsoft.com/office/drawing/2014/main" id="{2769EF04-22D2-41F0-9614-083A5C187B36}"/>
                </a:ext>
              </a:extLst>
            </p:cNvPr>
            <p:cNvGrpSpPr>
              <a:grpSpLocks noChangeAspect="1"/>
            </p:cNvGrpSpPr>
            <p:nvPr>
              <p:custDataLst>
                <p:tags r:id="rId34"/>
              </p:custDataLst>
            </p:nvPr>
          </p:nvGrpSpPr>
          <p:grpSpPr>
            <a:xfrm>
              <a:off x="7716535" y="2630582"/>
              <a:ext cx="228600" cy="228600"/>
              <a:chOff x="762000" y="1270000"/>
              <a:chExt cx="254000" cy="254000"/>
            </a:xfrm>
          </p:grpSpPr>
          <p:sp>
            <p:nvSpPr>
              <p:cNvPr id="223" name="Oval 222" hidden="1">
                <a:extLst>
                  <a:ext uri="{FF2B5EF4-FFF2-40B4-BE49-F238E27FC236}">
                    <a16:creationId xmlns:a16="http://schemas.microsoft.com/office/drawing/2014/main" id="{26F96AF0-C50A-4B8F-8347-7F8A7F3DDC89}"/>
                  </a:ext>
                </a:extLst>
              </p:cNvPr>
              <p:cNvSpPr/>
              <p:nvPr>
                <p:custDataLst>
                  <p:tags r:id="rId4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4" name="Arc 223" hidden="1">
                <a:extLst>
                  <a:ext uri="{FF2B5EF4-FFF2-40B4-BE49-F238E27FC236}">
                    <a16:creationId xmlns:a16="http://schemas.microsoft.com/office/drawing/2014/main" id="{FAD87140-0F25-456F-9677-A4DA2725BCFB}"/>
                  </a:ext>
                </a:extLst>
              </p:cNvPr>
              <p:cNvSpPr/>
              <p:nvPr>
                <p:custDataLst>
                  <p:tags r:id="rId48"/>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1" name="MoonLegend2" hidden="1">
              <a:extLst>
                <a:ext uri="{FF2B5EF4-FFF2-40B4-BE49-F238E27FC236}">
                  <a16:creationId xmlns:a16="http://schemas.microsoft.com/office/drawing/2014/main" id="{5CC0FEA5-9B05-48C2-908C-16FA6942B7F7}"/>
                </a:ext>
              </a:extLst>
            </p:cNvPr>
            <p:cNvGrpSpPr>
              <a:grpSpLocks noChangeAspect="1"/>
            </p:cNvGrpSpPr>
            <p:nvPr>
              <p:custDataLst>
                <p:tags r:id="rId35"/>
              </p:custDataLst>
            </p:nvPr>
          </p:nvGrpSpPr>
          <p:grpSpPr>
            <a:xfrm>
              <a:off x="7716535" y="3006395"/>
              <a:ext cx="228600" cy="228600"/>
              <a:chOff x="762000" y="1270000"/>
              <a:chExt cx="254000" cy="254000"/>
            </a:xfrm>
          </p:grpSpPr>
          <p:sp>
            <p:nvSpPr>
              <p:cNvPr id="221" name="Oval 220" hidden="1">
                <a:extLst>
                  <a:ext uri="{FF2B5EF4-FFF2-40B4-BE49-F238E27FC236}">
                    <a16:creationId xmlns:a16="http://schemas.microsoft.com/office/drawing/2014/main" id="{F75DA3E7-D454-4317-A593-750A2B666BC8}"/>
                  </a:ext>
                </a:extLst>
              </p:cNvPr>
              <p:cNvSpPr/>
              <p:nvPr>
                <p:custDataLst>
                  <p:tags r:id="rId4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2" name="Arc 221" hidden="1">
                <a:extLst>
                  <a:ext uri="{FF2B5EF4-FFF2-40B4-BE49-F238E27FC236}">
                    <a16:creationId xmlns:a16="http://schemas.microsoft.com/office/drawing/2014/main" id="{50A29B9C-29E7-4058-B465-A766A2F20C11}"/>
                  </a:ext>
                </a:extLst>
              </p:cNvPr>
              <p:cNvSpPr/>
              <p:nvPr>
                <p:custDataLst>
                  <p:tags r:id="rId46"/>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2" name="MoonLegend3" hidden="1">
              <a:extLst>
                <a:ext uri="{FF2B5EF4-FFF2-40B4-BE49-F238E27FC236}">
                  <a16:creationId xmlns:a16="http://schemas.microsoft.com/office/drawing/2014/main" id="{23FC380B-56F1-4D85-89D1-FB04604700F0}"/>
                </a:ext>
              </a:extLst>
            </p:cNvPr>
            <p:cNvGrpSpPr>
              <a:grpSpLocks noChangeAspect="1"/>
            </p:cNvGrpSpPr>
            <p:nvPr>
              <p:custDataLst>
                <p:tags r:id="rId36"/>
              </p:custDataLst>
            </p:nvPr>
          </p:nvGrpSpPr>
          <p:grpSpPr>
            <a:xfrm>
              <a:off x="7716535" y="3382210"/>
              <a:ext cx="228600" cy="228600"/>
              <a:chOff x="762000" y="1270000"/>
              <a:chExt cx="254000" cy="254000"/>
            </a:xfrm>
          </p:grpSpPr>
          <p:sp>
            <p:nvSpPr>
              <p:cNvPr id="219" name="Oval 218" hidden="1">
                <a:extLst>
                  <a:ext uri="{FF2B5EF4-FFF2-40B4-BE49-F238E27FC236}">
                    <a16:creationId xmlns:a16="http://schemas.microsoft.com/office/drawing/2014/main" id="{7AF2DBF5-6F29-43FC-812F-437D3205BA55}"/>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0" name="Arc 219" hidden="1">
                <a:extLst>
                  <a:ext uri="{FF2B5EF4-FFF2-40B4-BE49-F238E27FC236}">
                    <a16:creationId xmlns:a16="http://schemas.microsoft.com/office/drawing/2014/main" id="{7AA9B50E-2514-4DA5-83A8-E09B982DD7EC}"/>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3" name="MoonLegend4" hidden="1">
              <a:extLst>
                <a:ext uri="{FF2B5EF4-FFF2-40B4-BE49-F238E27FC236}">
                  <a16:creationId xmlns:a16="http://schemas.microsoft.com/office/drawing/2014/main" id="{84259163-5803-47C2-B6DE-24D6055DCAE7}"/>
                </a:ext>
              </a:extLst>
            </p:cNvPr>
            <p:cNvGrpSpPr>
              <a:grpSpLocks noChangeAspect="1"/>
            </p:cNvGrpSpPr>
            <p:nvPr>
              <p:custDataLst>
                <p:tags r:id="rId37"/>
              </p:custDataLst>
            </p:nvPr>
          </p:nvGrpSpPr>
          <p:grpSpPr>
            <a:xfrm>
              <a:off x="7716535" y="3758025"/>
              <a:ext cx="228600" cy="228600"/>
              <a:chOff x="762000" y="1270000"/>
              <a:chExt cx="254000" cy="254000"/>
            </a:xfrm>
          </p:grpSpPr>
          <p:sp>
            <p:nvSpPr>
              <p:cNvPr id="217" name="Oval 216" hidden="1">
                <a:extLst>
                  <a:ext uri="{FF2B5EF4-FFF2-40B4-BE49-F238E27FC236}">
                    <a16:creationId xmlns:a16="http://schemas.microsoft.com/office/drawing/2014/main" id="{D3748736-9512-40C6-9C30-2848457455E5}"/>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8" name="Arc 217" hidden="1">
                <a:extLst>
                  <a:ext uri="{FF2B5EF4-FFF2-40B4-BE49-F238E27FC236}">
                    <a16:creationId xmlns:a16="http://schemas.microsoft.com/office/drawing/2014/main" id="{DC56E157-BE6C-48BC-9763-F0CFFACE24F7}"/>
                  </a:ext>
                </a:extLst>
              </p:cNvPr>
              <p:cNvSpPr/>
              <p:nvPr>
                <p:custDataLst>
                  <p:tags r:id="rId42"/>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4" name="MoonLegend5" hidden="1">
              <a:extLst>
                <a:ext uri="{FF2B5EF4-FFF2-40B4-BE49-F238E27FC236}">
                  <a16:creationId xmlns:a16="http://schemas.microsoft.com/office/drawing/2014/main" id="{A33D987D-3003-45B0-BE77-253D62F0DC66}"/>
                </a:ext>
              </a:extLst>
            </p:cNvPr>
            <p:cNvGrpSpPr>
              <a:grpSpLocks noChangeAspect="1"/>
            </p:cNvGrpSpPr>
            <p:nvPr>
              <p:custDataLst>
                <p:tags r:id="rId38"/>
              </p:custDataLst>
            </p:nvPr>
          </p:nvGrpSpPr>
          <p:grpSpPr>
            <a:xfrm>
              <a:off x="7716535" y="4133841"/>
              <a:ext cx="228600" cy="228600"/>
              <a:chOff x="762000" y="1270000"/>
              <a:chExt cx="254000" cy="254000"/>
            </a:xfrm>
          </p:grpSpPr>
          <p:sp>
            <p:nvSpPr>
              <p:cNvPr id="215" name="Oval 214" hidden="1">
                <a:extLst>
                  <a:ext uri="{FF2B5EF4-FFF2-40B4-BE49-F238E27FC236}">
                    <a16:creationId xmlns:a16="http://schemas.microsoft.com/office/drawing/2014/main" id="{2B875629-C63F-4F2D-8B9E-0C3704F7C77D}"/>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6" name="Arc 215" hidden="1">
                <a:extLst>
                  <a:ext uri="{FF2B5EF4-FFF2-40B4-BE49-F238E27FC236}">
                    <a16:creationId xmlns:a16="http://schemas.microsoft.com/office/drawing/2014/main" id="{7F750322-50C4-48CC-AA09-E23390E40920}"/>
                  </a:ext>
                </a:extLst>
              </p:cNvPr>
              <p:cNvSpPr/>
              <p:nvPr>
                <p:custDataLst>
                  <p:tags r:id="rId40"/>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Tree>
    <p:extLst>
      <p:ext uri="{BB962C8B-B14F-4D97-AF65-F5344CB8AC3E}">
        <p14:creationId xmlns:p14="http://schemas.microsoft.com/office/powerpoint/2010/main" val="3069609147"/>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 id="2147483918" r:id="rId18"/>
    <p:sldLayoutId id="2147483919" r:id="rId19"/>
    <p:sldLayoutId id="2147483920" r:id="rId20"/>
    <p:sldLayoutId id="2147483923" r:id="rId21"/>
    <p:sldLayoutId id="2147483925" r:id="rId22"/>
    <p:sldLayoutId id="2147484012" r:id="rId23"/>
    <p:sldLayoutId id="2147484013" r:id="rId24"/>
    <p:sldLayoutId id="2147484032" r:id="rId25"/>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25"/>
            </p:custDataLst>
            <p:extLst>
              <p:ext uri="{D42A27DB-BD31-4B8C-83A1-F6EECF244321}">
                <p14:modId xmlns:p14="http://schemas.microsoft.com/office/powerpoint/2010/main" val="2864046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7" imgW="592" imgH="591" progId="TCLayout.ActiveDocument.1">
                  <p:embed/>
                </p:oleObj>
              </mc:Choice>
              <mc:Fallback>
                <p:oleObj name="think-cell Slide" r:id="rId47"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26"/>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7"/>
            </p:custDataLst>
          </p:nvPr>
        </p:nvSpPr>
        <p:spPr>
          <a:xfrm>
            <a:off x="554736" y="172212"/>
            <a:ext cx="11082528" cy="731520"/>
          </a:xfrm>
          <a:prstGeom prst="rect">
            <a:avLst/>
          </a:prstGeom>
        </p:spPr>
        <p:txBody>
          <a:bodyPr vert="horz" wrap="square" lIns="0" tIns="0" rIns="0" bIns="0" rtlCol="0" anchor="b" anchorCtr="0">
            <a:noAutofit/>
          </a:bodyPr>
          <a:lstStyle/>
          <a:p>
            <a:pPr lvl="0"/>
            <a:r>
              <a:rPr lang="en-US"/>
              <a:t>Click to edit Master title style</a:t>
            </a:r>
          </a:p>
        </p:txBody>
      </p:sp>
      <p:grpSp>
        <p:nvGrpSpPr>
          <p:cNvPr id="55" name="Grid" hidden="1">
            <a:extLst>
              <a:ext uri="{FF2B5EF4-FFF2-40B4-BE49-F238E27FC236}">
                <a16:creationId xmlns:a16="http://schemas.microsoft.com/office/drawing/2014/main" id="{DEFB2FD9-7CD8-4FAE-9553-EBB1883173D8}"/>
              </a:ext>
            </a:extLst>
          </p:cNvPr>
          <p:cNvGrpSpPr/>
          <p:nvPr userDrawn="1">
            <p:custDataLst>
              <p:tags r:id="rId28"/>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flipH="1">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flipH="1">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flipH="1">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flipH="1">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flipH="1">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flipH="1">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flipH="1">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flipH="1">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flipH="1">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flipH="1">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flipH="1">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flipH="1">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29"/>
            </p:custDataLst>
          </p:nvPr>
        </p:nvSpPr>
        <p:spPr>
          <a:xfrm>
            <a:off x="553972" y="6278400"/>
            <a:ext cx="7278624" cy="123111"/>
          </a:xfrm>
          <a:prstGeom prst="rect">
            <a:avLst/>
          </a:prstGeom>
          <a:noFill/>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ct val="0"/>
              </a:spcBef>
              <a:spcAft>
                <a:spcPct val="0"/>
              </a:spcAft>
              <a:buClrTx/>
              <a:buSzTx/>
              <a:buFontTx/>
              <a:buNone/>
              <a:defRPr sz="800">
                <a:cs typeface="Arial" panose="020B0604020202020204" pitchFamily="34" charset="0"/>
              </a:defRPr>
            </a:lvl1pPr>
          </a:lstStyle>
          <a:p>
            <a:pPr lvl="0"/>
            <a:r>
              <a:rPr lang="en-US"/>
              <a:t>Footnotes</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a:xfrm>
            <a:off x="554736" y="1289273"/>
            <a:ext cx="3204403"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t>STICKER</a:t>
            </a:r>
          </a:p>
        </p:txBody>
      </p:sp>
      <p:sp>
        <p:nvSpPr>
          <p:cNvPr id="207" name="ACET" hidden="1">
            <a:extLst>
              <a:ext uri="{FF2B5EF4-FFF2-40B4-BE49-F238E27FC236}">
                <a16:creationId xmlns:a16="http://schemas.microsoft.com/office/drawing/2014/main" id="{9C1AB688-8E46-4BED-871D-3FE073C183F2}"/>
              </a:ext>
            </a:extLst>
          </p:cNvPr>
          <p:cNvSpPr txBox="1"/>
          <p:nvPr userDrawn="1">
            <p:custDataLst>
              <p:tags r:id="rId30"/>
            </p:custDataLst>
          </p:nvPr>
        </p:nvSpPr>
        <p:spPr>
          <a:xfrm>
            <a:off x="5987738" y="2170800"/>
            <a:ext cx="3049253" cy="5693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ct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ct val="0"/>
              </a:spcBef>
              <a:spcAft>
                <a:spcPts val="300"/>
              </a:spcAft>
              <a:buSzPct val="110000"/>
              <a:buFont typeface="Wingdings" panose="05000000000000000000" pitchFamily="2" charset="2"/>
              <a:buChar char=""/>
              <a:defRPr sz="1600"/>
            </a:lvl2pPr>
            <a:lvl3pPr marL="442913" lvl="2" indent="-214313">
              <a:lnSpc>
                <a:spcPct val="100000"/>
              </a:lnSpc>
              <a:spcBef>
                <a:spcPct val="0"/>
              </a:spcBef>
              <a:spcAft>
                <a:spcPts val="300"/>
              </a:spcAft>
              <a:buSzPct val="110000"/>
              <a:buFont typeface="Arial" panose="020B0604020202020204" pitchFamily="34" charset="0"/>
              <a:buChar char="‒"/>
              <a:defRPr sz="1600"/>
            </a:lvl3pPr>
            <a:lvl4pPr marL="598488" lvl="3" indent="-152400">
              <a:lnSpc>
                <a:spcPct val="100000"/>
              </a:lnSpc>
              <a:spcBef>
                <a:spcPct val="0"/>
              </a:spcBef>
              <a:spcAft>
                <a:spcPts val="300"/>
              </a:spcAft>
              <a:buFont typeface="Arial" panose="020B0604020202020204" pitchFamily="34" charset="0"/>
              <a:buChar char="•"/>
              <a:defRPr sz="1600"/>
            </a:lvl4pPr>
            <a:lvl5pPr marL="817563" lvl="4" indent="-147638">
              <a:lnSpc>
                <a:spcPct val="100000"/>
              </a:lnSpc>
              <a:spcBef>
                <a:spcPct val="0"/>
              </a:spcBef>
              <a:spcAft>
                <a:spcPts val="300"/>
              </a:spcAft>
              <a:buSzTx/>
              <a:buFont typeface="Arial" panose="020B0604020202020204" pitchFamily="34" charset="0"/>
              <a:buChar char="̶"/>
              <a:defRPr sz="1600"/>
            </a:lvl5pPr>
            <a:lvl6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r>
              <a:rPr lang="en-US"/>
              <a:t>Above Chart Exhibit Title</a:t>
            </a:r>
          </a:p>
          <a:p>
            <a:pPr lvl="0"/>
            <a:r>
              <a:rPr lang="en-US" b="0"/>
              <a:t>Unit of Measure</a:t>
            </a:r>
          </a:p>
        </p:txBody>
      </p:sp>
      <p:sp>
        <p:nvSpPr>
          <p:cNvPr id="144" name="SlideLogoText">
            <a:extLst>
              <a:ext uri="{FF2B5EF4-FFF2-40B4-BE49-F238E27FC236}">
                <a16:creationId xmlns:a16="http://schemas.microsoft.com/office/drawing/2014/main" id="{6079B92B-B06C-4258-9E1C-3881DC358B9B}"/>
              </a:ext>
            </a:extLst>
          </p:cNvPr>
          <p:cNvSpPr>
            <a:spLocks noChangeArrowheads="1"/>
          </p:cNvSpPr>
          <p:nvPr userDrawn="1">
            <p:custDataLst>
              <p:tags r:id="rId31"/>
            </p:custDataLst>
          </p:nvPr>
        </p:nvSpPr>
        <p:spPr bwMode="gray">
          <a:xfrm>
            <a:off x="9587101" y="6498754"/>
            <a:ext cx="164788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r" defTabSz="1193860" rtl="0" eaLnBrk="1" fontAlgn="auto" latinLnBrk="0" hangingPunct="1">
              <a:lnSpc>
                <a:spcPct val="100000"/>
              </a:lnSpc>
              <a:spcBef>
                <a:spcPct val="0"/>
              </a:spcBef>
              <a:spcAft>
                <a:spcPct val="0"/>
              </a:spcAft>
              <a:buClrTx/>
              <a:buSzTx/>
              <a:buFontTx/>
              <a:buNone/>
              <a:defRPr/>
            </a:pPr>
            <a:r>
              <a:rPr kumimoji="0" lang="en-US" sz="900" b="0" i="0" u="none" strike="noStrike" kern="1200" cap="none" spc="0" normalizeH="0" baseline="0" noProof="0">
                <a:ln>
                  <a:noFill/>
                </a:ln>
                <a:solidFill>
                  <a:schemeClr val="tx1"/>
                </a:solidFill>
                <a:effectLst/>
                <a:uLnTx/>
                <a:uFillTx/>
                <a:latin typeface="Arial"/>
                <a:ea typeface="+mn-ea"/>
                <a:cs typeface="+mn-cs"/>
              </a:rPr>
              <a:t>QuantumBlack, AI by McKinsey </a:t>
            </a:r>
          </a:p>
        </p:txBody>
      </p:sp>
      <p:sp>
        <p:nvSpPr>
          <p:cNvPr id="146" name="Text Placeholder 4">
            <a:extLst>
              <a:ext uri="{FF2B5EF4-FFF2-40B4-BE49-F238E27FC236}">
                <a16:creationId xmlns:a16="http://schemas.microsoft.com/office/drawing/2014/main" id="{F22C0A1A-93A1-487B-8863-4F7560F9AA72}"/>
              </a:ext>
            </a:extLst>
          </p:cNvPr>
          <p:cNvSpPr>
            <a:spLocks noGrp="1"/>
          </p:cNvSpPr>
          <p:nvPr>
            <p:ph type="body" idx="1"/>
          </p:nvPr>
        </p:nvSpPr>
        <p:spPr>
          <a:xfrm flipH="1">
            <a:off x="554735" y="2260021"/>
            <a:ext cx="460174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7" name="LegendBoxes" hidden="1">
            <a:extLst>
              <a:ext uri="{FF2B5EF4-FFF2-40B4-BE49-F238E27FC236}">
                <a16:creationId xmlns:a16="http://schemas.microsoft.com/office/drawing/2014/main" id="{2D73408D-CD62-41BB-B1DB-4E0F325E2C7C}"/>
              </a:ext>
            </a:extLst>
          </p:cNvPr>
          <p:cNvGrpSpPr/>
          <p:nvPr userDrawn="1"/>
        </p:nvGrpSpPr>
        <p:grpSpPr>
          <a:xfrm>
            <a:off x="10714801" y="4381500"/>
            <a:ext cx="922463" cy="1717282"/>
            <a:chOff x="10554770" y="4322824"/>
            <a:chExt cx="922463" cy="1717282"/>
          </a:xfrm>
        </p:grpSpPr>
        <p:sp>
          <p:nvSpPr>
            <p:cNvPr id="148" name="RectangleLegend1" hidden="1">
              <a:extLst>
                <a:ext uri="{FF2B5EF4-FFF2-40B4-BE49-F238E27FC236}">
                  <a16:creationId xmlns:a16="http://schemas.microsoft.com/office/drawing/2014/main" id="{91D1BAB4-5F56-44D0-9783-8E18C01C9B96}"/>
                </a:ext>
              </a:extLst>
            </p:cNvPr>
            <p:cNvSpPr/>
            <p:nvPr/>
          </p:nvSpPr>
          <p:spPr>
            <a:xfrm>
              <a:off x="1055477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49" name="RectangleLegend2" hidden="1">
              <a:extLst>
                <a:ext uri="{FF2B5EF4-FFF2-40B4-BE49-F238E27FC236}">
                  <a16:creationId xmlns:a16="http://schemas.microsoft.com/office/drawing/2014/main" id="{951D7D13-1BCF-4D28-A57A-EDE3EA26BA4D}"/>
                </a:ext>
              </a:extLst>
            </p:cNvPr>
            <p:cNvSpPr/>
            <p:nvPr/>
          </p:nvSpPr>
          <p:spPr>
            <a:xfrm>
              <a:off x="1055477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0" name="RectangleLegend3" hidden="1">
              <a:extLst>
                <a:ext uri="{FF2B5EF4-FFF2-40B4-BE49-F238E27FC236}">
                  <a16:creationId xmlns:a16="http://schemas.microsoft.com/office/drawing/2014/main" id="{746AD11C-ACB1-46E1-84D9-40B90064FB75}"/>
                </a:ext>
              </a:extLst>
            </p:cNvPr>
            <p:cNvSpPr/>
            <p:nvPr/>
          </p:nvSpPr>
          <p:spPr>
            <a:xfrm>
              <a:off x="1055477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1" name="RectangleLegend4" hidden="1">
              <a:extLst>
                <a:ext uri="{FF2B5EF4-FFF2-40B4-BE49-F238E27FC236}">
                  <a16:creationId xmlns:a16="http://schemas.microsoft.com/office/drawing/2014/main" id="{8A066E9A-1B9B-4219-833A-B063F7B374FF}"/>
                </a:ext>
              </a:extLst>
            </p:cNvPr>
            <p:cNvSpPr/>
            <p:nvPr/>
          </p:nvSpPr>
          <p:spPr>
            <a:xfrm>
              <a:off x="1055477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2" name="RectangleLegend5" hidden="1">
              <a:extLst>
                <a:ext uri="{FF2B5EF4-FFF2-40B4-BE49-F238E27FC236}">
                  <a16:creationId xmlns:a16="http://schemas.microsoft.com/office/drawing/2014/main" id="{E1858556-6678-4C8D-B559-3246911734DA}"/>
                </a:ext>
              </a:extLst>
            </p:cNvPr>
            <p:cNvSpPr/>
            <p:nvPr/>
          </p:nvSpPr>
          <p:spPr>
            <a:xfrm>
              <a:off x="1055477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3" name="Legend1" hidden="1">
              <a:extLst>
                <a:ext uri="{FF2B5EF4-FFF2-40B4-BE49-F238E27FC236}">
                  <a16:creationId xmlns:a16="http://schemas.microsoft.com/office/drawing/2014/main" id="{2CC9EAA7-9731-487F-AB35-E7BAEF78C97F}"/>
                </a:ext>
              </a:extLst>
            </p:cNvPr>
            <p:cNvSpPr txBox="1"/>
            <p:nvPr/>
          </p:nvSpPr>
          <p:spPr>
            <a:xfrm>
              <a:off x="10880916" y="432282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4" name="Legend2" hidden="1">
              <a:extLst>
                <a:ext uri="{FF2B5EF4-FFF2-40B4-BE49-F238E27FC236}">
                  <a16:creationId xmlns:a16="http://schemas.microsoft.com/office/drawing/2014/main" id="{DD8C6EBD-A98D-4B2E-8677-D040F0E8F572}"/>
                </a:ext>
              </a:extLst>
            </p:cNvPr>
            <p:cNvSpPr txBox="1"/>
            <p:nvPr/>
          </p:nvSpPr>
          <p:spPr>
            <a:xfrm>
              <a:off x="10880916" y="47023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5" name="Legend3" hidden="1">
              <a:extLst>
                <a:ext uri="{FF2B5EF4-FFF2-40B4-BE49-F238E27FC236}">
                  <a16:creationId xmlns:a16="http://schemas.microsoft.com/office/drawing/2014/main" id="{887B4F41-0C72-4EFE-B3A6-F10A416C6717}"/>
                </a:ext>
              </a:extLst>
            </p:cNvPr>
            <p:cNvSpPr txBox="1"/>
            <p:nvPr/>
          </p:nvSpPr>
          <p:spPr>
            <a:xfrm>
              <a:off x="10880916" y="508182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6" name="Legend4" hidden="1">
              <a:extLst>
                <a:ext uri="{FF2B5EF4-FFF2-40B4-BE49-F238E27FC236}">
                  <a16:creationId xmlns:a16="http://schemas.microsoft.com/office/drawing/2014/main" id="{6F884311-AA65-4C5D-B838-FAEE69C5AC71}"/>
                </a:ext>
              </a:extLst>
            </p:cNvPr>
            <p:cNvSpPr txBox="1"/>
            <p:nvPr/>
          </p:nvSpPr>
          <p:spPr>
            <a:xfrm>
              <a:off x="10880916" y="54532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7" name="Legend5" hidden="1">
              <a:extLst>
                <a:ext uri="{FF2B5EF4-FFF2-40B4-BE49-F238E27FC236}">
                  <a16:creationId xmlns:a16="http://schemas.microsoft.com/office/drawing/2014/main" id="{60251D9D-8390-417F-A228-D48F7CA286FC}"/>
                </a:ext>
              </a:extLst>
            </p:cNvPr>
            <p:cNvSpPr txBox="1"/>
            <p:nvPr/>
          </p:nvSpPr>
          <p:spPr>
            <a:xfrm>
              <a:off x="10880915" y="58246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158" name="LegendLines" hidden="1">
            <a:extLst>
              <a:ext uri="{FF2B5EF4-FFF2-40B4-BE49-F238E27FC236}">
                <a16:creationId xmlns:a16="http://schemas.microsoft.com/office/drawing/2014/main" id="{55F75FBC-7267-4772-BC78-90BF014DBEB5}"/>
              </a:ext>
            </a:extLst>
          </p:cNvPr>
          <p:cNvGrpSpPr/>
          <p:nvPr userDrawn="1"/>
        </p:nvGrpSpPr>
        <p:grpSpPr>
          <a:xfrm>
            <a:off x="10317304" y="3150831"/>
            <a:ext cx="1319960" cy="958286"/>
            <a:chOff x="10162879" y="3243772"/>
            <a:chExt cx="1319960" cy="958286"/>
          </a:xfrm>
        </p:grpSpPr>
        <p:sp>
          <p:nvSpPr>
            <p:cNvPr id="159" name="Legend1" hidden="1">
              <a:extLst>
                <a:ext uri="{FF2B5EF4-FFF2-40B4-BE49-F238E27FC236}">
                  <a16:creationId xmlns:a16="http://schemas.microsoft.com/office/drawing/2014/main" id="{D6305ED8-A766-4C81-8A15-FD658D97AC95}"/>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0" name="Legend2" hidden="1">
              <a:extLst>
                <a:ext uri="{FF2B5EF4-FFF2-40B4-BE49-F238E27FC236}">
                  <a16:creationId xmlns:a16="http://schemas.microsoft.com/office/drawing/2014/main" id="{1D8E6026-B3DA-4A50-B7DE-FD30D0DD0C01}"/>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1" name="Legend3" hidden="1">
              <a:extLst>
                <a:ext uri="{FF2B5EF4-FFF2-40B4-BE49-F238E27FC236}">
                  <a16:creationId xmlns:a16="http://schemas.microsoft.com/office/drawing/2014/main" id="{C749015B-5DFD-44FB-A675-78E2BB7EA8EC}"/>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2" name="LineLegend3" hidden="1">
              <a:extLst>
                <a:ext uri="{FF2B5EF4-FFF2-40B4-BE49-F238E27FC236}">
                  <a16:creationId xmlns:a16="http://schemas.microsoft.com/office/drawing/2014/main" id="{174A5F12-E1D5-424F-8639-AD3B66EEBF30}"/>
                </a:ext>
              </a:extLst>
            </p:cNvPr>
            <p:cNvSpPr>
              <a:spLocks noChangeShapeType="1"/>
            </p:cNvSpPr>
            <p:nvPr/>
          </p:nvSpPr>
          <p:spPr bwMode="gray">
            <a:xfrm>
              <a:off x="10162879" y="4092784"/>
              <a:ext cx="457200"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3" name="LineLegend2" hidden="1">
              <a:extLst>
                <a:ext uri="{FF2B5EF4-FFF2-40B4-BE49-F238E27FC236}">
                  <a16:creationId xmlns:a16="http://schemas.microsoft.com/office/drawing/2014/main" id="{8AB3C8E2-DAD7-49F4-8C97-7AB40B149D7E}"/>
                </a:ext>
              </a:extLst>
            </p:cNvPr>
            <p:cNvSpPr>
              <a:spLocks noChangeShapeType="1"/>
            </p:cNvSpPr>
            <p:nvPr/>
          </p:nvSpPr>
          <p:spPr bwMode="gray">
            <a:xfrm>
              <a:off x="10162879" y="3719425"/>
              <a:ext cx="457200" cy="0"/>
            </a:xfrm>
            <a:prstGeom prst="line">
              <a:avLst/>
            </a:prstGeom>
            <a:noFill/>
            <a:ln w="28575">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sp>
          <p:nvSpPr>
            <p:cNvPr id="164" name="LineLegend1" hidden="1">
              <a:extLst>
                <a:ext uri="{FF2B5EF4-FFF2-40B4-BE49-F238E27FC236}">
                  <a16:creationId xmlns:a16="http://schemas.microsoft.com/office/drawing/2014/main" id="{D23BC853-5B82-4896-A8E7-29830F873AE4}"/>
                </a:ext>
              </a:extLst>
            </p:cNvPr>
            <p:cNvSpPr>
              <a:spLocks noChangeShapeType="1"/>
            </p:cNvSpPr>
            <p:nvPr/>
          </p:nvSpPr>
          <p:spPr bwMode="gray">
            <a:xfrm>
              <a:off x="10162879" y="3351494"/>
              <a:ext cx="457200" cy="0"/>
            </a:xfrm>
            <a:prstGeom prst="line">
              <a:avLst/>
            </a:prstGeom>
            <a:noFill/>
            <a:ln w="28575">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latin typeface="+mn-lt"/>
                <a:ea typeface="+mn-ea"/>
              </a:endParaRPr>
            </a:p>
          </p:txBody>
        </p:sp>
      </p:grpSp>
      <p:grpSp>
        <p:nvGrpSpPr>
          <p:cNvPr id="165" name="LegendMoons" hidden="1">
            <a:extLst>
              <a:ext uri="{FF2B5EF4-FFF2-40B4-BE49-F238E27FC236}">
                <a16:creationId xmlns:a16="http://schemas.microsoft.com/office/drawing/2014/main" id="{2A8E9DC7-471C-4B9D-B1C3-71E691C37CE4}"/>
              </a:ext>
            </a:extLst>
          </p:cNvPr>
          <p:cNvGrpSpPr/>
          <p:nvPr userDrawn="1"/>
        </p:nvGrpSpPr>
        <p:grpSpPr>
          <a:xfrm>
            <a:off x="10684859" y="1146588"/>
            <a:ext cx="948949" cy="1731859"/>
            <a:chOff x="7716535" y="2630582"/>
            <a:chExt cx="948949" cy="1731859"/>
          </a:xfrm>
        </p:grpSpPr>
        <p:sp>
          <p:nvSpPr>
            <p:cNvPr id="166" name="Legend1" hidden="1">
              <a:extLst>
                <a:ext uri="{FF2B5EF4-FFF2-40B4-BE49-F238E27FC236}">
                  <a16:creationId xmlns:a16="http://schemas.microsoft.com/office/drawing/2014/main" id="{6057A30C-C617-4C3E-9CC2-33E2D4B9BAB3}"/>
                </a:ext>
              </a:extLst>
            </p:cNvPr>
            <p:cNvSpPr txBox="1"/>
            <p:nvPr/>
          </p:nvSpPr>
          <p:spPr>
            <a:xfrm>
              <a:off x="8069167" y="2637941"/>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7" name="Legend2" hidden="1">
              <a:extLst>
                <a:ext uri="{FF2B5EF4-FFF2-40B4-BE49-F238E27FC236}">
                  <a16:creationId xmlns:a16="http://schemas.microsoft.com/office/drawing/2014/main" id="{E4D21E66-6DBD-4F65-AB24-5986DE89550E}"/>
                </a:ext>
              </a:extLst>
            </p:cNvPr>
            <p:cNvSpPr txBox="1"/>
            <p:nvPr/>
          </p:nvSpPr>
          <p:spPr>
            <a:xfrm>
              <a:off x="8069167" y="301340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8" name="Legend3" hidden="1">
              <a:extLst>
                <a:ext uri="{FF2B5EF4-FFF2-40B4-BE49-F238E27FC236}">
                  <a16:creationId xmlns:a16="http://schemas.microsoft.com/office/drawing/2014/main" id="{E1EB3073-C123-46D2-8456-39107FBC7285}"/>
                </a:ext>
              </a:extLst>
            </p:cNvPr>
            <p:cNvSpPr txBox="1"/>
            <p:nvPr/>
          </p:nvSpPr>
          <p:spPr>
            <a:xfrm>
              <a:off x="8069167" y="338885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8" name="Legend4" hidden="1">
              <a:extLst>
                <a:ext uri="{FF2B5EF4-FFF2-40B4-BE49-F238E27FC236}">
                  <a16:creationId xmlns:a16="http://schemas.microsoft.com/office/drawing/2014/main" id="{D877A7D0-CDF0-44DE-808D-30B87F5A6CA4}"/>
                </a:ext>
              </a:extLst>
            </p:cNvPr>
            <p:cNvSpPr txBox="1"/>
            <p:nvPr/>
          </p:nvSpPr>
          <p:spPr>
            <a:xfrm>
              <a:off x="8069167" y="376431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9" name="Legend5" hidden="1">
              <a:extLst>
                <a:ext uri="{FF2B5EF4-FFF2-40B4-BE49-F238E27FC236}">
                  <a16:creationId xmlns:a16="http://schemas.microsoft.com/office/drawing/2014/main" id="{AAA6CD16-E6C1-4FD2-A146-9357B7B39913}"/>
                </a:ext>
              </a:extLst>
            </p:cNvPr>
            <p:cNvSpPr txBox="1"/>
            <p:nvPr/>
          </p:nvSpPr>
          <p:spPr>
            <a:xfrm>
              <a:off x="8069167" y="413977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210" name="MoonLegend1" hidden="1">
              <a:extLst>
                <a:ext uri="{FF2B5EF4-FFF2-40B4-BE49-F238E27FC236}">
                  <a16:creationId xmlns:a16="http://schemas.microsoft.com/office/drawing/2014/main" id="{2769EF04-22D2-41F0-9614-083A5C187B36}"/>
                </a:ext>
              </a:extLst>
            </p:cNvPr>
            <p:cNvGrpSpPr>
              <a:grpSpLocks noChangeAspect="1"/>
            </p:cNvGrpSpPr>
            <p:nvPr>
              <p:custDataLst>
                <p:tags r:id="rId32"/>
              </p:custDataLst>
            </p:nvPr>
          </p:nvGrpSpPr>
          <p:grpSpPr>
            <a:xfrm>
              <a:off x="7716535" y="2630582"/>
              <a:ext cx="228600" cy="228600"/>
              <a:chOff x="762000" y="1270000"/>
              <a:chExt cx="254000" cy="254000"/>
            </a:xfrm>
          </p:grpSpPr>
          <p:sp>
            <p:nvSpPr>
              <p:cNvPr id="223" name="Oval 222" hidden="1">
                <a:extLst>
                  <a:ext uri="{FF2B5EF4-FFF2-40B4-BE49-F238E27FC236}">
                    <a16:creationId xmlns:a16="http://schemas.microsoft.com/office/drawing/2014/main" id="{26F96AF0-C50A-4B8F-8347-7F8A7F3DDC89}"/>
                  </a:ext>
                </a:extLst>
              </p:cNvPr>
              <p:cNvSpPr/>
              <p:nvPr>
                <p:custDataLst>
                  <p:tags r:id="rId4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4" name="Arc 223" hidden="1">
                <a:extLst>
                  <a:ext uri="{FF2B5EF4-FFF2-40B4-BE49-F238E27FC236}">
                    <a16:creationId xmlns:a16="http://schemas.microsoft.com/office/drawing/2014/main" id="{FAD87140-0F25-456F-9677-A4DA2725BCFB}"/>
                  </a:ext>
                </a:extLst>
              </p:cNvPr>
              <p:cNvSpPr/>
              <p:nvPr>
                <p:custDataLst>
                  <p:tags r:id="rId46"/>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1" name="MoonLegend2" hidden="1">
              <a:extLst>
                <a:ext uri="{FF2B5EF4-FFF2-40B4-BE49-F238E27FC236}">
                  <a16:creationId xmlns:a16="http://schemas.microsoft.com/office/drawing/2014/main" id="{5CC0FEA5-9B05-48C2-908C-16FA6942B7F7}"/>
                </a:ext>
              </a:extLst>
            </p:cNvPr>
            <p:cNvGrpSpPr>
              <a:grpSpLocks noChangeAspect="1"/>
            </p:cNvGrpSpPr>
            <p:nvPr>
              <p:custDataLst>
                <p:tags r:id="rId33"/>
              </p:custDataLst>
            </p:nvPr>
          </p:nvGrpSpPr>
          <p:grpSpPr>
            <a:xfrm>
              <a:off x="7716535" y="3006395"/>
              <a:ext cx="228600" cy="228600"/>
              <a:chOff x="762000" y="1270000"/>
              <a:chExt cx="254000" cy="254000"/>
            </a:xfrm>
          </p:grpSpPr>
          <p:sp>
            <p:nvSpPr>
              <p:cNvPr id="221" name="Oval 220" hidden="1">
                <a:extLst>
                  <a:ext uri="{FF2B5EF4-FFF2-40B4-BE49-F238E27FC236}">
                    <a16:creationId xmlns:a16="http://schemas.microsoft.com/office/drawing/2014/main" id="{F75DA3E7-D454-4317-A593-750A2B666BC8}"/>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2" name="Arc 221" hidden="1">
                <a:extLst>
                  <a:ext uri="{FF2B5EF4-FFF2-40B4-BE49-F238E27FC236}">
                    <a16:creationId xmlns:a16="http://schemas.microsoft.com/office/drawing/2014/main" id="{50A29B9C-29E7-4058-B465-A766A2F20C11}"/>
                  </a:ext>
                </a:extLst>
              </p:cNvPr>
              <p:cNvSpPr/>
              <p:nvPr>
                <p:custDataLst>
                  <p:tags r:id="rId44"/>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2" name="MoonLegend3" hidden="1">
              <a:extLst>
                <a:ext uri="{FF2B5EF4-FFF2-40B4-BE49-F238E27FC236}">
                  <a16:creationId xmlns:a16="http://schemas.microsoft.com/office/drawing/2014/main" id="{23FC380B-56F1-4D85-89D1-FB04604700F0}"/>
                </a:ext>
              </a:extLst>
            </p:cNvPr>
            <p:cNvGrpSpPr>
              <a:grpSpLocks noChangeAspect="1"/>
            </p:cNvGrpSpPr>
            <p:nvPr>
              <p:custDataLst>
                <p:tags r:id="rId34"/>
              </p:custDataLst>
            </p:nvPr>
          </p:nvGrpSpPr>
          <p:grpSpPr>
            <a:xfrm>
              <a:off x="7716535" y="3382210"/>
              <a:ext cx="228600" cy="228600"/>
              <a:chOff x="762000" y="1270000"/>
              <a:chExt cx="254000" cy="254000"/>
            </a:xfrm>
          </p:grpSpPr>
          <p:sp>
            <p:nvSpPr>
              <p:cNvPr id="219" name="Oval 218" hidden="1">
                <a:extLst>
                  <a:ext uri="{FF2B5EF4-FFF2-40B4-BE49-F238E27FC236}">
                    <a16:creationId xmlns:a16="http://schemas.microsoft.com/office/drawing/2014/main" id="{7AF2DBF5-6F29-43FC-812F-437D3205BA55}"/>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20" name="Arc 219" hidden="1">
                <a:extLst>
                  <a:ext uri="{FF2B5EF4-FFF2-40B4-BE49-F238E27FC236}">
                    <a16:creationId xmlns:a16="http://schemas.microsoft.com/office/drawing/2014/main" id="{7AA9B50E-2514-4DA5-83A8-E09B982DD7EC}"/>
                  </a:ext>
                </a:extLst>
              </p:cNvPr>
              <p:cNvSpPr/>
              <p:nvPr>
                <p:custDataLst>
                  <p:tags r:id="rId42"/>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3" name="MoonLegend4" hidden="1">
              <a:extLst>
                <a:ext uri="{FF2B5EF4-FFF2-40B4-BE49-F238E27FC236}">
                  <a16:creationId xmlns:a16="http://schemas.microsoft.com/office/drawing/2014/main" id="{84259163-5803-47C2-B6DE-24D6055DCAE7}"/>
                </a:ext>
              </a:extLst>
            </p:cNvPr>
            <p:cNvGrpSpPr>
              <a:grpSpLocks noChangeAspect="1"/>
            </p:cNvGrpSpPr>
            <p:nvPr>
              <p:custDataLst>
                <p:tags r:id="rId35"/>
              </p:custDataLst>
            </p:nvPr>
          </p:nvGrpSpPr>
          <p:grpSpPr>
            <a:xfrm>
              <a:off x="7716535" y="3758025"/>
              <a:ext cx="228600" cy="228600"/>
              <a:chOff x="762000" y="1270000"/>
              <a:chExt cx="254000" cy="254000"/>
            </a:xfrm>
          </p:grpSpPr>
          <p:sp>
            <p:nvSpPr>
              <p:cNvPr id="217" name="Oval 216" hidden="1">
                <a:extLst>
                  <a:ext uri="{FF2B5EF4-FFF2-40B4-BE49-F238E27FC236}">
                    <a16:creationId xmlns:a16="http://schemas.microsoft.com/office/drawing/2014/main" id="{D3748736-9512-40C6-9C30-2848457455E5}"/>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8" name="Arc 217" hidden="1">
                <a:extLst>
                  <a:ext uri="{FF2B5EF4-FFF2-40B4-BE49-F238E27FC236}">
                    <a16:creationId xmlns:a16="http://schemas.microsoft.com/office/drawing/2014/main" id="{DC56E157-BE6C-48BC-9763-F0CFFACE24F7}"/>
                  </a:ext>
                </a:extLst>
              </p:cNvPr>
              <p:cNvSpPr/>
              <p:nvPr>
                <p:custDataLst>
                  <p:tags r:id="rId40"/>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14" name="MoonLegend5" hidden="1">
              <a:extLst>
                <a:ext uri="{FF2B5EF4-FFF2-40B4-BE49-F238E27FC236}">
                  <a16:creationId xmlns:a16="http://schemas.microsoft.com/office/drawing/2014/main" id="{A33D987D-3003-45B0-BE77-253D62F0DC66}"/>
                </a:ext>
              </a:extLst>
            </p:cNvPr>
            <p:cNvGrpSpPr>
              <a:grpSpLocks noChangeAspect="1"/>
            </p:cNvGrpSpPr>
            <p:nvPr>
              <p:custDataLst>
                <p:tags r:id="rId36"/>
              </p:custDataLst>
            </p:nvPr>
          </p:nvGrpSpPr>
          <p:grpSpPr>
            <a:xfrm>
              <a:off x="7716535" y="4133841"/>
              <a:ext cx="228600" cy="228600"/>
              <a:chOff x="762000" y="1270000"/>
              <a:chExt cx="254000" cy="254000"/>
            </a:xfrm>
          </p:grpSpPr>
          <p:sp>
            <p:nvSpPr>
              <p:cNvPr id="215" name="Oval 214" hidden="1">
                <a:extLst>
                  <a:ext uri="{FF2B5EF4-FFF2-40B4-BE49-F238E27FC236}">
                    <a16:creationId xmlns:a16="http://schemas.microsoft.com/office/drawing/2014/main" id="{2B875629-C63F-4F2D-8B9E-0C3704F7C77D}"/>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216" name="Arc 215" hidden="1">
                <a:extLst>
                  <a:ext uri="{FF2B5EF4-FFF2-40B4-BE49-F238E27FC236}">
                    <a16:creationId xmlns:a16="http://schemas.microsoft.com/office/drawing/2014/main" id="{7F750322-50C4-48CC-AA09-E23390E40920}"/>
                  </a:ext>
                </a:extLst>
              </p:cNvPr>
              <p:cNvSpPr/>
              <p:nvPr>
                <p:custDataLst>
                  <p:tags r:id="rId38"/>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Tree>
    <p:extLst>
      <p:ext uri="{BB962C8B-B14F-4D97-AF65-F5344CB8AC3E}">
        <p14:creationId xmlns:p14="http://schemas.microsoft.com/office/powerpoint/2010/main" val="2389003165"/>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 id="2147483948" r:id="rId19"/>
    <p:sldLayoutId id="2147483949" r:id="rId20"/>
    <p:sldLayoutId id="2147483951" r:id="rId21"/>
    <p:sldLayoutId id="2147483952" r:id="rId22"/>
    <p:sldLayoutId id="2147483953" r:id="rId23"/>
  </p:sldLayoutIdLst>
  <p:transition/>
  <p:txStyles>
    <p:titleStyle>
      <a:lvl1pPr algn="l" defTabSz="914400" rtl="0" eaLnBrk="1" latinLnBrk="0" hangingPunct="1">
        <a:lnSpc>
          <a:spcPct val="100000"/>
        </a:lnSpc>
        <a:spcBef>
          <a:spcPct val="0"/>
        </a:spcBef>
        <a:buNone/>
        <a:defRPr lang="en-US"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8"/>
            </p:custDataLst>
            <p:extLst>
              <p:ext uri="{D42A27DB-BD31-4B8C-83A1-F6EECF244321}">
                <p14:modId xmlns:p14="http://schemas.microsoft.com/office/powerpoint/2010/main" val="434572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13" imgH="416" progId="TCLayout.ActiveDocument.1">
                  <p:embed/>
                </p:oleObj>
              </mc:Choice>
              <mc:Fallback>
                <p:oleObj name="think-cell Slide" r:id="rId39"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6" name="4. Footnote" hidden="1">
            <a:extLst>
              <a:ext uri="{FF2B5EF4-FFF2-40B4-BE49-F238E27FC236}">
                <a16:creationId xmlns:a16="http://schemas.microsoft.com/office/drawing/2014/main" id="{772E4927-517C-4D61-9929-9FFDE5F31A03}"/>
              </a:ext>
            </a:extLst>
          </p:cNvPr>
          <p:cNvSpPr txBox="1">
            <a:spLocks/>
          </p:cNvSpPr>
          <p:nvPr userDrawn="1">
            <p:custDataLst>
              <p:tags r:id="rId20"/>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1"/>
            </p:custDataLst>
          </p:nvPr>
        </p:nvSpPr>
        <p:spPr>
          <a:xfrm>
            <a:off x="554736" y="165068"/>
            <a:ext cx="11082528" cy="738664"/>
          </a:xfrm>
          <a:prstGeom prst="rect">
            <a:avLst/>
          </a:prstGeom>
        </p:spPr>
        <p:txBody>
          <a:bodyPr vert="horz" wrap="square" lIns="0" tIns="0" rIns="0" bIns="0" rtlCol="0" anchor="b" anchorCtr="0">
            <a:spAutoFit/>
          </a:bodyPr>
          <a:lstStyle/>
          <a:p>
            <a:pPr lvl="0" algn="l" defTabSz="914400" rtl="0" eaLnBrk="1" latinLnBrk="0" hangingPunct="1">
              <a:lnSpc>
                <a:spcPct val="100000"/>
              </a:lnSpc>
              <a:spcBef>
                <a:spcPct val="0"/>
              </a:spcBef>
              <a:buNone/>
            </a:pPr>
            <a:r>
              <a:rPr lang="en-US"/>
              <a:t>Click to edit </a:t>
            </a:r>
            <a:br>
              <a:rPr lang="en-US"/>
            </a:br>
            <a:r>
              <a:rPr lang="en-US"/>
              <a:t>Master title style</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2"/>
            </p:custDataLst>
          </p:nvPr>
        </p:nvSpPr>
        <p:spPr>
          <a:xfrm>
            <a:off x="3754105" y="2171700"/>
            <a:ext cx="3049253" cy="492443"/>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t>Above Chart Exhibit Title</a:t>
            </a:r>
            <a:br>
              <a:rPr lang="en-US"/>
            </a:br>
            <a:r>
              <a:rPr lang="en-US" b="0"/>
              <a:t>Units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856297" cy="123110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0" name="5. Source" hidden="1">
            <a:extLst>
              <a:ext uri="{FF2B5EF4-FFF2-40B4-BE49-F238E27FC236}">
                <a16:creationId xmlns:a16="http://schemas.microsoft.com/office/drawing/2014/main" id="{1B5DE5A7-2D1D-4A40-BE7D-BB40C3D416B3}"/>
              </a:ext>
            </a:extLst>
          </p:cNvPr>
          <p:cNvSpPr txBox="1">
            <a:spLocks/>
          </p:cNvSpPr>
          <p:nvPr userDrawn="1">
            <p:custDataLst>
              <p:tags r:id="rId23"/>
            </p:custDataLst>
          </p:nvPr>
        </p:nvSpPr>
        <p:spPr>
          <a:xfrm>
            <a:off x="554736"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grpSp>
        <p:nvGrpSpPr>
          <p:cNvPr id="151" name="MoonEmpty" hidden="1">
            <a:extLst>
              <a:ext uri="{FF2B5EF4-FFF2-40B4-BE49-F238E27FC236}">
                <a16:creationId xmlns:a16="http://schemas.microsoft.com/office/drawing/2014/main" id="{2F753080-3BFC-45F3-88AB-4A3B00E033C4}"/>
              </a:ext>
            </a:extLst>
          </p:cNvPr>
          <p:cNvGrpSpPr>
            <a:grpSpLocks/>
          </p:cNvGrpSpPr>
          <p:nvPr userDrawn="1">
            <p:custDataLst>
              <p:tags r:id="rId24"/>
            </p:custDataLst>
          </p:nvPr>
        </p:nvGrpSpPr>
        <p:grpSpPr>
          <a:xfrm>
            <a:off x="4624301" y="4029356"/>
            <a:ext cx="252000" cy="252000"/>
            <a:chOff x="762000" y="1270000"/>
            <a:chExt cx="254000" cy="254000"/>
          </a:xfrm>
          <a:solidFill>
            <a:schemeClr val="tx2">
              <a:lumMod val="20000"/>
              <a:lumOff val="80000"/>
            </a:schemeClr>
          </a:solidFill>
        </p:grpSpPr>
        <p:sp>
          <p:nvSpPr>
            <p:cNvPr id="152" name="Oval 151">
              <a:extLst>
                <a:ext uri="{FF2B5EF4-FFF2-40B4-BE49-F238E27FC236}">
                  <a16:creationId xmlns:a16="http://schemas.microsoft.com/office/drawing/2014/main" id="{0D06ABC0-BED2-49D7-B91B-3BD1CCF4D8BE}"/>
                </a:ext>
              </a:extLst>
            </p:cNvPr>
            <p:cNvSpPr/>
            <p:nvPr>
              <p:custDataLst>
                <p:tags r:id="rId37"/>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53" name="Arc 152" hidden="1">
              <a:extLst>
                <a:ext uri="{FF2B5EF4-FFF2-40B4-BE49-F238E27FC236}">
                  <a16:creationId xmlns:a16="http://schemas.microsoft.com/office/drawing/2014/main" id="{C470DE01-97F6-453C-BD86-07C2B3D33B2E}"/>
                </a:ext>
              </a:extLst>
            </p:cNvPr>
            <p:cNvSpPr/>
            <p:nvPr>
              <p:custDataLst>
                <p:tags r:id="rId38"/>
              </p:custDataLst>
            </p:nvPr>
          </p:nvSpPr>
          <p:spPr>
            <a:xfrm>
              <a:off x="762000" y="1270000"/>
              <a:ext cx="254000" cy="254000"/>
            </a:xfrm>
            <a:prstGeom prst="arc">
              <a:avLst>
                <a:gd name="adj1" fmla="val 16200000"/>
                <a:gd name="adj2" fmla="val 5400000"/>
              </a:avLst>
            </a:prstGeom>
            <a:grp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0" name="MoonQuater" hidden="1">
            <a:extLst>
              <a:ext uri="{FF2B5EF4-FFF2-40B4-BE49-F238E27FC236}">
                <a16:creationId xmlns:a16="http://schemas.microsoft.com/office/drawing/2014/main" id="{79C4F1A7-3BA6-4DE9-990D-56F7568AF3D5}"/>
              </a:ext>
            </a:extLst>
          </p:cNvPr>
          <p:cNvGrpSpPr>
            <a:grpSpLocks/>
          </p:cNvGrpSpPr>
          <p:nvPr userDrawn="1">
            <p:custDataLst>
              <p:tags r:id="rId25"/>
            </p:custDataLst>
          </p:nvPr>
        </p:nvGrpSpPr>
        <p:grpSpPr>
          <a:xfrm>
            <a:off x="5026732" y="4029356"/>
            <a:ext cx="252000" cy="252000"/>
            <a:chOff x="762000" y="1270000"/>
            <a:chExt cx="254000" cy="254000"/>
          </a:xfrm>
        </p:grpSpPr>
        <p:sp>
          <p:nvSpPr>
            <p:cNvPr id="171" name="Oval 170">
              <a:extLst>
                <a:ext uri="{FF2B5EF4-FFF2-40B4-BE49-F238E27FC236}">
                  <a16:creationId xmlns:a16="http://schemas.microsoft.com/office/drawing/2014/main" id="{59E630A5-DC56-4165-A400-FABB4C8F2657}"/>
                </a:ext>
              </a:extLst>
            </p:cNvPr>
            <p:cNvSpPr/>
            <p:nvPr>
              <p:custDataLst>
                <p:tags r:id="rId3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2" name="Arc 171">
              <a:extLst>
                <a:ext uri="{FF2B5EF4-FFF2-40B4-BE49-F238E27FC236}">
                  <a16:creationId xmlns:a16="http://schemas.microsoft.com/office/drawing/2014/main" id="{C98134F9-A949-43AC-8CDC-EAE921C7808C}"/>
                </a:ext>
              </a:extLst>
            </p:cNvPr>
            <p:cNvSpPr/>
            <p:nvPr>
              <p:custDataLst>
                <p:tags r:id="rId36"/>
              </p:custDataLst>
            </p:nvPr>
          </p:nvSpPr>
          <p:spPr>
            <a:xfrm>
              <a:off x="762000" y="1270000"/>
              <a:ext cx="254000" cy="254000"/>
            </a:xfrm>
            <a:prstGeom prst="arc">
              <a:avLst>
                <a:gd name="adj1" fmla="val 16200000"/>
                <a:gd name="adj2" fmla="val 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3" name="MoonHalf" hidden="1">
            <a:extLst>
              <a:ext uri="{FF2B5EF4-FFF2-40B4-BE49-F238E27FC236}">
                <a16:creationId xmlns:a16="http://schemas.microsoft.com/office/drawing/2014/main" id="{2714B939-F474-44D5-8B49-B47A0217F09E}"/>
              </a:ext>
            </a:extLst>
          </p:cNvPr>
          <p:cNvGrpSpPr>
            <a:grpSpLocks/>
          </p:cNvGrpSpPr>
          <p:nvPr userDrawn="1">
            <p:custDataLst>
              <p:tags r:id="rId26"/>
            </p:custDataLst>
          </p:nvPr>
        </p:nvGrpSpPr>
        <p:grpSpPr>
          <a:xfrm>
            <a:off x="5429163" y="4029356"/>
            <a:ext cx="252000" cy="252000"/>
            <a:chOff x="762000" y="1270000"/>
            <a:chExt cx="254000" cy="254000"/>
          </a:xfrm>
        </p:grpSpPr>
        <p:sp>
          <p:nvSpPr>
            <p:cNvPr id="174" name="Oval 173">
              <a:extLst>
                <a:ext uri="{FF2B5EF4-FFF2-40B4-BE49-F238E27FC236}">
                  <a16:creationId xmlns:a16="http://schemas.microsoft.com/office/drawing/2014/main" id="{22EC967B-B647-4BCF-9C0C-A8D545E4C817}"/>
                </a:ext>
              </a:extLst>
            </p:cNvPr>
            <p:cNvSpPr/>
            <p:nvPr>
              <p:custDataLst>
                <p:tags r:id="rId3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5" name="Arc 174">
              <a:extLst>
                <a:ext uri="{FF2B5EF4-FFF2-40B4-BE49-F238E27FC236}">
                  <a16:creationId xmlns:a16="http://schemas.microsoft.com/office/drawing/2014/main" id="{FA00262A-FCFD-4DB6-B921-E9B02991FF8A}"/>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6" name="Moon3Quater" hidden="1">
            <a:extLst>
              <a:ext uri="{FF2B5EF4-FFF2-40B4-BE49-F238E27FC236}">
                <a16:creationId xmlns:a16="http://schemas.microsoft.com/office/drawing/2014/main" id="{B81E11B2-1A34-4631-BD81-A79E13BAA4F8}"/>
              </a:ext>
            </a:extLst>
          </p:cNvPr>
          <p:cNvGrpSpPr>
            <a:grpSpLocks/>
          </p:cNvGrpSpPr>
          <p:nvPr userDrawn="1">
            <p:custDataLst>
              <p:tags r:id="rId27"/>
            </p:custDataLst>
          </p:nvPr>
        </p:nvGrpSpPr>
        <p:grpSpPr>
          <a:xfrm>
            <a:off x="5831594" y="4029356"/>
            <a:ext cx="252000" cy="252000"/>
            <a:chOff x="762000" y="1270000"/>
            <a:chExt cx="254000" cy="254000"/>
          </a:xfrm>
        </p:grpSpPr>
        <p:sp>
          <p:nvSpPr>
            <p:cNvPr id="177" name="Oval 176">
              <a:extLst>
                <a:ext uri="{FF2B5EF4-FFF2-40B4-BE49-F238E27FC236}">
                  <a16:creationId xmlns:a16="http://schemas.microsoft.com/office/drawing/2014/main" id="{5D5E5590-A897-419C-85F3-C5E6B6BADDA1}"/>
                </a:ext>
              </a:extLst>
            </p:cNvPr>
            <p:cNvSpPr/>
            <p:nvPr>
              <p:custDataLst>
                <p:tags r:id="rId3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8" name="Arc 177">
              <a:extLst>
                <a:ext uri="{FF2B5EF4-FFF2-40B4-BE49-F238E27FC236}">
                  <a16:creationId xmlns:a16="http://schemas.microsoft.com/office/drawing/2014/main" id="{2DA30F73-36DC-49E0-87B5-F183D3E9231F}"/>
                </a:ext>
              </a:extLst>
            </p:cNvPr>
            <p:cNvSpPr/>
            <p:nvPr>
              <p:custDataLst>
                <p:tags r:id="rId32"/>
              </p:custDataLst>
            </p:nvPr>
          </p:nvSpPr>
          <p:spPr>
            <a:xfrm>
              <a:off x="762000" y="1270000"/>
              <a:ext cx="254000" cy="254000"/>
            </a:xfrm>
            <a:prstGeom prst="arc">
              <a:avLst>
                <a:gd name="adj1" fmla="val 16200000"/>
                <a:gd name="adj2" fmla="val 108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86" name="MoonFull" hidden="1">
            <a:extLst>
              <a:ext uri="{FF2B5EF4-FFF2-40B4-BE49-F238E27FC236}">
                <a16:creationId xmlns:a16="http://schemas.microsoft.com/office/drawing/2014/main" id="{9C646595-AAE9-4CF9-8065-5D333DB4AA3D}"/>
              </a:ext>
            </a:extLst>
          </p:cNvPr>
          <p:cNvGrpSpPr>
            <a:grpSpLocks/>
          </p:cNvGrpSpPr>
          <p:nvPr userDrawn="1">
            <p:custDataLst>
              <p:tags r:id="rId28"/>
            </p:custDataLst>
          </p:nvPr>
        </p:nvGrpSpPr>
        <p:grpSpPr>
          <a:xfrm>
            <a:off x="6234026" y="4029356"/>
            <a:ext cx="252000" cy="252000"/>
            <a:chOff x="762000" y="1270000"/>
            <a:chExt cx="254000" cy="254000"/>
          </a:xfrm>
          <a:solidFill>
            <a:schemeClr val="accent5"/>
          </a:solidFill>
        </p:grpSpPr>
        <p:sp>
          <p:nvSpPr>
            <p:cNvPr id="198" name="Oval 197">
              <a:extLst>
                <a:ext uri="{FF2B5EF4-FFF2-40B4-BE49-F238E27FC236}">
                  <a16:creationId xmlns:a16="http://schemas.microsoft.com/office/drawing/2014/main" id="{45B76197-6D16-4092-B902-DE7FD857CAF0}"/>
                </a:ext>
              </a:extLst>
            </p:cNvPr>
            <p:cNvSpPr/>
            <p:nvPr>
              <p:custDataLst>
                <p:tags r:id="rId29"/>
              </p:custDataLst>
            </p:nvPr>
          </p:nvSpPr>
          <p:spPr>
            <a:xfrm>
              <a:off x="762000" y="1270000"/>
              <a:ext cx="254000" cy="25400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99" name="Arc 198">
              <a:extLst>
                <a:ext uri="{FF2B5EF4-FFF2-40B4-BE49-F238E27FC236}">
                  <a16:creationId xmlns:a16="http://schemas.microsoft.com/office/drawing/2014/main" id="{5125949A-3C65-48C8-BF1F-12C78DE93858}"/>
                </a:ext>
              </a:extLst>
            </p:cNvPr>
            <p:cNvSpPr/>
            <p:nvPr>
              <p:custDataLst>
                <p:tags r:id="rId30"/>
              </p:custDataLst>
            </p:nvPr>
          </p:nvSpPr>
          <p:spPr>
            <a:xfrm>
              <a:off x="762000" y="1270000"/>
              <a:ext cx="254000" cy="254000"/>
            </a:xfrm>
            <a:prstGeom prst="arc">
              <a:avLst>
                <a:gd name="adj1" fmla="val 16200000"/>
                <a:gd name="adj2" fmla="val 16200000"/>
              </a:avLst>
            </a:prstGeom>
            <a:grp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6" name="Grid" hidden="1">
            <a:extLst>
              <a:ext uri="{FF2B5EF4-FFF2-40B4-BE49-F238E27FC236}">
                <a16:creationId xmlns:a16="http://schemas.microsoft.com/office/drawing/2014/main" id="{1D9F4D12-1DFF-41B1-B819-B21105F3C5FD}"/>
              </a:ext>
            </a:extLst>
          </p:cNvPr>
          <p:cNvGrpSpPr/>
          <p:nvPr userDrawn="1"/>
        </p:nvGrpSpPr>
        <p:grpSpPr>
          <a:xfrm>
            <a:off x="-497642" y="-473349"/>
            <a:ext cx="12134906" cy="6740642"/>
            <a:chOff x="-497642" y="-473349"/>
            <a:chExt cx="12134906" cy="6740642"/>
          </a:xfrm>
        </p:grpSpPr>
        <p:sp>
          <p:nvSpPr>
            <p:cNvPr id="206" name="Rectangle 205">
              <a:extLst>
                <a:ext uri="{FF2B5EF4-FFF2-40B4-BE49-F238E27FC236}">
                  <a16:creationId xmlns:a16="http://schemas.microsoft.com/office/drawing/2014/main" id="{9DD1189C-DDE8-45B3-ABD7-88E0E80AC195}"/>
                </a:ext>
              </a:extLst>
            </p:cNvPr>
            <p:cNvSpPr>
              <a:spLocks/>
            </p:cNvSpPr>
            <p:nvPr userDrawn="1"/>
          </p:nvSpPr>
          <p:spPr>
            <a:xfrm>
              <a:off x="-497642" y="1265979"/>
              <a:ext cx="364936" cy="5001314"/>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rtl="0">
                <a:spcBef>
                  <a:spcPts val="300"/>
                </a:spcBef>
                <a:spcAft>
                  <a:spcPts val="300"/>
                </a:spcAft>
              </a:pPr>
              <a:r>
                <a:rPr lang="en-US" sz="1600" b="1">
                  <a:solidFill>
                    <a:schemeClr val="bg1"/>
                  </a:solidFill>
                </a:rPr>
                <a:t>Work area</a:t>
              </a:r>
            </a:p>
          </p:txBody>
        </p:sp>
        <p:sp>
          <p:nvSpPr>
            <p:cNvPr id="207" name="Rectangle 206">
              <a:extLst>
                <a:ext uri="{FF2B5EF4-FFF2-40B4-BE49-F238E27FC236}">
                  <a16:creationId xmlns:a16="http://schemas.microsoft.com/office/drawing/2014/main" id="{03050732-7AD1-4473-B4C9-3C5B1492E16F}"/>
                </a:ext>
              </a:extLst>
            </p:cNvPr>
            <p:cNvSpPr>
              <a:spLocks/>
            </p:cNvSpPr>
            <p:nvPr userDrawn="1"/>
          </p:nvSpPr>
          <p:spPr>
            <a:xfrm>
              <a:off x="554736" y="-473349"/>
              <a:ext cx="11082528" cy="338554"/>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rtl="0">
                <a:spcBef>
                  <a:spcPts val="300"/>
                </a:spcBef>
                <a:spcAft>
                  <a:spcPts val="300"/>
                </a:spcAft>
              </a:pPr>
              <a:r>
                <a:rPr lang="en-US" sz="1600" b="1">
                  <a:solidFill>
                    <a:schemeClr val="bg1"/>
                  </a:solidFill>
                </a:rPr>
                <a:t>Work area</a:t>
              </a:r>
            </a:p>
          </p:txBody>
        </p:sp>
      </p:grpSp>
      <p:sp>
        <p:nvSpPr>
          <p:cNvPr id="38" name="Sticker" hidden="1">
            <a:extLst>
              <a:ext uri="{FF2B5EF4-FFF2-40B4-BE49-F238E27FC236}">
                <a16:creationId xmlns:a16="http://schemas.microsoft.com/office/drawing/2014/main" id="{1A105216-11F0-454B-81B3-42715382498C}"/>
              </a:ext>
            </a:extLst>
          </p:cNvPr>
          <p:cNvSpPr txBox="1"/>
          <p:nvPr userDrawn="1"/>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latin typeface="+mn-lt"/>
              </a:rPr>
              <a:t>Draft</a:t>
            </a:r>
          </a:p>
        </p:txBody>
      </p:sp>
    </p:spTree>
    <p:extLst>
      <p:ext uri="{BB962C8B-B14F-4D97-AF65-F5344CB8AC3E}">
        <p14:creationId xmlns:p14="http://schemas.microsoft.com/office/powerpoint/2010/main" val="3263259819"/>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5" r:id="rId12"/>
    <p:sldLayoutId id="2147484046" r:id="rId13"/>
    <p:sldLayoutId id="2147484047" r:id="rId14"/>
    <p:sldLayoutId id="2147484048" r:id="rId15"/>
    <p:sldLayoutId id="2147484049" r:id="rId16"/>
  </p:sldLayoutIdLst>
  <p:txStyles>
    <p:title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626.xml"/><Relationship Id="rId7" Type="http://schemas.openxmlformats.org/officeDocument/2006/relationships/slideLayout" Target="../slideLayouts/slideLayout65.xml"/><Relationship Id="rId2" Type="http://schemas.openxmlformats.org/officeDocument/2006/relationships/tags" Target="../tags/tag625.xml"/><Relationship Id="rId1" Type="http://schemas.openxmlformats.org/officeDocument/2006/relationships/tags" Target="../tags/tag624.xml"/><Relationship Id="rId6" Type="http://schemas.openxmlformats.org/officeDocument/2006/relationships/tags" Target="../tags/tag629.xml"/><Relationship Id="rId11" Type="http://schemas.openxmlformats.org/officeDocument/2006/relationships/image" Target="../media/image22.png"/><Relationship Id="rId5" Type="http://schemas.openxmlformats.org/officeDocument/2006/relationships/tags" Target="../tags/tag628.xml"/><Relationship Id="rId10" Type="http://schemas.openxmlformats.org/officeDocument/2006/relationships/image" Target="../media/image5.emf"/><Relationship Id="rId4" Type="http://schemas.openxmlformats.org/officeDocument/2006/relationships/tags" Target="../tags/tag627.xml"/><Relationship Id="rId9" Type="http://schemas.openxmlformats.org/officeDocument/2006/relationships/oleObject" Target="../embeddings/oleObject52.bin"/></Relationships>
</file>

<file path=ppt/slides/_rels/slide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slideLayout" Target="../slideLayouts/slideLayout76.xml"/><Relationship Id="rId7" Type="http://schemas.openxmlformats.org/officeDocument/2006/relationships/image" Target="../media/image24.svg"/><Relationship Id="rId2" Type="http://schemas.openxmlformats.org/officeDocument/2006/relationships/tags" Target="../tags/tag631.xml"/><Relationship Id="rId1" Type="http://schemas.openxmlformats.org/officeDocument/2006/relationships/tags" Target="../tags/tag630.xml"/><Relationship Id="rId6" Type="http://schemas.openxmlformats.org/officeDocument/2006/relationships/image" Target="../media/image23.emf"/><Relationship Id="rId5" Type="http://schemas.openxmlformats.org/officeDocument/2006/relationships/oleObject" Target="../embeddings/oleObject53.bin"/><Relationship Id="rId4" Type="http://schemas.openxmlformats.org/officeDocument/2006/relationships/notesSlide" Target="../notesSlides/notesSlide2.xml"/><Relationship Id="rId9" Type="http://schemas.openxmlformats.org/officeDocument/2006/relationships/image" Target="../media/image26.svg"/></Relationships>
</file>

<file path=ppt/slides/_rels/slide3.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image" Target="../media/image31.svg"/><Relationship Id="rId3" Type="http://schemas.openxmlformats.org/officeDocument/2006/relationships/tags" Target="../tags/tag634.xml"/><Relationship Id="rId7" Type="http://schemas.openxmlformats.org/officeDocument/2006/relationships/oleObject" Target="../embeddings/oleObject54.bin"/><Relationship Id="rId12" Type="http://schemas.openxmlformats.org/officeDocument/2006/relationships/image" Target="../media/image30.svg"/><Relationship Id="rId2" Type="http://schemas.openxmlformats.org/officeDocument/2006/relationships/tags" Target="../tags/tag633.xml"/><Relationship Id="rId1" Type="http://schemas.openxmlformats.org/officeDocument/2006/relationships/tags" Target="../tags/tag632.xml"/><Relationship Id="rId6" Type="http://schemas.openxmlformats.org/officeDocument/2006/relationships/slideLayout" Target="../slideLayouts/slideLayout66.xml"/><Relationship Id="rId11" Type="http://schemas.openxmlformats.org/officeDocument/2006/relationships/image" Target="../media/image29.svg"/><Relationship Id="rId5" Type="http://schemas.openxmlformats.org/officeDocument/2006/relationships/tags" Target="../tags/tag636.xml"/><Relationship Id="rId10" Type="http://schemas.openxmlformats.org/officeDocument/2006/relationships/image" Target="../media/image28.svg"/><Relationship Id="rId4" Type="http://schemas.openxmlformats.org/officeDocument/2006/relationships/tags" Target="../tags/tag635.xml"/><Relationship Id="rId9" Type="http://schemas.openxmlformats.org/officeDocument/2006/relationships/image" Target="../media/image27.svg"/></Relationships>
</file>

<file path=ppt/slides/_rels/slide4.xml.rels><?xml version="1.0" encoding="UTF-8" standalone="yes"?>
<Relationships xmlns="http://schemas.openxmlformats.org/package/2006/relationships"><Relationship Id="rId8" Type="http://schemas.openxmlformats.org/officeDocument/2006/relationships/tags" Target="../tags/tag644.xml"/><Relationship Id="rId13" Type="http://schemas.openxmlformats.org/officeDocument/2006/relationships/image" Target="../media/image32.emf"/><Relationship Id="rId3" Type="http://schemas.openxmlformats.org/officeDocument/2006/relationships/tags" Target="../tags/tag639.xml"/><Relationship Id="rId7" Type="http://schemas.openxmlformats.org/officeDocument/2006/relationships/tags" Target="../tags/tag643.xml"/><Relationship Id="rId12" Type="http://schemas.openxmlformats.org/officeDocument/2006/relationships/oleObject" Target="../embeddings/oleObject55.bin"/><Relationship Id="rId2" Type="http://schemas.openxmlformats.org/officeDocument/2006/relationships/tags" Target="../tags/tag638.xml"/><Relationship Id="rId1" Type="http://schemas.openxmlformats.org/officeDocument/2006/relationships/tags" Target="../tags/tag637.xml"/><Relationship Id="rId6" Type="http://schemas.openxmlformats.org/officeDocument/2006/relationships/tags" Target="../tags/tag642.xml"/><Relationship Id="rId11" Type="http://schemas.openxmlformats.org/officeDocument/2006/relationships/notesSlide" Target="../notesSlides/notesSlide3.xml"/><Relationship Id="rId5" Type="http://schemas.openxmlformats.org/officeDocument/2006/relationships/tags" Target="../tags/tag641.xml"/><Relationship Id="rId15" Type="http://schemas.openxmlformats.org/officeDocument/2006/relationships/slide" Target="slide8.xml"/><Relationship Id="rId10" Type="http://schemas.openxmlformats.org/officeDocument/2006/relationships/slideLayout" Target="../slideLayouts/slideLayout70.xml"/><Relationship Id="rId4" Type="http://schemas.openxmlformats.org/officeDocument/2006/relationships/tags" Target="../tags/tag640.xml"/><Relationship Id="rId9" Type="http://schemas.openxmlformats.org/officeDocument/2006/relationships/tags" Target="../tags/tag645.xml"/><Relationship Id="rId14" Type="http://schemas.openxmlformats.org/officeDocument/2006/relationships/slide" Target="slide30.xml"/></Relationships>
</file>

<file path=ppt/slides/_rels/slide5.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tags" Target="../tags/tag648.xml"/><Relationship Id="rId7" Type="http://schemas.openxmlformats.org/officeDocument/2006/relationships/oleObject" Target="../embeddings/oleObject56.bin"/><Relationship Id="rId2" Type="http://schemas.openxmlformats.org/officeDocument/2006/relationships/tags" Target="../tags/tag647.xml"/><Relationship Id="rId1" Type="http://schemas.openxmlformats.org/officeDocument/2006/relationships/tags" Target="../tags/tag646.xml"/><Relationship Id="rId6" Type="http://schemas.openxmlformats.org/officeDocument/2006/relationships/notesSlide" Target="../notesSlides/notesSlide4.xml"/><Relationship Id="rId5" Type="http://schemas.openxmlformats.org/officeDocument/2006/relationships/slideLayout" Target="../slideLayouts/slideLayout66.xml"/><Relationship Id="rId4" Type="http://schemas.openxmlformats.org/officeDocument/2006/relationships/tags" Target="../tags/tag649.xml"/><Relationship Id="rId9" Type="http://schemas.openxmlformats.org/officeDocument/2006/relationships/hyperlink" Target="https://mckinsey.sharepoint.com/sites/spnec-03b4e126umzw" TargetMode="External"/></Relationships>
</file>

<file path=ppt/slides/_rels/slide6.xml.rels><?xml version="1.0" encoding="UTF-8" standalone="yes"?>
<Relationships xmlns="http://schemas.openxmlformats.org/package/2006/relationships"><Relationship Id="rId8" Type="http://schemas.openxmlformats.org/officeDocument/2006/relationships/tags" Target="../tags/tag657.xml"/><Relationship Id="rId13" Type="http://schemas.openxmlformats.org/officeDocument/2006/relationships/image" Target="../media/image35.png"/><Relationship Id="rId3" Type="http://schemas.openxmlformats.org/officeDocument/2006/relationships/tags" Target="../tags/tag652.xml"/><Relationship Id="rId7" Type="http://schemas.openxmlformats.org/officeDocument/2006/relationships/tags" Target="../tags/tag656.xml"/><Relationship Id="rId12" Type="http://schemas.openxmlformats.org/officeDocument/2006/relationships/image" Target="../media/image34.emf"/><Relationship Id="rId2" Type="http://schemas.openxmlformats.org/officeDocument/2006/relationships/tags" Target="../tags/tag651.xml"/><Relationship Id="rId1" Type="http://schemas.openxmlformats.org/officeDocument/2006/relationships/tags" Target="../tags/tag650.xml"/><Relationship Id="rId6" Type="http://schemas.openxmlformats.org/officeDocument/2006/relationships/tags" Target="../tags/tag655.xml"/><Relationship Id="rId11" Type="http://schemas.openxmlformats.org/officeDocument/2006/relationships/oleObject" Target="../embeddings/oleObject57.bin"/><Relationship Id="rId5" Type="http://schemas.openxmlformats.org/officeDocument/2006/relationships/tags" Target="../tags/tag654.xml"/><Relationship Id="rId10" Type="http://schemas.openxmlformats.org/officeDocument/2006/relationships/notesSlide" Target="../notesSlides/notesSlide5.xml"/><Relationship Id="rId4" Type="http://schemas.openxmlformats.org/officeDocument/2006/relationships/tags" Target="../tags/tag653.xml"/><Relationship Id="rId9"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8" Type="http://schemas.openxmlformats.org/officeDocument/2006/relationships/tags" Target="../tags/tag665.xml"/><Relationship Id="rId13" Type="http://schemas.openxmlformats.org/officeDocument/2006/relationships/oleObject" Target="../embeddings/oleObject58.bin"/><Relationship Id="rId3" Type="http://schemas.openxmlformats.org/officeDocument/2006/relationships/tags" Target="../tags/tag660.xml"/><Relationship Id="rId7" Type="http://schemas.openxmlformats.org/officeDocument/2006/relationships/tags" Target="../tags/tag664.xml"/><Relationship Id="rId12" Type="http://schemas.openxmlformats.org/officeDocument/2006/relationships/notesSlide" Target="../notesSlides/notesSlide6.xml"/><Relationship Id="rId2" Type="http://schemas.openxmlformats.org/officeDocument/2006/relationships/tags" Target="../tags/tag659.xml"/><Relationship Id="rId1" Type="http://schemas.openxmlformats.org/officeDocument/2006/relationships/tags" Target="../tags/tag658.xml"/><Relationship Id="rId6" Type="http://schemas.openxmlformats.org/officeDocument/2006/relationships/tags" Target="../tags/tag663.xml"/><Relationship Id="rId11" Type="http://schemas.openxmlformats.org/officeDocument/2006/relationships/slideLayout" Target="../slideLayouts/slideLayout71.xml"/><Relationship Id="rId5" Type="http://schemas.openxmlformats.org/officeDocument/2006/relationships/tags" Target="../tags/tag662.xml"/><Relationship Id="rId15" Type="http://schemas.openxmlformats.org/officeDocument/2006/relationships/image" Target="../media/image36.png"/><Relationship Id="rId10" Type="http://schemas.openxmlformats.org/officeDocument/2006/relationships/tags" Target="../tags/tag667.xml"/><Relationship Id="rId4" Type="http://schemas.openxmlformats.org/officeDocument/2006/relationships/tags" Target="../tags/tag661.xml"/><Relationship Id="rId9" Type="http://schemas.openxmlformats.org/officeDocument/2006/relationships/tags" Target="../tags/tag666.xml"/><Relationship Id="rId14" Type="http://schemas.openxmlformats.org/officeDocument/2006/relationships/image" Target="../media/image23.emf"/></Relationships>
</file>

<file path=ppt/slides/_rels/slide8.xml.rels><?xml version="1.0" encoding="UTF-8" standalone="yes"?>
<Relationships xmlns="http://schemas.openxmlformats.org/package/2006/relationships"><Relationship Id="rId8" Type="http://schemas.openxmlformats.org/officeDocument/2006/relationships/tags" Target="../tags/tag675.xml"/><Relationship Id="rId13" Type="http://schemas.openxmlformats.org/officeDocument/2006/relationships/image" Target="../media/image32.emf"/><Relationship Id="rId3" Type="http://schemas.openxmlformats.org/officeDocument/2006/relationships/tags" Target="../tags/tag670.xml"/><Relationship Id="rId7" Type="http://schemas.openxmlformats.org/officeDocument/2006/relationships/tags" Target="../tags/tag674.xml"/><Relationship Id="rId12" Type="http://schemas.openxmlformats.org/officeDocument/2006/relationships/oleObject" Target="../embeddings/oleObject59.bin"/><Relationship Id="rId2" Type="http://schemas.openxmlformats.org/officeDocument/2006/relationships/tags" Target="../tags/tag669.xml"/><Relationship Id="rId1" Type="http://schemas.openxmlformats.org/officeDocument/2006/relationships/tags" Target="../tags/tag668.xml"/><Relationship Id="rId6" Type="http://schemas.openxmlformats.org/officeDocument/2006/relationships/tags" Target="../tags/tag673.xml"/><Relationship Id="rId11" Type="http://schemas.openxmlformats.org/officeDocument/2006/relationships/notesSlide" Target="../notesSlides/notesSlide7.xml"/><Relationship Id="rId5" Type="http://schemas.openxmlformats.org/officeDocument/2006/relationships/tags" Target="../tags/tag672.xml"/><Relationship Id="rId15" Type="http://schemas.openxmlformats.org/officeDocument/2006/relationships/slide" Target="slide8.xml"/><Relationship Id="rId10" Type="http://schemas.openxmlformats.org/officeDocument/2006/relationships/slideLayout" Target="../slideLayouts/slideLayout70.xml"/><Relationship Id="rId4" Type="http://schemas.openxmlformats.org/officeDocument/2006/relationships/tags" Target="../tags/tag671.xml"/><Relationship Id="rId9" Type="http://schemas.openxmlformats.org/officeDocument/2006/relationships/tags" Target="../tags/tag676.xml"/><Relationship Id="rId14" Type="http://schemas.openxmlformats.org/officeDocument/2006/relationships/slide" Target="slide30.xml"/></Relationships>
</file>

<file path=ppt/slides/_rels/slide9.xml.rels><?xml version="1.0" encoding="UTF-8" standalone="yes"?>
<Relationships xmlns="http://schemas.openxmlformats.org/package/2006/relationships"><Relationship Id="rId8" Type="http://schemas.openxmlformats.org/officeDocument/2006/relationships/tags" Target="../tags/tag684.xml"/><Relationship Id="rId13" Type="http://schemas.openxmlformats.org/officeDocument/2006/relationships/tags" Target="../tags/tag689.xml"/><Relationship Id="rId18" Type="http://schemas.openxmlformats.org/officeDocument/2006/relationships/chart" Target="../charts/chart1.xml"/><Relationship Id="rId3" Type="http://schemas.openxmlformats.org/officeDocument/2006/relationships/tags" Target="../tags/tag679.xml"/><Relationship Id="rId7" Type="http://schemas.openxmlformats.org/officeDocument/2006/relationships/tags" Target="../tags/tag683.xml"/><Relationship Id="rId12" Type="http://schemas.openxmlformats.org/officeDocument/2006/relationships/tags" Target="../tags/tag688.xml"/><Relationship Id="rId17" Type="http://schemas.openxmlformats.org/officeDocument/2006/relationships/image" Target="../media/image32.emf"/><Relationship Id="rId2" Type="http://schemas.openxmlformats.org/officeDocument/2006/relationships/tags" Target="../tags/tag678.xml"/><Relationship Id="rId16" Type="http://schemas.openxmlformats.org/officeDocument/2006/relationships/oleObject" Target="../embeddings/oleObject60.bin"/><Relationship Id="rId1" Type="http://schemas.openxmlformats.org/officeDocument/2006/relationships/tags" Target="../tags/tag677.xml"/><Relationship Id="rId6" Type="http://schemas.openxmlformats.org/officeDocument/2006/relationships/tags" Target="../tags/tag682.xml"/><Relationship Id="rId11" Type="http://schemas.openxmlformats.org/officeDocument/2006/relationships/tags" Target="../tags/tag687.xml"/><Relationship Id="rId5" Type="http://schemas.openxmlformats.org/officeDocument/2006/relationships/tags" Target="../tags/tag681.xml"/><Relationship Id="rId15" Type="http://schemas.openxmlformats.org/officeDocument/2006/relationships/notesSlide" Target="../notesSlides/notesSlide8.xml"/><Relationship Id="rId10" Type="http://schemas.openxmlformats.org/officeDocument/2006/relationships/tags" Target="../tags/tag686.xml"/><Relationship Id="rId4" Type="http://schemas.openxmlformats.org/officeDocument/2006/relationships/tags" Target="../tags/tag680.xml"/><Relationship Id="rId9" Type="http://schemas.openxmlformats.org/officeDocument/2006/relationships/tags" Target="../tags/tag685.xml"/><Relationship Id="rId14"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2.png"/><Relationship Id="rId3" Type="http://schemas.openxmlformats.org/officeDocument/2006/relationships/tags" Target="../tags/tag692.xml"/><Relationship Id="rId7" Type="http://schemas.openxmlformats.org/officeDocument/2006/relationships/tags" Target="../tags/tag696.xml"/><Relationship Id="rId12" Type="http://schemas.openxmlformats.org/officeDocument/2006/relationships/chart" Target="../charts/chart2.xml"/><Relationship Id="rId2" Type="http://schemas.openxmlformats.org/officeDocument/2006/relationships/tags" Target="../tags/tag691.xml"/><Relationship Id="rId1" Type="http://schemas.openxmlformats.org/officeDocument/2006/relationships/tags" Target="../tags/tag690.xml"/><Relationship Id="rId6" Type="http://schemas.openxmlformats.org/officeDocument/2006/relationships/tags" Target="../tags/tag695.xml"/><Relationship Id="rId11" Type="http://schemas.openxmlformats.org/officeDocument/2006/relationships/image" Target="../media/image34.emf"/><Relationship Id="rId5" Type="http://schemas.openxmlformats.org/officeDocument/2006/relationships/tags" Target="../tags/tag694.xml"/><Relationship Id="rId10" Type="http://schemas.openxmlformats.org/officeDocument/2006/relationships/oleObject" Target="../embeddings/oleObject61.bin"/><Relationship Id="rId4" Type="http://schemas.openxmlformats.org/officeDocument/2006/relationships/tags" Target="../tags/tag693.xml"/><Relationship Id="rId9"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699.xml"/><Relationship Id="rId7" Type="http://schemas.openxmlformats.org/officeDocument/2006/relationships/image" Target="../media/image37.emf"/><Relationship Id="rId2" Type="http://schemas.openxmlformats.org/officeDocument/2006/relationships/tags" Target="../tags/tag698.xml"/><Relationship Id="rId1" Type="http://schemas.openxmlformats.org/officeDocument/2006/relationships/tags" Target="../tags/tag697.xml"/><Relationship Id="rId6" Type="http://schemas.openxmlformats.org/officeDocument/2006/relationships/oleObject" Target="../embeddings/oleObject62.bin"/><Relationship Id="rId5" Type="http://schemas.openxmlformats.org/officeDocument/2006/relationships/notesSlide" Target="../notesSlides/notesSlide10.xml"/><Relationship Id="rId4" Type="http://schemas.openxmlformats.org/officeDocument/2006/relationships/slideLayout" Target="../slideLayouts/slideLayout66.xml"/></Relationships>
</file>

<file path=ppt/slides/_rels/slide12.xml.rels><?xml version="1.0" encoding="UTF-8" standalone="yes"?>
<Relationships xmlns="http://schemas.openxmlformats.org/package/2006/relationships"><Relationship Id="rId13" Type="http://schemas.openxmlformats.org/officeDocument/2006/relationships/tags" Target="../tags/tag712.xml"/><Relationship Id="rId18" Type="http://schemas.openxmlformats.org/officeDocument/2006/relationships/tags" Target="../tags/tag717.xml"/><Relationship Id="rId26" Type="http://schemas.openxmlformats.org/officeDocument/2006/relationships/tags" Target="../tags/tag725.xml"/><Relationship Id="rId39" Type="http://schemas.openxmlformats.org/officeDocument/2006/relationships/tags" Target="../tags/tag738.xml"/><Relationship Id="rId21" Type="http://schemas.openxmlformats.org/officeDocument/2006/relationships/tags" Target="../tags/tag720.xml"/><Relationship Id="rId34" Type="http://schemas.openxmlformats.org/officeDocument/2006/relationships/tags" Target="../tags/tag733.xml"/><Relationship Id="rId42" Type="http://schemas.openxmlformats.org/officeDocument/2006/relationships/tags" Target="../tags/tag741.xml"/><Relationship Id="rId47" Type="http://schemas.openxmlformats.org/officeDocument/2006/relationships/tags" Target="../tags/tag746.xml"/><Relationship Id="rId50" Type="http://schemas.openxmlformats.org/officeDocument/2006/relationships/oleObject" Target="../embeddings/oleObject63.bin"/><Relationship Id="rId55" Type="http://schemas.openxmlformats.org/officeDocument/2006/relationships/chart" Target="../charts/chart6.xml"/><Relationship Id="rId7" Type="http://schemas.openxmlformats.org/officeDocument/2006/relationships/tags" Target="../tags/tag706.xml"/><Relationship Id="rId2" Type="http://schemas.openxmlformats.org/officeDocument/2006/relationships/tags" Target="../tags/tag701.xml"/><Relationship Id="rId16" Type="http://schemas.openxmlformats.org/officeDocument/2006/relationships/tags" Target="../tags/tag715.xml"/><Relationship Id="rId29" Type="http://schemas.openxmlformats.org/officeDocument/2006/relationships/tags" Target="../tags/tag728.xml"/><Relationship Id="rId11" Type="http://schemas.openxmlformats.org/officeDocument/2006/relationships/tags" Target="../tags/tag710.xml"/><Relationship Id="rId24" Type="http://schemas.openxmlformats.org/officeDocument/2006/relationships/tags" Target="../tags/tag723.xml"/><Relationship Id="rId32" Type="http://schemas.openxmlformats.org/officeDocument/2006/relationships/tags" Target="../tags/tag731.xml"/><Relationship Id="rId37" Type="http://schemas.openxmlformats.org/officeDocument/2006/relationships/tags" Target="../tags/tag736.xml"/><Relationship Id="rId40" Type="http://schemas.openxmlformats.org/officeDocument/2006/relationships/tags" Target="../tags/tag739.xml"/><Relationship Id="rId45" Type="http://schemas.openxmlformats.org/officeDocument/2006/relationships/tags" Target="../tags/tag744.xml"/><Relationship Id="rId53" Type="http://schemas.openxmlformats.org/officeDocument/2006/relationships/chart" Target="../charts/chart4.xml"/><Relationship Id="rId58" Type="http://schemas.openxmlformats.org/officeDocument/2006/relationships/chart" Target="../charts/chart9.xml"/><Relationship Id="rId5" Type="http://schemas.openxmlformats.org/officeDocument/2006/relationships/tags" Target="../tags/tag704.xml"/><Relationship Id="rId19" Type="http://schemas.openxmlformats.org/officeDocument/2006/relationships/tags" Target="../tags/tag718.xml"/><Relationship Id="rId4" Type="http://schemas.openxmlformats.org/officeDocument/2006/relationships/tags" Target="../tags/tag703.xml"/><Relationship Id="rId9" Type="http://schemas.openxmlformats.org/officeDocument/2006/relationships/tags" Target="../tags/tag708.xml"/><Relationship Id="rId14" Type="http://schemas.openxmlformats.org/officeDocument/2006/relationships/tags" Target="../tags/tag713.xml"/><Relationship Id="rId22" Type="http://schemas.openxmlformats.org/officeDocument/2006/relationships/tags" Target="../tags/tag721.xml"/><Relationship Id="rId27" Type="http://schemas.openxmlformats.org/officeDocument/2006/relationships/tags" Target="../tags/tag726.xml"/><Relationship Id="rId30" Type="http://schemas.openxmlformats.org/officeDocument/2006/relationships/tags" Target="../tags/tag729.xml"/><Relationship Id="rId35" Type="http://schemas.openxmlformats.org/officeDocument/2006/relationships/tags" Target="../tags/tag734.xml"/><Relationship Id="rId43" Type="http://schemas.openxmlformats.org/officeDocument/2006/relationships/tags" Target="../tags/tag742.xml"/><Relationship Id="rId48" Type="http://schemas.openxmlformats.org/officeDocument/2006/relationships/slideLayout" Target="../slideLayouts/slideLayout80.xml"/><Relationship Id="rId56" Type="http://schemas.openxmlformats.org/officeDocument/2006/relationships/chart" Target="../charts/chart7.xml"/><Relationship Id="rId8" Type="http://schemas.openxmlformats.org/officeDocument/2006/relationships/tags" Target="../tags/tag707.xml"/><Relationship Id="rId51" Type="http://schemas.openxmlformats.org/officeDocument/2006/relationships/image" Target="../media/image34.emf"/><Relationship Id="rId3" Type="http://schemas.openxmlformats.org/officeDocument/2006/relationships/tags" Target="../tags/tag702.xml"/><Relationship Id="rId12" Type="http://schemas.openxmlformats.org/officeDocument/2006/relationships/tags" Target="../tags/tag711.xml"/><Relationship Id="rId17" Type="http://schemas.openxmlformats.org/officeDocument/2006/relationships/tags" Target="../tags/tag716.xml"/><Relationship Id="rId25" Type="http://schemas.openxmlformats.org/officeDocument/2006/relationships/tags" Target="../tags/tag724.xml"/><Relationship Id="rId33" Type="http://schemas.openxmlformats.org/officeDocument/2006/relationships/tags" Target="../tags/tag732.xml"/><Relationship Id="rId38" Type="http://schemas.openxmlformats.org/officeDocument/2006/relationships/tags" Target="../tags/tag737.xml"/><Relationship Id="rId46" Type="http://schemas.openxmlformats.org/officeDocument/2006/relationships/tags" Target="../tags/tag745.xml"/><Relationship Id="rId20" Type="http://schemas.openxmlformats.org/officeDocument/2006/relationships/tags" Target="../tags/tag719.xml"/><Relationship Id="rId41" Type="http://schemas.openxmlformats.org/officeDocument/2006/relationships/tags" Target="../tags/tag740.xml"/><Relationship Id="rId54" Type="http://schemas.openxmlformats.org/officeDocument/2006/relationships/chart" Target="../charts/chart5.xml"/><Relationship Id="rId1" Type="http://schemas.openxmlformats.org/officeDocument/2006/relationships/tags" Target="../tags/tag700.xml"/><Relationship Id="rId6" Type="http://schemas.openxmlformats.org/officeDocument/2006/relationships/tags" Target="../tags/tag705.xml"/><Relationship Id="rId15" Type="http://schemas.openxmlformats.org/officeDocument/2006/relationships/tags" Target="../tags/tag714.xml"/><Relationship Id="rId23" Type="http://schemas.openxmlformats.org/officeDocument/2006/relationships/tags" Target="../tags/tag722.xml"/><Relationship Id="rId28" Type="http://schemas.openxmlformats.org/officeDocument/2006/relationships/tags" Target="../tags/tag727.xml"/><Relationship Id="rId36" Type="http://schemas.openxmlformats.org/officeDocument/2006/relationships/tags" Target="../tags/tag735.xml"/><Relationship Id="rId49" Type="http://schemas.openxmlformats.org/officeDocument/2006/relationships/notesSlide" Target="../notesSlides/notesSlide11.xml"/><Relationship Id="rId57" Type="http://schemas.openxmlformats.org/officeDocument/2006/relationships/chart" Target="../charts/chart8.xml"/><Relationship Id="rId10" Type="http://schemas.openxmlformats.org/officeDocument/2006/relationships/tags" Target="../tags/tag709.xml"/><Relationship Id="rId31" Type="http://schemas.openxmlformats.org/officeDocument/2006/relationships/tags" Target="../tags/tag730.xml"/><Relationship Id="rId44" Type="http://schemas.openxmlformats.org/officeDocument/2006/relationships/tags" Target="../tags/tag743.xml"/><Relationship Id="rId52" Type="http://schemas.openxmlformats.org/officeDocument/2006/relationships/chart" Target="../charts/chart3.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tags" Target="../tags/tag749.xml"/><Relationship Id="rId7" Type="http://schemas.openxmlformats.org/officeDocument/2006/relationships/notesSlide" Target="../notesSlides/notesSlide12.xml"/><Relationship Id="rId2" Type="http://schemas.openxmlformats.org/officeDocument/2006/relationships/tags" Target="../tags/tag748.xml"/><Relationship Id="rId1" Type="http://schemas.openxmlformats.org/officeDocument/2006/relationships/tags" Target="../tags/tag747.xml"/><Relationship Id="rId6" Type="http://schemas.openxmlformats.org/officeDocument/2006/relationships/slideLayout" Target="../slideLayouts/slideLayout66.xml"/><Relationship Id="rId5" Type="http://schemas.openxmlformats.org/officeDocument/2006/relationships/tags" Target="../tags/tag751.xml"/><Relationship Id="rId4" Type="http://schemas.openxmlformats.org/officeDocument/2006/relationships/tags" Target="../tags/tag750.xml"/><Relationship Id="rId9" Type="http://schemas.openxmlformats.org/officeDocument/2006/relationships/image" Target="../media/image34.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tags" Target="../tags/tag754.xml"/><Relationship Id="rId7" Type="http://schemas.openxmlformats.org/officeDocument/2006/relationships/notesSlide" Target="../notesSlides/notesSlide13.xml"/><Relationship Id="rId2" Type="http://schemas.openxmlformats.org/officeDocument/2006/relationships/tags" Target="../tags/tag753.xml"/><Relationship Id="rId1" Type="http://schemas.openxmlformats.org/officeDocument/2006/relationships/tags" Target="../tags/tag752.xml"/><Relationship Id="rId6" Type="http://schemas.openxmlformats.org/officeDocument/2006/relationships/slideLayout" Target="../slideLayouts/slideLayout66.xml"/><Relationship Id="rId5" Type="http://schemas.openxmlformats.org/officeDocument/2006/relationships/tags" Target="../tags/tag756.xml"/><Relationship Id="rId4" Type="http://schemas.openxmlformats.org/officeDocument/2006/relationships/tags" Target="../tags/tag755.xml"/><Relationship Id="rId9" Type="http://schemas.openxmlformats.org/officeDocument/2006/relationships/image" Target="../media/image34.emf"/></Relationships>
</file>

<file path=ppt/slides/_rels/slide15.xml.rels><?xml version="1.0" encoding="UTF-8" standalone="yes"?>
<Relationships xmlns="http://schemas.openxmlformats.org/package/2006/relationships"><Relationship Id="rId26" Type="http://schemas.openxmlformats.org/officeDocument/2006/relationships/tags" Target="../tags/tag782.xml"/><Relationship Id="rId21" Type="http://schemas.openxmlformats.org/officeDocument/2006/relationships/tags" Target="../tags/tag777.xml"/><Relationship Id="rId42" Type="http://schemas.openxmlformats.org/officeDocument/2006/relationships/tags" Target="../tags/tag798.xml"/><Relationship Id="rId47" Type="http://schemas.openxmlformats.org/officeDocument/2006/relationships/tags" Target="../tags/tag803.xml"/><Relationship Id="rId63" Type="http://schemas.openxmlformats.org/officeDocument/2006/relationships/tags" Target="../tags/tag819.xml"/><Relationship Id="rId68" Type="http://schemas.openxmlformats.org/officeDocument/2006/relationships/tags" Target="../tags/tag824.xml"/><Relationship Id="rId2" Type="http://schemas.openxmlformats.org/officeDocument/2006/relationships/tags" Target="../tags/tag758.xml"/><Relationship Id="rId16" Type="http://schemas.openxmlformats.org/officeDocument/2006/relationships/tags" Target="../tags/tag772.xml"/><Relationship Id="rId29" Type="http://schemas.openxmlformats.org/officeDocument/2006/relationships/tags" Target="../tags/tag785.xml"/><Relationship Id="rId11" Type="http://schemas.openxmlformats.org/officeDocument/2006/relationships/tags" Target="../tags/tag767.xml"/><Relationship Id="rId24" Type="http://schemas.openxmlformats.org/officeDocument/2006/relationships/tags" Target="../tags/tag780.xml"/><Relationship Id="rId32" Type="http://schemas.openxmlformats.org/officeDocument/2006/relationships/tags" Target="../tags/tag788.xml"/><Relationship Id="rId37" Type="http://schemas.openxmlformats.org/officeDocument/2006/relationships/tags" Target="../tags/tag793.xml"/><Relationship Id="rId40" Type="http://schemas.openxmlformats.org/officeDocument/2006/relationships/tags" Target="../tags/tag796.xml"/><Relationship Id="rId45" Type="http://schemas.openxmlformats.org/officeDocument/2006/relationships/tags" Target="../tags/tag801.xml"/><Relationship Id="rId53" Type="http://schemas.openxmlformats.org/officeDocument/2006/relationships/tags" Target="../tags/tag809.xml"/><Relationship Id="rId58" Type="http://schemas.openxmlformats.org/officeDocument/2006/relationships/tags" Target="../tags/tag814.xml"/><Relationship Id="rId66" Type="http://schemas.openxmlformats.org/officeDocument/2006/relationships/tags" Target="../tags/tag822.xml"/><Relationship Id="rId74" Type="http://schemas.openxmlformats.org/officeDocument/2006/relationships/oleObject" Target="../embeddings/oleObject66.bin"/><Relationship Id="rId5" Type="http://schemas.openxmlformats.org/officeDocument/2006/relationships/tags" Target="../tags/tag761.xml"/><Relationship Id="rId61" Type="http://schemas.openxmlformats.org/officeDocument/2006/relationships/tags" Target="../tags/tag817.xml"/><Relationship Id="rId19" Type="http://schemas.openxmlformats.org/officeDocument/2006/relationships/tags" Target="../tags/tag775.xml"/><Relationship Id="rId14" Type="http://schemas.openxmlformats.org/officeDocument/2006/relationships/tags" Target="../tags/tag770.xml"/><Relationship Id="rId22" Type="http://schemas.openxmlformats.org/officeDocument/2006/relationships/tags" Target="../tags/tag778.xml"/><Relationship Id="rId27" Type="http://schemas.openxmlformats.org/officeDocument/2006/relationships/tags" Target="../tags/tag783.xml"/><Relationship Id="rId30" Type="http://schemas.openxmlformats.org/officeDocument/2006/relationships/tags" Target="../tags/tag786.xml"/><Relationship Id="rId35" Type="http://schemas.openxmlformats.org/officeDocument/2006/relationships/tags" Target="../tags/tag791.xml"/><Relationship Id="rId43" Type="http://schemas.openxmlformats.org/officeDocument/2006/relationships/tags" Target="../tags/tag799.xml"/><Relationship Id="rId48" Type="http://schemas.openxmlformats.org/officeDocument/2006/relationships/tags" Target="../tags/tag804.xml"/><Relationship Id="rId56" Type="http://schemas.openxmlformats.org/officeDocument/2006/relationships/tags" Target="../tags/tag812.xml"/><Relationship Id="rId64" Type="http://schemas.openxmlformats.org/officeDocument/2006/relationships/tags" Target="../tags/tag820.xml"/><Relationship Id="rId69" Type="http://schemas.openxmlformats.org/officeDocument/2006/relationships/tags" Target="../tags/tag825.xml"/><Relationship Id="rId8" Type="http://schemas.openxmlformats.org/officeDocument/2006/relationships/tags" Target="../tags/tag764.xml"/><Relationship Id="rId51" Type="http://schemas.openxmlformats.org/officeDocument/2006/relationships/tags" Target="../tags/tag807.xml"/><Relationship Id="rId72" Type="http://schemas.openxmlformats.org/officeDocument/2006/relationships/slideLayout" Target="../slideLayouts/slideLayout66.xml"/><Relationship Id="rId3" Type="http://schemas.openxmlformats.org/officeDocument/2006/relationships/tags" Target="../tags/tag759.xml"/><Relationship Id="rId12" Type="http://schemas.openxmlformats.org/officeDocument/2006/relationships/tags" Target="../tags/tag768.xml"/><Relationship Id="rId17" Type="http://schemas.openxmlformats.org/officeDocument/2006/relationships/tags" Target="../tags/tag773.xml"/><Relationship Id="rId25" Type="http://schemas.openxmlformats.org/officeDocument/2006/relationships/tags" Target="../tags/tag781.xml"/><Relationship Id="rId33" Type="http://schemas.openxmlformats.org/officeDocument/2006/relationships/tags" Target="../tags/tag789.xml"/><Relationship Id="rId38" Type="http://schemas.openxmlformats.org/officeDocument/2006/relationships/tags" Target="../tags/tag794.xml"/><Relationship Id="rId46" Type="http://schemas.openxmlformats.org/officeDocument/2006/relationships/tags" Target="../tags/tag802.xml"/><Relationship Id="rId59" Type="http://schemas.openxmlformats.org/officeDocument/2006/relationships/tags" Target="../tags/tag815.xml"/><Relationship Id="rId67" Type="http://schemas.openxmlformats.org/officeDocument/2006/relationships/tags" Target="../tags/tag823.xml"/><Relationship Id="rId20" Type="http://schemas.openxmlformats.org/officeDocument/2006/relationships/tags" Target="../tags/tag776.xml"/><Relationship Id="rId41" Type="http://schemas.openxmlformats.org/officeDocument/2006/relationships/tags" Target="../tags/tag797.xml"/><Relationship Id="rId54" Type="http://schemas.openxmlformats.org/officeDocument/2006/relationships/tags" Target="../tags/tag810.xml"/><Relationship Id="rId62" Type="http://schemas.openxmlformats.org/officeDocument/2006/relationships/tags" Target="../tags/tag818.xml"/><Relationship Id="rId70" Type="http://schemas.openxmlformats.org/officeDocument/2006/relationships/tags" Target="../tags/tag826.xml"/><Relationship Id="rId75" Type="http://schemas.openxmlformats.org/officeDocument/2006/relationships/image" Target="../media/image34.emf"/><Relationship Id="rId1" Type="http://schemas.openxmlformats.org/officeDocument/2006/relationships/tags" Target="../tags/tag757.xml"/><Relationship Id="rId6" Type="http://schemas.openxmlformats.org/officeDocument/2006/relationships/tags" Target="../tags/tag762.xml"/><Relationship Id="rId15" Type="http://schemas.openxmlformats.org/officeDocument/2006/relationships/tags" Target="../tags/tag771.xml"/><Relationship Id="rId23" Type="http://schemas.openxmlformats.org/officeDocument/2006/relationships/tags" Target="../tags/tag779.xml"/><Relationship Id="rId28" Type="http://schemas.openxmlformats.org/officeDocument/2006/relationships/tags" Target="../tags/tag784.xml"/><Relationship Id="rId36" Type="http://schemas.openxmlformats.org/officeDocument/2006/relationships/tags" Target="../tags/tag792.xml"/><Relationship Id="rId49" Type="http://schemas.openxmlformats.org/officeDocument/2006/relationships/tags" Target="../tags/tag805.xml"/><Relationship Id="rId57" Type="http://schemas.openxmlformats.org/officeDocument/2006/relationships/tags" Target="../tags/tag813.xml"/><Relationship Id="rId10" Type="http://schemas.openxmlformats.org/officeDocument/2006/relationships/tags" Target="../tags/tag766.xml"/><Relationship Id="rId31" Type="http://schemas.openxmlformats.org/officeDocument/2006/relationships/tags" Target="../tags/tag787.xml"/><Relationship Id="rId44" Type="http://schemas.openxmlformats.org/officeDocument/2006/relationships/tags" Target="../tags/tag800.xml"/><Relationship Id="rId52" Type="http://schemas.openxmlformats.org/officeDocument/2006/relationships/tags" Target="../tags/tag808.xml"/><Relationship Id="rId60" Type="http://schemas.openxmlformats.org/officeDocument/2006/relationships/tags" Target="../tags/tag816.xml"/><Relationship Id="rId65" Type="http://schemas.openxmlformats.org/officeDocument/2006/relationships/tags" Target="../tags/tag821.xml"/><Relationship Id="rId73" Type="http://schemas.openxmlformats.org/officeDocument/2006/relationships/notesSlide" Target="../notesSlides/notesSlide14.xml"/><Relationship Id="rId4" Type="http://schemas.openxmlformats.org/officeDocument/2006/relationships/tags" Target="../tags/tag760.xml"/><Relationship Id="rId9" Type="http://schemas.openxmlformats.org/officeDocument/2006/relationships/tags" Target="../tags/tag765.xml"/><Relationship Id="rId13" Type="http://schemas.openxmlformats.org/officeDocument/2006/relationships/tags" Target="../tags/tag769.xml"/><Relationship Id="rId18" Type="http://schemas.openxmlformats.org/officeDocument/2006/relationships/tags" Target="../tags/tag774.xml"/><Relationship Id="rId39" Type="http://schemas.openxmlformats.org/officeDocument/2006/relationships/tags" Target="../tags/tag795.xml"/><Relationship Id="rId34" Type="http://schemas.openxmlformats.org/officeDocument/2006/relationships/tags" Target="../tags/tag790.xml"/><Relationship Id="rId50" Type="http://schemas.openxmlformats.org/officeDocument/2006/relationships/tags" Target="../tags/tag806.xml"/><Relationship Id="rId55" Type="http://schemas.openxmlformats.org/officeDocument/2006/relationships/tags" Target="../tags/tag811.xml"/><Relationship Id="rId76" Type="http://schemas.openxmlformats.org/officeDocument/2006/relationships/chart" Target="../charts/chart10.xml"/><Relationship Id="rId7" Type="http://schemas.openxmlformats.org/officeDocument/2006/relationships/tags" Target="../tags/tag763.xml"/><Relationship Id="rId71" Type="http://schemas.openxmlformats.org/officeDocument/2006/relationships/tags" Target="../tags/tag827.xml"/></Relationships>
</file>

<file path=ppt/slides/_rels/slide1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830.xml"/><Relationship Id="rId7" Type="http://schemas.openxmlformats.org/officeDocument/2006/relationships/oleObject" Target="../embeddings/oleObject67.bin"/><Relationship Id="rId2" Type="http://schemas.openxmlformats.org/officeDocument/2006/relationships/tags" Target="../tags/tag829.xml"/><Relationship Id="rId1" Type="http://schemas.openxmlformats.org/officeDocument/2006/relationships/tags" Target="../tags/tag828.xml"/><Relationship Id="rId6" Type="http://schemas.openxmlformats.org/officeDocument/2006/relationships/slideLayout" Target="../slideLayouts/slideLayout74.xml"/><Relationship Id="rId5" Type="http://schemas.openxmlformats.org/officeDocument/2006/relationships/tags" Target="../tags/tag832.xml"/><Relationship Id="rId4" Type="http://schemas.openxmlformats.org/officeDocument/2006/relationships/tags" Target="../tags/tag831.xml"/></Relationships>
</file>

<file path=ppt/slides/_rels/slide17.xml.rels><?xml version="1.0" encoding="UTF-8" standalone="yes"?>
<Relationships xmlns="http://schemas.openxmlformats.org/package/2006/relationships"><Relationship Id="rId8" Type="http://schemas.openxmlformats.org/officeDocument/2006/relationships/tags" Target="../tags/tag840.xml"/><Relationship Id="rId13" Type="http://schemas.openxmlformats.org/officeDocument/2006/relationships/tags" Target="../tags/tag845.xml"/><Relationship Id="rId18" Type="http://schemas.openxmlformats.org/officeDocument/2006/relationships/oleObject" Target="../embeddings/oleObject50.bin"/><Relationship Id="rId3" Type="http://schemas.openxmlformats.org/officeDocument/2006/relationships/tags" Target="../tags/tag835.xml"/><Relationship Id="rId7" Type="http://schemas.openxmlformats.org/officeDocument/2006/relationships/tags" Target="../tags/tag839.xml"/><Relationship Id="rId12" Type="http://schemas.openxmlformats.org/officeDocument/2006/relationships/tags" Target="../tags/tag844.xml"/><Relationship Id="rId17" Type="http://schemas.openxmlformats.org/officeDocument/2006/relationships/notesSlide" Target="../notesSlides/notesSlide15.xml"/><Relationship Id="rId2" Type="http://schemas.openxmlformats.org/officeDocument/2006/relationships/tags" Target="../tags/tag834.xml"/><Relationship Id="rId16" Type="http://schemas.openxmlformats.org/officeDocument/2006/relationships/slideLayout" Target="../slideLayouts/slideLayout66.xml"/><Relationship Id="rId1" Type="http://schemas.openxmlformats.org/officeDocument/2006/relationships/tags" Target="../tags/tag833.xml"/><Relationship Id="rId6" Type="http://schemas.openxmlformats.org/officeDocument/2006/relationships/tags" Target="../tags/tag838.xml"/><Relationship Id="rId11" Type="http://schemas.openxmlformats.org/officeDocument/2006/relationships/tags" Target="../tags/tag843.xml"/><Relationship Id="rId5" Type="http://schemas.openxmlformats.org/officeDocument/2006/relationships/tags" Target="../tags/tag837.xml"/><Relationship Id="rId15" Type="http://schemas.openxmlformats.org/officeDocument/2006/relationships/tags" Target="../tags/tag847.xml"/><Relationship Id="rId10" Type="http://schemas.openxmlformats.org/officeDocument/2006/relationships/tags" Target="../tags/tag842.xml"/><Relationship Id="rId19" Type="http://schemas.openxmlformats.org/officeDocument/2006/relationships/image" Target="../media/image38.emf"/><Relationship Id="rId4" Type="http://schemas.openxmlformats.org/officeDocument/2006/relationships/tags" Target="../tags/tag836.xml"/><Relationship Id="rId9" Type="http://schemas.openxmlformats.org/officeDocument/2006/relationships/tags" Target="../tags/tag841.xml"/><Relationship Id="rId14" Type="http://schemas.openxmlformats.org/officeDocument/2006/relationships/tags" Target="../tags/tag846.xml"/></Relationships>
</file>

<file path=ppt/slides/_rels/slide18.xml.rels><?xml version="1.0" encoding="UTF-8" standalone="yes"?>
<Relationships xmlns="http://schemas.openxmlformats.org/package/2006/relationships"><Relationship Id="rId8" Type="http://schemas.openxmlformats.org/officeDocument/2006/relationships/tags" Target="../tags/tag855.xml"/><Relationship Id="rId13" Type="http://schemas.openxmlformats.org/officeDocument/2006/relationships/tags" Target="../tags/tag860.xml"/><Relationship Id="rId18" Type="http://schemas.openxmlformats.org/officeDocument/2006/relationships/oleObject" Target="../embeddings/oleObject68.bin"/><Relationship Id="rId3" Type="http://schemas.openxmlformats.org/officeDocument/2006/relationships/tags" Target="../tags/tag850.xml"/><Relationship Id="rId7" Type="http://schemas.openxmlformats.org/officeDocument/2006/relationships/tags" Target="../tags/tag854.xml"/><Relationship Id="rId12" Type="http://schemas.openxmlformats.org/officeDocument/2006/relationships/tags" Target="../tags/tag859.xml"/><Relationship Id="rId17" Type="http://schemas.openxmlformats.org/officeDocument/2006/relationships/notesSlide" Target="../notesSlides/notesSlide16.xml"/><Relationship Id="rId2" Type="http://schemas.openxmlformats.org/officeDocument/2006/relationships/tags" Target="../tags/tag849.xml"/><Relationship Id="rId16" Type="http://schemas.openxmlformats.org/officeDocument/2006/relationships/slideLayout" Target="../slideLayouts/slideLayout66.xml"/><Relationship Id="rId1" Type="http://schemas.openxmlformats.org/officeDocument/2006/relationships/tags" Target="../tags/tag848.xml"/><Relationship Id="rId6" Type="http://schemas.openxmlformats.org/officeDocument/2006/relationships/tags" Target="../tags/tag853.xml"/><Relationship Id="rId11" Type="http://schemas.openxmlformats.org/officeDocument/2006/relationships/tags" Target="../tags/tag858.xml"/><Relationship Id="rId5" Type="http://schemas.openxmlformats.org/officeDocument/2006/relationships/tags" Target="../tags/tag852.xml"/><Relationship Id="rId15" Type="http://schemas.openxmlformats.org/officeDocument/2006/relationships/tags" Target="../tags/tag862.xml"/><Relationship Id="rId10" Type="http://schemas.openxmlformats.org/officeDocument/2006/relationships/tags" Target="../tags/tag857.xml"/><Relationship Id="rId19" Type="http://schemas.openxmlformats.org/officeDocument/2006/relationships/image" Target="../media/image38.emf"/><Relationship Id="rId4" Type="http://schemas.openxmlformats.org/officeDocument/2006/relationships/tags" Target="../tags/tag851.xml"/><Relationship Id="rId9" Type="http://schemas.openxmlformats.org/officeDocument/2006/relationships/tags" Target="../tags/tag856.xml"/><Relationship Id="rId14" Type="http://schemas.openxmlformats.org/officeDocument/2006/relationships/tags" Target="../tags/tag861.xml"/></Relationships>
</file>

<file path=ppt/slides/_rels/slide19.xml.rels><?xml version="1.0" encoding="UTF-8" standalone="yes"?>
<Relationships xmlns="http://schemas.openxmlformats.org/package/2006/relationships"><Relationship Id="rId8" Type="http://schemas.openxmlformats.org/officeDocument/2006/relationships/tags" Target="../tags/tag870.xml"/><Relationship Id="rId13" Type="http://schemas.openxmlformats.org/officeDocument/2006/relationships/tags" Target="../tags/tag875.xml"/><Relationship Id="rId18" Type="http://schemas.openxmlformats.org/officeDocument/2006/relationships/oleObject" Target="../embeddings/oleObject57.bin"/><Relationship Id="rId3" Type="http://schemas.openxmlformats.org/officeDocument/2006/relationships/tags" Target="../tags/tag865.xml"/><Relationship Id="rId7" Type="http://schemas.openxmlformats.org/officeDocument/2006/relationships/tags" Target="../tags/tag869.xml"/><Relationship Id="rId12" Type="http://schemas.openxmlformats.org/officeDocument/2006/relationships/tags" Target="../tags/tag874.xml"/><Relationship Id="rId17" Type="http://schemas.openxmlformats.org/officeDocument/2006/relationships/notesSlide" Target="../notesSlides/notesSlide17.xml"/><Relationship Id="rId2" Type="http://schemas.openxmlformats.org/officeDocument/2006/relationships/tags" Target="../tags/tag864.xml"/><Relationship Id="rId16" Type="http://schemas.openxmlformats.org/officeDocument/2006/relationships/slideLayout" Target="../slideLayouts/slideLayout66.xml"/><Relationship Id="rId1" Type="http://schemas.openxmlformats.org/officeDocument/2006/relationships/tags" Target="../tags/tag863.xml"/><Relationship Id="rId6" Type="http://schemas.openxmlformats.org/officeDocument/2006/relationships/tags" Target="../tags/tag868.xml"/><Relationship Id="rId11" Type="http://schemas.openxmlformats.org/officeDocument/2006/relationships/tags" Target="../tags/tag873.xml"/><Relationship Id="rId5" Type="http://schemas.openxmlformats.org/officeDocument/2006/relationships/tags" Target="../tags/tag867.xml"/><Relationship Id="rId15" Type="http://schemas.openxmlformats.org/officeDocument/2006/relationships/tags" Target="../tags/tag877.xml"/><Relationship Id="rId10" Type="http://schemas.openxmlformats.org/officeDocument/2006/relationships/tags" Target="../tags/tag872.xml"/><Relationship Id="rId19" Type="http://schemas.openxmlformats.org/officeDocument/2006/relationships/image" Target="../media/image38.emf"/><Relationship Id="rId4" Type="http://schemas.openxmlformats.org/officeDocument/2006/relationships/tags" Target="../tags/tag866.xml"/><Relationship Id="rId9" Type="http://schemas.openxmlformats.org/officeDocument/2006/relationships/tags" Target="../tags/tag871.xml"/><Relationship Id="rId14" Type="http://schemas.openxmlformats.org/officeDocument/2006/relationships/tags" Target="../tags/tag876.xml"/></Relationships>
</file>

<file path=ppt/slides/_rels/slide20.xml.rels><?xml version="1.0" encoding="UTF-8" standalone="yes"?>
<Relationships xmlns="http://schemas.openxmlformats.org/package/2006/relationships"><Relationship Id="rId8" Type="http://schemas.openxmlformats.org/officeDocument/2006/relationships/tags" Target="../tags/tag885.xml"/><Relationship Id="rId13" Type="http://schemas.openxmlformats.org/officeDocument/2006/relationships/tags" Target="../tags/tag890.xml"/><Relationship Id="rId18" Type="http://schemas.openxmlformats.org/officeDocument/2006/relationships/oleObject" Target="../embeddings/oleObject69.bin"/><Relationship Id="rId3" Type="http://schemas.openxmlformats.org/officeDocument/2006/relationships/tags" Target="../tags/tag880.xml"/><Relationship Id="rId7" Type="http://schemas.openxmlformats.org/officeDocument/2006/relationships/tags" Target="../tags/tag884.xml"/><Relationship Id="rId12" Type="http://schemas.openxmlformats.org/officeDocument/2006/relationships/tags" Target="../tags/tag889.xml"/><Relationship Id="rId17" Type="http://schemas.openxmlformats.org/officeDocument/2006/relationships/notesSlide" Target="../notesSlides/notesSlide18.xml"/><Relationship Id="rId2" Type="http://schemas.openxmlformats.org/officeDocument/2006/relationships/tags" Target="../tags/tag879.xml"/><Relationship Id="rId16" Type="http://schemas.openxmlformats.org/officeDocument/2006/relationships/slideLayout" Target="../slideLayouts/slideLayout66.xml"/><Relationship Id="rId1" Type="http://schemas.openxmlformats.org/officeDocument/2006/relationships/tags" Target="../tags/tag878.xml"/><Relationship Id="rId6" Type="http://schemas.openxmlformats.org/officeDocument/2006/relationships/tags" Target="../tags/tag883.xml"/><Relationship Id="rId11" Type="http://schemas.openxmlformats.org/officeDocument/2006/relationships/tags" Target="../tags/tag888.xml"/><Relationship Id="rId5" Type="http://schemas.openxmlformats.org/officeDocument/2006/relationships/tags" Target="../tags/tag882.xml"/><Relationship Id="rId15" Type="http://schemas.openxmlformats.org/officeDocument/2006/relationships/tags" Target="../tags/tag892.xml"/><Relationship Id="rId10" Type="http://schemas.openxmlformats.org/officeDocument/2006/relationships/tags" Target="../tags/tag887.xml"/><Relationship Id="rId19" Type="http://schemas.openxmlformats.org/officeDocument/2006/relationships/image" Target="../media/image38.emf"/><Relationship Id="rId4" Type="http://schemas.openxmlformats.org/officeDocument/2006/relationships/tags" Target="../tags/tag881.xml"/><Relationship Id="rId9" Type="http://schemas.openxmlformats.org/officeDocument/2006/relationships/tags" Target="../tags/tag886.xml"/><Relationship Id="rId14" Type="http://schemas.openxmlformats.org/officeDocument/2006/relationships/tags" Target="../tags/tag891.xml"/></Relationships>
</file>

<file path=ppt/slides/_rels/slide21.xml.rels><?xml version="1.0" encoding="UTF-8" standalone="yes"?>
<Relationships xmlns="http://schemas.openxmlformats.org/package/2006/relationships"><Relationship Id="rId8" Type="http://schemas.openxmlformats.org/officeDocument/2006/relationships/tags" Target="../tags/tag900.xml"/><Relationship Id="rId13" Type="http://schemas.openxmlformats.org/officeDocument/2006/relationships/tags" Target="../tags/tag905.xml"/><Relationship Id="rId18" Type="http://schemas.openxmlformats.org/officeDocument/2006/relationships/oleObject" Target="../embeddings/oleObject70.bin"/><Relationship Id="rId3" Type="http://schemas.openxmlformats.org/officeDocument/2006/relationships/tags" Target="../tags/tag895.xml"/><Relationship Id="rId7" Type="http://schemas.openxmlformats.org/officeDocument/2006/relationships/tags" Target="../tags/tag899.xml"/><Relationship Id="rId12" Type="http://schemas.openxmlformats.org/officeDocument/2006/relationships/tags" Target="../tags/tag904.xml"/><Relationship Id="rId17" Type="http://schemas.openxmlformats.org/officeDocument/2006/relationships/notesSlide" Target="../notesSlides/notesSlide19.xml"/><Relationship Id="rId2" Type="http://schemas.openxmlformats.org/officeDocument/2006/relationships/tags" Target="../tags/tag894.xml"/><Relationship Id="rId16" Type="http://schemas.openxmlformats.org/officeDocument/2006/relationships/slideLayout" Target="../slideLayouts/slideLayout66.xml"/><Relationship Id="rId1" Type="http://schemas.openxmlformats.org/officeDocument/2006/relationships/tags" Target="../tags/tag893.xml"/><Relationship Id="rId6" Type="http://schemas.openxmlformats.org/officeDocument/2006/relationships/tags" Target="../tags/tag898.xml"/><Relationship Id="rId11" Type="http://schemas.openxmlformats.org/officeDocument/2006/relationships/tags" Target="../tags/tag903.xml"/><Relationship Id="rId5" Type="http://schemas.openxmlformats.org/officeDocument/2006/relationships/tags" Target="../tags/tag897.xml"/><Relationship Id="rId15" Type="http://schemas.openxmlformats.org/officeDocument/2006/relationships/tags" Target="../tags/tag907.xml"/><Relationship Id="rId10" Type="http://schemas.openxmlformats.org/officeDocument/2006/relationships/tags" Target="../tags/tag902.xml"/><Relationship Id="rId19" Type="http://schemas.openxmlformats.org/officeDocument/2006/relationships/image" Target="../media/image38.emf"/><Relationship Id="rId4" Type="http://schemas.openxmlformats.org/officeDocument/2006/relationships/tags" Target="../tags/tag896.xml"/><Relationship Id="rId9" Type="http://schemas.openxmlformats.org/officeDocument/2006/relationships/tags" Target="../tags/tag901.xml"/><Relationship Id="rId14" Type="http://schemas.openxmlformats.org/officeDocument/2006/relationships/tags" Target="../tags/tag906.xml"/></Relationships>
</file>

<file path=ppt/slides/_rels/slide22.xml.rels><?xml version="1.0" encoding="UTF-8" standalone="yes"?>
<Relationships xmlns="http://schemas.openxmlformats.org/package/2006/relationships"><Relationship Id="rId8" Type="http://schemas.openxmlformats.org/officeDocument/2006/relationships/tags" Target="../tags/tag915.xml"/><Relationship Id="rId13" Type="http://schemas.openxmlformats.org/officeDocument/2006/relationships/tags" Target="../tags/tag920.xml"/><Relationship Id="rId18" Type="http://schemas.openxmlformats.org/officeDocument/2006/relationships/oleObject" Target="../embeddings/oleObject71.bin"/><Relationship Id="rId3" Type="http://schemas.openxmlformats.org/officeDocument/2006/relationships/tags" Target="../tags/tag910.xml"/><Relationship Id="rId7" Type="http://schemas.openxmlformats.org/officeDocument/2006/relationships/tags" Target="../tags/tag914.xml"/><Relationship Id="rId12" Type="http://schemas.openxmlformats.org/officeDocument/2006/relationships/tags" Target="../tags/tag919.xml"/><Relationship Id="rId17" Type="http://schemas.openxmlformats.org/officeDocument/2006/relationships/notesSlide" Target="../notesSlides/notesSlide20.xml"/><Relationship Id="rId2" Type="http://schemas.openxmlformats.org/officeDocument/2006/relationships/tags" Target="../tags/tag909.xml"/><Relationship Id="rId16" Type="http://schemas.openxmlformats.org/officeDocument/2006/relationships/slideLayout" Target="../slideLayouts/slideLayout66.xml"/><Relationship Id="rId1" Type="http://schemas.openxmlformats.org/officeDocument/2006/relationships/tags" Target="../tags/tag908.xml"/><Relationship Id="rId6" Type="http://schemas.openxmlformats.org/officeDocument/2006/relationships/tags" Target="../tags/tag913.xml"/><Relationship Id="rId11" Type="http://schemas.openxmlformats.org/officeDocument/2006/relationships/tags" Target="../tags/tag918.xml"/><Relationship Id="rId5" Type="http://schemas.openxmlformats.org/officeDocument/2006/relationships/tags" Target="../tags/tag912.xml"/><Relationship Id="rId15" Type="http://schemas.openxmlformats.org/officeDocument/2006/relationships/tags" Target="../tags/tag922.xml"/><Relationship Id="rId10" Type="http://schemas.openxmlformats.org/officeDocument/2006/relationships/tags" Target="../tags/tag917.xml"/><Relationship Id="rId19" Type="http://schemas.openxmlformats.org/officeDocument/2006/relationships/image" Target="../media/image38.emf"/><Relationship Id="rId4" Type="http://schemas.openxmlformats.org/officeDocument/2006/relationships/tags" Target="../tags/tag911.xml"/><Relationship Id="rId9" Type="http://schemas.openxmlformats.org/officeDocument/2006/relationships/tags" Target="../tags/tag916.xml"/><Relationship Id="rId14" Type="http://schemas.openxmlformats.org/officeDocument/2006/relationships/tags" Target="../tags/tag921.xml"/></Relationships>
</file>

<file path=ppt/slides/_rels/slide23.xml.rels><?xml version="1.0" encoding="UTF-8" standalone="yes"?>
<Relationships xmlns="http://schemas.openxmlformats.org/package/2006/relationships"><Relationship Id="rId8" Type="http://schemas.openxmlformats.org/officeDocument/2006/relationships/tags" Target="../tags/tag930.xml"/><Relationship Id="rId13" Type="http://schemas.openxmlformats.org/officeDocument/2006/relationships/image" Target="../media/image32.emf"/><Relationship Id="rId3" Type="http://schemas.openxmlformats.org/officeDocument/2006/relationships/tags" Target="../tags/tag925.xml"/><Relationship Id="rId7" Type="http://schemas.openxmlformats.org/officeDocument/2006/relationships/tags" Target="../tags/tag929.xml"/><Relationship Id="rId12" Type="http://schemas.openxmlformats.org/officeDocument/2006/relationships/oleObject" Target="../embeddings/oleObject72.bin"/><Relationship Id="rId2" Type="http://schemas.openxmlformats.org/officeDocument/2006/relationships/tags" Target="../tags/tag924.xml"/><Relationship Id="rId1" Type="http://schemas.openxmlformats.org/officeDocument/2006/relationships/tags" Target="../tags/tag923.xml"/><Relationship Id="rId6" Type="http://schemas.openxmlformats.org/officeDocument/2006/relationships/tags" Target="../tags/tag928.xml"/><Relationship Id="rId11" Type="http://schemas.openxmlformats.org/officeDocument/2006/relationships/notesSlide" Target="../notesSlides/notesSlide21.xml"/><Relationship Id="rId5" Type="http://schemas.openxmlformats.org/officeDocument/2006/relationships/tags" Target="../tags/tag927.xml"/><Relationship Id="rId15" Type="http://schemas.openxmlformats.org/officeDocument/2006/relationships/slide" Target="slide8.xml"/><Relationship Id="rId10" Type="http://schemas.openxmlformats.org/officeDocument/2006/relationships/slideLayout" Target="../slideLayouts/slideLayout70.xml"/><Relationship Id="rId4" Type="http://schemas.openxmlformats.org/officeDocument/2006/relationships/tags" Target="../tags/tag926.xml"/><Relationship Id="rId9" Type="http://schemas.openxmlformats.org/officeDocument/2006/relationships/tags" Target="../tags/tag931.xml"/><Relationship Id="rId14" Type="http://schemas.openxmlformats.org/officeDocument/2006/relationships/slide" Target="slide30.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934.xml"/><Relationship Id="rId7" Type="http://schemas.openxmlformats.org/officeDocument/2006/relationships/slideLayout" Target="../slideLayouts/slideLayout66.xml"/><Relationship Id="rId2" Type="http://schemas.openxmlformats.org/officeDocument/2006/relationships/tags" Target="../tags/tag933.xml"/><Relationship Id="rId1" Type="http://schemas.openxmlformats.org/officeDocument/2006/relationships/tags" Target="../tags/tag932.xml"/><Relationship Id="rId6" Type="http://schemas.openxmlformats.org/officeDocument/2006/relationships/tags" Target="../tags/tag937.xml"/><Relationship Id="rId11" Type="http://schemas.openxmlformats.org/officeDocument/2006/relationships/image" Target="../media/image22.png"/><Relationship Id="rId5" Type="http://schemas.openxmlformats.org/officeDocument/2006/relationships/tags" Target="../tags/tag936.xml"/><Relationship Id="rId10" Type="http://schemas.openxmlformats.org/officeDocument/2006/relationships/image" Target="../media/image37.emf"/><Relationship Id="rId4" Type="http://schemas.openxmlformats.org/officeDocument/2006/relationships/tags" Target="../tags/tag935.xml"/><Relationship Id="rId9" Type="http://schemas.openxmlformats.org/officeDocument/2006/relationships/oleObject" Target="../embeddings/oleObject73.bin"/></Relationships>
</file>

<file path=ppt/slides/_rels/slide25.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image" Target="../media/image31.svg"/><Relationship Id="rId3" Type="http://schemas.openxmlformats.org/officeDocument/2006/relationships/tags" Target="../tags/tag940.xml"/><Relationship Id="rId7" Type="http://schemas.openxmlformats.org/officeDocument/2006/relationships/oleObject" Target="../embeddings/oleObject74.bin"/><Relationship Id="rId12" Type="http://schemas.openxmlformats.org/officeDocument/2006/relationships/image" Target="../media/image30.svg"/><Relationship Id="rId2" Type="http://schemas.openxmlformats.org/officeDocument/2006/relationships/tags" Target="../tags/tag939.xml"/><Relationship Id="rId1" Type="http://schemas.openxmlformats.org/officeDocument/2006/relationships/tags" Target="../tags/tag938.xml"/><Relationship Id="rId6" Type="http://schemas.openxmlformats.org/officeDocument/2006/relationships/slideLayout" Target="../slideLayouts/slideLayout66.xml"/><Relationship Id="rId11" Type="http://schemas.openxmlformats.org/officeDocument/2006/relationships/image" Target="../media/image29.svg"/><Relationship Id="rId5" Type="http://schemas.openxmlformats.org/officeDocument/2006/relationships/tags" Target="../tags/tag942.xml"/><Relationship Id="rId10" Type="http://schemas.openxmlformats.org/officeDocument/2006/relationships/image" Target="../media/image28.svg"/><Relationship Id="rId4" Type="http://schemas.openxmlformats.org/officeDocument/2006/relationships/tags" Target="../tags/tag941.xml"/><Relationship Id="rId9" Type="http://schemas.openxmlformats.org/officeDocument/2006/relationships/image" Target="../media/image27.svg"/></Relationships>
</file>

<file path=ppt/slides/_rels/slide26.xml.rels><?xml version="1.0" encoding="UTF-8" standalone="yes"?>
<Relationships xmlns="http://schemas.openxmlformats.org/package/2006/relationships"><Relationship Id="rId8" Type="http://schemas.openxmlformats.org/officeDocument/2006/relationships/tags" Target="../tags/tag950.xml"/><Relationship Id="rId13" Type="http://schemas.openxmlformats.org/officeDocument/2006/relationships/image" Target="../media/image32.emf"/><Relationship Id="rId3" Type="http://schemas.openxmlformats.org/officeDocument/2006/relationships/tags" Target="../tags/tag945.xml"/><Relationship Id="rId7" Type="http://schemas.openxmlformats.org/officeDocument/2006/relationships/tags" Target="../tags/tag949.xml"/><Relationship Id="rId12" Type="http://schemas.openxmlformats.org/officeDocument/2006/relationships/oleObject" Target="../embeddings/oleObject75.bin"/><Relationship Id="rId2" Type="http://schemas.openxmlformats.org/officeDocument/2006/relationships/tags" Target="../tags/tag944.xml"/><Relationship Id="rId1" Type="http://schemas.openxmlformats.org/officeDocument/2006/relationships/tags" Target="../tags/tag943.xml"/><Relationship Id="rId6" Type="http://schemas.openxmlformats.org/officeDocument/2006/relationships/tags" Target="../tags/tag948.xml"/><Relationship Id="rId11" Type="http://schemas.openxmlformats.org/officeDocument/2006/relationships/notesSlide" Target="../notesSlides/notesSlide23.xml"/><Relationship Id="rId5" Type="http://schemas.openxmlformats.org/officeDocument/2006/relationships/tags" Target="../tags/tag947.xml"/><Relationship Id="rId15" Type="http://schemas.openxmlformats.org/officeDocument/2006/relationships/slide" Target="slide8.xml"/><Relationship Id="rId10" Type="http://schemas.openxmlformats.org/officeDocument/2006/relationships/slideLayout" Target="../slideLayouts/slideLayout70.xml"/><Relationship Id="rId4" Type="http://schemas.openxmlformats.org/officeDocument/2006/relationships/tags" Target="../tags/tag946.xml"/><Relationship Id="rId9" Type="http://schemas.openxmlformats.org/officeDocument/2006/relationships/tags" Target="../tags/tag951.xml"/><Relationship Id="rId14" Type="http://schemas.openxmlformats.org/officeDocument/2006/relationships/slide" Target="slide30.xml"/></Relationships>
</file>

<file path=ppt/slides/_rels/slide27.xml.rels><?xml version="1.0" encoding="UTF-8" standalone="yes"?>
<Relationships xmlns="http://schemas.openxmlformats.org/package/2006/relationships"><Relationship Id="rId13" Type="http://schemas.openxmlformats.org/officeDocument/2006/relationships/tags" Target="../tags/tag964.xml"/><Relationship Id="rId18" Type="http://schemas.openxmlformats.org/officeDocument/2006/relationships/tags" Target="../tags/tag969.xml"/><Relationship Id="rId26" Type="http://schemas.openxmlformats.org/officeDocument/2006/relationships/tags" Target="../tags/tag977.xml"/><Relationship Id="rId39" Type="http://schemas.openxmlformats.org/officeDocument/2006/relationships/image" Target="../media/image40.svg"/><Relationship Id="rId21" Type="http://schemas.openxmlformats.org/officeDocument/2006/relationships/tags" Target="../tags/tag972.xml"/><Relationship Id="rId34" Type="http://schemas.openxmlformats.org/officeDocument/2006/relationships/notesSlide" Target="../notesSlides/notesSlide24.xml"/><Relationship Id="rId7" Type="http://schemas.openxmlformats.org/officeDocument/2006/relationships/tags" Target="../tags/tag958.xml"/><Relationship Id="rId2" Type="http://schemas.openxmlformats.org/officeDocument/2006/relationships/tags" Target="../tags/tag953.xml"/><Relationship Id="rId16" Type="http://schemas.openxmlformats.org/officeDocument/2006/relationships/tags" Target="../tags/tag967.xml"/><Relationship Id="rId20" Type="http://schemas.openxmlformats.org/officeDocument/2006/relationships/tags" Target="../tags/tag971.xml"/><Relationship Id="rId29" Type="http://schemas.openxmlformats.org/officeDocument/2006/relationships/tags" Target="../tags/tag980.xml"/><Relationship Id="rId41" Type="http://schemas.openxmlformats.org/officeDocument/2006/relationships/image" Target="../media/image42.svg"/><Relationship Id="rId1" Type="http://schemas.openxmlformats.org/officeDocument/2006/relationships/tags" Target="../tags/tag952.xml"/><Relationship Id="rId6" Type="http://schemas.openxmlformats.org/officeDocument/2006/relationships/tags" Target="../tags/tag957.xml"/><Relationship Id="rId11" Type="http://schemas.openxmlformats.org/officeDocument/2006/relationships/tags" Target="../tags/tag962.xml"/><Relationship Id="rId24" Type="http://schemas.openxmlformats.org/officeDocument/2006/relationships/tags" Target="../tags/tag975.xml"/><Relationship Id="rId32" Type="http://schemas.openxmlformats.org/officeDocument/2006/relationships/tags" Target="../tags/tag983.xml"/><Relationship Id="rId37" Type="http://schemas.openxmlformats.org/officeDocument/2006/relationships/chart" Target="../charts/chart11.xml"/><Relationship Id="rId40" Type="http://schemas.openxmlformats.org/officeDocument/2006/relationships/image" Target="../media/image41.svg"/><Relationship Id="rId5" Type="http://schemas.openxmlformats.org/officeDocument/2006/relationships/tags" Target="../tags/tag956.xml"/><Relationship Id="rId15" Type="http://schemas.openxmlformats.org/officeDocument/2006/relationships/tags" Target="../tags/tag966.xml"/><Relationship Id="rId23" Type="http://schemas.openxmlformats.org/officeDocument/2006/relationships/tags" Target="../tags/tag974.xml"/><Relationship Id="rId28" Type="http://schemas.openxmlformats.org/officeDocument/2006/relationships/tags" Target="../tags/tag979.xml"/><Relationship Id="rId36" Type="http://schemas.openxmlformats.org/officeDocument/2006/relationships/image" Target="../media/image34.emf"/><Relationship Id="rId10" Type="http://schemas.openxmlformats.org/officeDocument/2006/relationships/tags" Target="../tags/tag961.xml"/><Relationship Id="rId19" Type="http://schemas.openxmlformats.org/officeDocument/2006/relationships/tags" Target="../tags/tag970.xml"/><Relationship Id="rId31" Type="http://schemas.openxmlformats.org/officeDocument/2006/relationships/tags" Target="../tags/tag982.xml"/><Relationship Id="rId4" Type="http://schemas.openxmlformats.org/officeDocument/2006/relationships/tags" Target="../tags/tag955.xml"/><Relationship Id="rId9" Type="http://schemas.openxmlformats.org/officeDocument/2006/relationships/tags" Target="../tags/tag960.xml"/><Relationship Id="rId14" Type="http://schemas.openxmlformats.org/officeDocument/2006/relationships/tags" Target="../tags/tag965.xml"/><Relationship Id="rId22" Type="http://schemas.openxmlformats.org/officeDocument/2006/relationships/tags" Target="../tags/tag973.xml"/><Relationship Id="rId27" Type="http://schemas.openxmlformats.org/officeDocument/2006/relationships/tags" Target="../tags/tag978.xml"/><Relationship Id="rId30" Type="http://schemas.openxmlformats.org/officeDocument/2006/relationships/tags" Target="../tags/tag981.xml"/><Relationship Id="rId35" Type="http://schemas.openxmlformats.org/officeDocument/2006/relationships/oleObject" Target="../embeddings/oleObject76.bin"/><Relationship Id="rId8" Type="http://schemas.openxmlformats.org/officeDocument/2006/relationships/tags" Target="../tags/tag959.xml"/><Relationship Id="rId3" Type="http://schemas.openxmlformats.org/officeDocument/2006/relationships/tags" Target="../tags/tag954.xml"/><Relationship Id="rId12" Type="http://schemas.openxmlformats.org/officeDocument/2006/relationships/tags" Target="../tags/tag963.xml"/><Relationship Id="rId17" Type="http://schemas.openxmlformats.org/officeDocument/2006/relationships/tags" Target="../tags/tag968.xml"/><Relationship Id="rId25" Type="http://schemas.openxmlformats.org/officeDocument/2006/relationships/tags" Target="../tags/tag976.xml"/><Relationship Id="rId33" Type="http://schemas.openxmlformats.org/officeDocument/2006/relationships/slideLayout" Target="../slideLayouts/slideLayout66.xml"/><Relationship Id="rId38" Type="http://schemas.openxmlformats.org/officeDocument/2006/relationships/image" Target="../media/image39.svg"/></Relationships>
</file>

<file path=ppt/slides/_rels/slide28.xml.rels><?xml version="1.0" encoding="UTF-8" standalone="yes"?>
<Relationships xmlns="http://schemas.openxmlformats.org/package/2006/relationships"><Relationship Id="rId13" Type="http://schemas.openxmlformats.org/officeDocument/2006/relationships/tags" Target="../tags/tag996.xml"/><Relationship Id="rId18" Type="http://schemas.openxmlformats.org/officeDocument/2006/relationships/tags" Target="../tags/tag1001.xml"/><Relationship Id="rId26" Type="http://schemas.openxmlformats.org/officeDocument/2006/relationships/tags" Target="../tags/tag1009.xml"/><Relationship Id="rId39" Type="http://schemas.openxmlformats.org/officeDocument/2006/relationships/image" Target="../media/image41.svg"/><Relationship Id="rId21" Type="http://schemas.openxmlformats.org/officeDocument/2006/relationships/tags" Target="../tags/tag1004.xml"/><Relationship Id="rId34" Type="http://schemas.openxmlformats.org/officeDocument/2006/relationships/oleObject" Target="../embeddings/oleObject77.bin"/><Relationship Id="rId7" Type="http://schemas.openxmlformats.org/officeDocument/2006/relationships/tags" Target="../tags/tag990.xml"/><Relationship Id="rId12" Type="http://schemas.openxmlformats.org/officeDocument/2006/relationships/tags" Target="../tags/tag995.xml"/><Relationship Id="rId17" Type="http://schemas.openxmlformats.org/officeDocument/2006/relationships/tags" Target="../tags/tag1000.xml"/><Relationship Id="rId25" Type="http://schemas.openxmlformats.org/officeDocument/2006/relationships/tags" Target="../tags/tag1008.xml"/><Relationship Id="rId33" Type="http://schemas.openxmlformats.org/officeDocument/2006/relationships/notesSlide" Target="../notesSlides/notesSlide25.xml"/><Relationship Id="rId38" Type="http://schemas.openxmlformats.org/officeDocument/2006/relationships/image" Target="../media/image40.svg"/><Relationship Id="rId2" Type="http://schemas.openxmlformats.org/officeDocument/2006/relationships/tags" Target="../tags/tag985.xml"/><Relationship Id="rId16" Type="http://schemas.openxmlformats.org/officeDocument/2006/relationships/tags" Target="../tags/tag999.xml"/><Relationship Id="rId20" Type="http://schemas.openxmlformats.org/officeDocument/2006/relationships/tags" Target="../tags/tag1003.xml"/><Relationship Id="rId29" Type="http://schemas.openxmlformats.org/officeDocument/2006/relationships/tags" Target="../tags/tag1012.xml"/><Relationship Id="rId1" Type="http://schemas.openxmlformats.org/officeDocument/2006/relationships/tags" Target="../tags/tag984.xml"/><Relationship Id="rId6" Type="http://schemas.openxmlformats.org/officeDocument/2006/relationships/tags" Target="../tags/tag989.xml"/><Relationship Id="rId11" Type="http://schemas.openxmlformats.org/officeDocument/2006/relationships/tags" Target="../tags/tag994.xml"/><Relationship Id="rId24" Type="http://schemas.openxmlformats.org/officeDocument/2006/relationships/tags" Target="../tags/tag1007.xml"/><Relationship Id="rId32" Type="http://schemas.openxmlformats.org/officeDocument/2006/relationships/slideLayout" Target="../slideLayouts/slideLayout66.xml"/><Relationship Id="rId37" Type="http://schemas.openxmlformats.org/officeDocument/2006/relationships/image" Target="../media/image39.svg"/><Relationship Id="rId40" Type="http://schemas.openxmlformats.org/officeDocument/2006/relationships/image" Target="../media/image42.svg"/><Relationship Id="rId5" Type="http://schemas.openxmlformats.org/officeDocument/2006/relationships/tags" Target="../tags/tag988.xml"/><Relationship Id="rId15" Type="http://schemas.openxmlformats.org/officeDocument/2006/relationships/tags" Target="../tags/tag998.xml"/><Relationship Id="rId23" Type="http://schemas.openxmlformats.org/officeDocument/2006/relationships/tags" Target="../tags/tag1006.xml"/><Relationship Id="rId28" Type="http://schemas.openxmlformats.org/officeDocument/2006/relationships/tags" Target="../tags/tag1011.xml"/><Relationship Id="rId36" Type="http://schemas.openxmlformats.org/officeDocument/2006/relationships/chart" Target="../charts/chart12.xml"/><Relationship Id="rId10" Type="http://schemas.openxmlformats.org/officeDocument/2006/relationships/tags" Target="../tags/tag993.xml"/><Relationship Id="rId19" Type="http://schemas.openxmlformats.org/officeDocument/2006/relationships/tags" Target="../tags/tag1002.xml"/><Relationship Id="rId31" Type="http://schemas.openxmlformats.org/officeDocument/2006/relationships/tags" Target="../tags/tag1014.xml"/><Relationship Id="rId4" Type="http://schemas.openxmlformats.org/officeDocument/2006/relationships/tags" Target="../tags/tag987.xml"/><Relationship Id="rId9" Type="http://schemas.openxmlformats.org/officeDocument/2006/relationships/tags" Target="../tags/tag992.xml"/><Relationship Id="rId14" Type="http://schemas.openxmlformats.org/officeDocument/2006/relationships/tags" Target="../tags/tag997.xml"/><Relationship Id="rId22" Type="http://schemas.openxmlformats.org/officeDocument/2006/relationships/tags" Target="../tags/tag1005.xml"/><Relationship Id="rId27" Type="http://schemas.openxmlformats.org/officeDocument/2006/relationships/tags" Target="../tags/tag1010.xml"/><Relationship Id="rId30" Type="http://schemas.openxmlformats.org/officeDocument/2006/relationships/tags" Target="../tags/tag1013.xml"/><Relationship Id="rId35" Type="http://schemas.openxmlformats.org/officeDocument/2006/relationships/image" Target="../media/image34.emf"/><Relationship Id="rId8" Type="http://schemas.openxmlformats.org/officeDocument/2006/relationships/tags" Target="../tags/tag991.xml"/><Relationship Id="rId3" Type="http://schemas.openxmlformats.org/officeDocument/2006/relationships/tags" Target="../tags/tag986.xml"/></Relationships>
</file>

<file path=ppt/slides/_rels/slide29.xml.rels><?xml version="1.0" encoding="UTF-8" standalone="yes"?>
<Relationships xmlns="http://schemas.openxmlformats.org/package/2006/relationships"><Relationship Id="rId8" Type="http://schemas.openxmlformats.org/officeDocument/2006/relationships/tags" Target="../tags/tag1022.xml"/><Relationship Id="rId13" Type="http://schemas.openxmlformats.org/officeDocument/2006/relationships/image" Target="../media/image32.emf"/><Relationship Id="rId3" Type="http://schemas.openxmlformats.org/officeDocument/2006/relationships/tags" Target="../tags/tag1017.xml"/><Relationship Id="rId7" Type="http://schemas.openxmlformats.org/officeDocument/2006/relationships/tags" Target="../tags/tag1021.xml"/><Relationship Id="rId12" Type="http://schemas.openxmlformats.org/officeDocument/2006/relationships/oleObject" Target="../embeddings/oleObject78.bin"/><Relationship Id="rId2" Type="http://schemas.openxmlformats.org/officeDocument/2006/relationships/tags" Target="../tags/tag1016.xml"/><Relationship Id="rId1" Type="http://schemas.openxmlformats.org/officeDocument/2006/relationships/tags" Target="../tags/tag1015.xml"/><Relationship Id="rId6" Type="http://schemas.openxmlformats.org/officeDocument/2006/relationships/tags" Target="../tags/tag1020.xml"/><Relationship Id="rId11" Type="http://schemas.openxmlformats.org/officeDocument/2006/relationships/notesSlide" Target="../notesSlides/notesSlide26.xml"/><Relationship Id="rId5" Type="http://schemas.openxmlformats.org/officeDocument/2006/relationships/tags" Target="../tags/tag1019.xml"/><Relationship Id="rId15" Type="http://schemas.openxmlformats.org/officeDocument/2006/relationships/slide" Target="slide8.xml"/><Relationship Id="rId10" Type="http://schemas.openxmlformats.org/officeDocument/2006/relationships/slideLayout" Target="../slideLayouts/slideLayout70.xml"/><Relationship Id="rId4" Type="http://schemas.openxmlformats.org/officeDocument/2006/relationships/tags" Target="../tags/tag1018.xml"/><Relationship Id="rId9" Type="http://schemas.openxmlformats.org/officeDocument/2006/relationships/tags" Target="../tags/tag1023.xml"/><Relationship Id="rId14" Type="http://schemas.openxmlformats.org/officeDocument/2006/relationships/slide" Target="slide30.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tags" Target="../tags/tag1026.xml"/><Relationship Id="rId7" Type="http://schemas.openxmlformats.org/officeDocument/2006/relationships/notesSlide" Target="../notesSlides/notesSlide27.xml"/><Relationship Id="rId2" Type="http://schemas.openxmlformats.org/officeDocument/2006/relationships/tags" Target="../tags/tag1025.xml"/><Relationship Id="rId1" Type="http://schemas.openxmlformats.org/officeDocument/2006/relationships/tags" Target="../tags/tag1024.xml"/><Relationship Id="rId6" Type="http://schemas.openxmlformats.org/officeDocument/2006/relationships/slideLayout" Target="../slideLayouts/slideLayout71.xml"/><Relationship Id="rId5" Type="http://schemas.openxmlformats.org/officeDocument/2006/relationships/tags" Target="../tags/tag1028.xml"/><Relationship Id="rId4" Type="http://schemas.openxmlformats.org/officeDocument/2006/relationships/tags" Target="../tags/tag1027.xml"/><Relationship Id="rId9" Type="http://schemas.openxmlformats.org/officeDocument/2006/relationships/image" Target="../media/image7.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tags" Target="../tags/tag1031.xml"/><Relationship Id="rId7" Type="http://schemas.openxmlformats.org/officeDocument/2006/relationships/notesSlide" Target="../notesSlides/notesSlide28.xml"/><Relationship Id="rId2" Type="http://schemas.openxmlformats.org/officeDocument/2006/relationships/tags" Target="../tags/tag1030.xml"/><Relationship Id="rId1" Type="http://schemas.openxmlformats.org/officeDocument/2006/relationships/tags" Target="../tags/tag1029.xml"/><Relationship Id="rId6" Type="http://schemas.openxmlformats.org/officeDocument/2006/relationships/slideLayout" Target="../slideLayouts/slideLayout71.xml"/><Relationship Id="rId5" Type="http://schemas.openxmlformats.org/officeDocument/2006/relationships/tags" Target="../tags/tag1033.xml"/><Relationship Id="rId4" Type="http://schemas.openxmlformats.org/officeDocument/2006/relationships/tags" Target="../tags/tag1032.xml"/><Relationship Id="rId9" Type="http://schemas.openxmlformats.org/officeDocument/2006/relationships/image" Target="../media/image7.e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tags" Target="../tags/tag1036.xml"/><Relationship Id="rId7" Type="http://schemas.openxmlformats.org/officeDocument/2006/relationships/notesSlide" Target="../notesSlides/notesSlide29.xml"/><Relationship Id="rId2" Type="http://schemas.openxmlformats.org/officeDocument/2006/relationships/tags" Target="../tags/tag1035.xml"/><Relationship Id="rId1" Type="http://schemas.openxmlformats.org/officeDocument/2006/relationships/tags" Target="../tags/tag1034.xml"/><Relationship Id="rId6" Type="http://schemas.openxmlformats.org/officeDocument/2006/relationships/slideLayout" Target="../slideLayouts/slideLayout71.xml"/><Relationship Id="rId5" Type="http://schemas.openxmlformats.org/officeDocument/2006/relationships/tags" Target="../tags/tag1038.xml"/><Relationship Id="rId4" Type="http://schemas.openxmlformats.org/officeDocument/2006/relationships/tags" Target="../tags/tag1037.xml"/><Relationship Id="rId9" Type="http://schemas.openxmlformats.org/officeDocument/2006/relationships/image" Target="../media/image7.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tags" Target="../tags/tag1041.xml"/><Relationship Id="rId7" Type="http://schemas.openxmlformats.org/officeDocument/2006/relationships/notesSlide" Target="../notesSlides/notesSlide30.xml"/><Relationship Id="rId2" Type="http://schemas.openxmlformats.org/officeDocument/2006/relationships/tags" Target="../tags/tag1040.xml"/><Relationship Id="rId1" Type="http://schemas.openxmlformats.org/officeDocument/2006/relationships/tags" Target="../tags/tag1039.xml"/><Relationship Id="rId6" Type="http://schemas.openxmlformats.org/officeDocument/2006/relationships/slideLayout" Target="../slideLayouts/slideLayout71.xml"/><Relationship Id="rId5" Type="http://schemas.openxmlformats.org/officeDocument/2006/relationships/tags" Target="../tags/tag1043.xml"/><Relationship Id="rId4" Type="http://schemas.openxmlformats.org/officeDocument/2006/relationships/tags" Target="../tags/tag1042.xml"/><Relationship Id="rId9" Type="http://schemas.openxmlformats.org/officeDocument/2006/relationships/image" Target="../media/image7.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tags" Target="../tags/tag1046.xml"/><Relationship Id="rId7" Type="http://schemas.openxmlformats.org/officeDocument/2006/relationships/notesSlide" Target="../notesSlides/notesSlide31.xml"/><Relationship Id="rId2" Type="http://schemas.openxmlformats.org/officeDocument/2006/relationships/tags" Target="../tags/tag1045.xml"/><Relationship Id="rId1" Type="http://schemas.openxmlformats.org/officeDocument/2006/relationships/tags" Target="../tags/tag1044.xml"/><Relationship Id="rId6" Type="http://schemas.openxmlformats.org/officeDocument/2006/relationships/slideLayout" Target="../slideLayouts/slideLayout71.xml"/><Relationship Id="rId5" Type="http://schemas.openxmlformats.org/officeDocument/2006/relationships/tags" Target="../tags/tag1048.xml"/><Relationship Id="rId4" Type="http://schemas.openxmlformats.org/officeDocument/2006/relationships/tags" Target="../tags/tag1047.xml"/><Relationship Id="rId9" Type="http://schemas.openxmlformats.org/officeDocument/2006/relationships/image" Target="../media/image7.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tags" Target="../tags/tag1051.xml"/><Relationship Id="rId7" Type="http://schemas.openxmlformats.org/officeDocument/2006/relationships/notesSlide" Target="../notesSlides/notesSlide32.xml"/><Relationship Id="rId2" Type="http://schemas.openxmlformats.org/officeDocument/2006/relationships/tags" Target="../tags/tag1050.xml"/><Relationship Id="rId1" Type="http://schemas.openxmlformats.org/officeDocument/2006/relationships/tags" Target="../tags/tag1049.xml"/><Relationship Id="rId6" Type="http://schemas.openxmlformats.org/officeDocument/2006/relationships/slideLayout" Target="../slideLayouts/slideLayout71.xml"/><Relationship Id="rId5" Type="http://schemas.openxmlformats.org/officeDocument/2006/relationships/tags" Target="../tags/tag1053.xml"/><Relationship Id="rId4" Type="http://schemas.openxmlformats.org/officeDocument/2006/relationships/tags" Target="../tags/tag1052.xml"/><Relationship Id="rId9"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FC82A3A-0A2D-4C91-9164-E53833C359F6}"/>
              </a:ext>
            </a:extLst>
          </p:cNvPr>
          <p:cNvGraphicFramePr>
            <a:graphicFrameLocks noChangeAspect="1"/>
          </p:cNvGraphicFramePr>
          <p:nvPr>
            <p:custDataLst>
              <p:tags r:id="rId2"/>
            </p:custDataLst>
            <p:extLst>
              <p:ext uri="{D42A27DB-BD31-4B8C-83A1-F6EECF244321}">
                <p14:modId xmlns:p14="http://schemas.microsoft.com/office/powerpoint/2010/main" val="255527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DFC82A3A-0A2D-4C91-9164-E53833C359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108DE052-9238-470A-B7A3-D8EB461E3CEB}"/>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4400" b="1" i="0" u="none" strike="noStrike" kern="1200" cap="none" spc="0" normalizeH="0" baseline="0" noProof="0" err="1">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7" name="Documenttype">
            <a:extLst>
              <a:ext uri="{FF2B5EF4-FFF2-40B4-BE49-F238E27FC236}">
                <a16:creationId xmlns:a16="http://schemas.microsoft.com/office/drawing/2014/main" id="{DA858B46-5D1F-EBE1-D8A9-51E5B8C2925C}"/>
              </a:ext>
            </a:extLst>
          </p:cNvPr>
          <p:cNvSpPr>
            <a:spLocks noGrp="1"/>
          </p:cNvSpPr>
          <p:nvPr>
            <p:ph type="body" sz="quarter" idx="13"/>
            <p:custDataLst>
              <p:tags r:id="rId4"/>
            </p:custDataLst>
          </p:nvPr>
        </p:nvSpPr>
        <p:spPr>
          <a:noFill/>
          <a:ln/>
          <a:extLst>
            <a:ext uri="{909E8E84-426E-40DD-AFC4-6F175D3DCCD1}">
              <a14:hiddenFill xmlns:a14="http://schemas.microsoft.com/office/drawing/2010/main">
                <a:solidFill>
                  <a:srgbClr val="FFFFFF"/>
                </a:solidFill>
              </a14:hiddenFill>
            </a:ext>
          </a:extLst>
        </p:spPr>
        <p:txBody>
          <a:bodyPr>
            <a:spAutoFit/>
          </a:bodyPr>
          <a:lstStyle/>
          <a:p>
            <a:r>
              <a:rPr lang="en-US"/>
              <a:t>June 2026</a:t>
            </a:r>
          </a:p>
        </p:txBody>
      </p:sp>
      <p:sp>
        <p:nvSpPr>
          <p:cNvPr id="11" name="Subtitle">
            <a:extLst>
              <a:ext uri="{FF2B5EF4-FFF2-40B4-BE49-F238E27FC236}">
                <a16:creationId xmlns:a16="http://schemas.microsoft.com/office/drawing/2014/main" id="{88411BE9-77FF-42E6-1F8B-2D95D26AEB2E}"/>
              </a:ext>
            </a:extLst>
          </p:cNvPr>
          <p:cNvSpPr>
            <a:spLocks noGrp="1"/>
          </p:cNvSpPr>
          <p:nvPr>
            <p:ph type="subTitle" idx="1"/>
            <p:custDataLst>
              <p:tags r:id="rId5"/>
            </p:custDataLst>
          </p:nvPr>
        </p:nvSpPr>
        <p:spPr>
          <a:xfrm>
            <a:off x="558977" y="4141454"/>
            <a:ext cx="6578247" cy="276999"/>
          </a:xfrm>
          <a:noFill/>
          <a:ln/>
          <a:extLst>
            <a:ext uri="{909E8E84-426E-40DD-AFC4-6F175D3DCCD1}">
              <a14:hiddenFill xmlns:a14="http://schemas.microsoft.com/office/drawing/2010/main">
                <a:solidFill>
                  <a:srgbClr val="FFFFFF"/>
                </a:solidFill>
              </a14:hiddenFill>
            </a:ext>
          </a:extLst>
        </p:spPr>
        <p:txBody>
          <a:bodyPr>
            <a:spAutoFit/>
          </a:bodyPr>
          <a:lstStyle/>
          <a:p>
            <a:r>
              <a:rPr lang="en-US"/>
              <a:t>Preliminary Results</a:t>
            </a:r>
          </a:p>
        </p:txBody>
      </p:sp>
      <p:sp>
        <p:nvSpPr>
          <p:cNvPr id="4" name="Title">
            <a:extLst>
              <a:ext uri="{FF2B5EF4-FFF2-40B4-BE49-F238E27FC236}">
                <a16:creationId xmlns:a16="http://schemas.microsoft.com/office/drawing/2014/main" id="{FA5D4630-F7DD-45DE-8B28-13C4C3DDAD21}"/>
              </a:ext>
            </a:extLst>
          </p:cNvPr>
          <p:cNvSpPr>
            <a:spLocks noGrp="1"/>
          </p:cNvSpPr>
          <p:nvPr>
            <p:ph type="title"/>
            <p:custDataLst>
              <p:tags r:id="rId6"/>
            </p:custDataLst>
          </p:nvPr>
        </p:nvSpPr>
        <p:spPr>
          <a:xfrm>
            <a:off x="558977" y="2796048"/>
            <a:ext cx="6578247" cy="1231106"/>
          </a:xfrm>
          <a:noFill/>
          <a:ln/>
          <a:extLst>
            <a:ext uri="{909E8E84-426E-40DD-AFC4-6F175D3DCCD1}">
              <a14:hiddenFill xmlns:a14="http://schemas.microsoft.com/office/drawing/2010/main">
                <a:solidFill>
                  <a:srgbClr val="FFFFFF"/>
                </a:solidFill>
              </a14:hiddenFill>
            </a:ext>
          </a:extLst>
        </p:spPr>
        <p:txBody>
          <a:bodyPr vert="horz"/>
          <a:lstStyle/>
          <a:p>
            <a:r>
              <a:rPr lang="en-US">
                <a:latin typeface="+mj-lt"/>
                <a:ea typeface="Tahoma" panose="020B0604030504040204" pitchFamily="34" charset="0"/>
                <a:cs typeface="Tahoma" panose="020B0604030504040204" pitchFamily="34" charset="0"/>
              </a:rPr>
              <a:t>PASHA Bank Tech &amp; AI Quotient Assessment</a:t>
            </a:r>
          </a:p>
        </p:txBody>
      </p:sp>
      <p:pic>
        <p:nvPicPr>
          <p:cNvPr id="6" name="Picture 2" descr="File:PASHA Bank Georgia logo (English ...">
            <a:extLst>
              <a:ext uri="{FF2B5EF4-FFF2-40B4-BE49-F238E27FC236}">
                <a16:creationId xmlns:a16="http://schemas.microsoft.com/office/drawing/2014/main" id="{7EEF987B-A981-36CA-3391-6F9BBD27BCB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1941" y="4761604"/>
            <a:ext cx="2760701" cy="6645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95890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97354-171C-F3DA-3B2D-8A7CDB7151AA}"/>
            </a:ext>
          </a:extLst>
        </p:cNvPr>
        <p:cNvGrpSpPr/>
        <p:nvPr/>
      </p:nvGrpSpPr>
      <p:grpSpPr>
        <a:xfrm>
          <a:off x="0" y="0"/>
          <a:ext cx="0" cy="0"/>
          <a:chOff x="0" y="0"/>
          <a:chExt cx="0" cy="0"/>
        </a:xfrm>
      </p:grpSpPr>
      <p:graphicFrame>
        <p:nvGraphicFramePr>
          <p:cNvPr id="8" name="Object 1" hidden="1">
            <a:extLst>
              <a:ext uri="{FF2B5EF4-FFF2-40B4-BE49-F238E27FC236}">
                <a16:creationId xmlns:a16="http://schemas.microsoft.com/office/drawing/2014/main" id="{47546B69-B2C6-5C03-21EC-E72F410E0EBC}"/>
              </a:ext>
            </a:extLst>
          </p:cNvPr>
          <p:cNvGraphicFramePr>
            <a:graphicFrameLocks noChangeAspect="1"/>
          </p:cNvGraphicFramePr>
          <p:nvPr>
            <p:custDataLst>
              <p:tags r:id="rId1"/>
            </p:custDataLst>
            <p:extLst>
              <p:ext uri="{D42A27DB-BD31-4B8C-83A1-F6EECF244321}">
                <p14:modId xmlns:p14="http://schemas.microsoft.com/office/powerpoint/2010/main" val="1796480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8" name="Object 1" hidden="1">
                        <a:extLst>
                          <a:ext uri="{FF2B5EF4-FFF2-40B4-BE49-F238E27FC236}">
                            <a16:creationId xmlns:a16="http://schemas.microsoft.com/office/drawing/2014/main" id="{47546B69-B2C6-5C03-21EC-E72F410E0EB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483D1EE-90EE-D629-C70F-A1D6076BA380}"/>
              </a:ext>
            </a:extLst>
          </p:cNvPr>
          <p:cNvSpPr>
            <a:spLocks noGrp="1"/>
          </p:cNvSpPr>
          <p:nvPr>
            <p:ph type="title" idx="4294967295"/>
          </p:nvPr>
        </p:nvSpPr>
        <p:spPr>
          <a:xfrm>
            <a:off x="552897" y="533956"/>
            <a:ext cx="10531028" cy="369332"/>
          </a:xfrm>
        </p:spPr>
        <p:txBody>
          <a:bodyPr vert="horz"/>
          <a:lstStyle/>
          <a:p>
            <a:r>
              <a:rPr lang="en-US" noProof="0" dirty="0"/>
              <a:t>Executive Summary (1/2)</a:t>
            </a:r>
          </a:p>
        </p:txBody>
      </p:sp>
      <p:grpSp>
        <p:nvGrpSpPr>
          <p:cNvPr id="39" name="Group 38">
            <a:extLst>
              <a:ext uri="{FF2B5EF4-FFF2-40B4-BE49-F238E27FC236}">
                <a16:creationId xmlns:a16="http://schemas.microsoft.com/office/drawing/2014/main" id="{60FAF751-F6DF-4120-87D5-10069A234A8B}"/>
              </a:ext>
            </a:extLst>
          </p:cNvPr>
          <p:cNvGrpSpPr/>
          <p:nvPr/>
        </p:nvGrpSpPr>
        <p:grpSpPr>
          <a:xfrm>
            <a:off x="482118" y="1122155"/>
            <a:ext cx="11152671" cy="1431161"/>
            <a:chOff x="482118" y="1122155"/>
            <a:chExt cx="11152671" cy="1431161"/>
          </a:xfrm>
        </p:grpSpPr>
        <p:sp>
          <p:nvSpPr>
            <p:cNvPr id="11" name="TextBox 10">
              <a:extLst>
                <a:ext uri="{FF2B5EF4-FFF2-40B4-BE49-F238E27FC236}">
                  <a16:creationId xmlns:a16="http://schemas.microsoft.com/office/drawing/2014/main" id="{D013552C-C811-2DD9-8C4B-E2819AB25DD9}"/>
                </a:ext>
              </a:extLst>
            </p:cNvPr>
            <p:cNvSpPr txBox="1">
              <a:spLocks/>
            </p:cNvSpPr>
            <p:nvPr/>
          </p:nvSpPr>
          <p:spPr>
            <a:xfrm>
              <a:off x="1612567" y="1122155"/>
              <a:ext cx="10022222" cy="143116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100" dirty="0"/>
                <a:t>In June 2026, PASHA Bank completed its AI Quotient assessment across six dimensions and 30 management practices to benchmark Tech &amp; AI maturity against global banking peers. </a:t>
              </a:r>
              <a:r>
                <a:rPr lang="en-IN" sz="1100" b="1" dirty="0"/>
                <a:t>PASHA Bank has established an emerging foundation for Tech &amp; AI, </a:t>
              </a:r>
              <a:r>
                <a:rPr lang="en-IN" sz="1100" dirty="0"/>
                <a:t>with early momentum in data, selected AI platforms, and a focused set of business use cases, but it remains at an </a:t>
              </a:r>
              <a:r>
                <a:rPr lang="en-IN" sz="1100" b="1" dirty="0"/>
                <a:t>early stage of enterprise-scale adoption</a:t>
              </a:r>
              <a:r>
                <a:rPr lang="en-IN" sz="1100" dirty="0"/>
                <a:t>. With an </a:t>
              </a:r>
              <a:r>
                <a:rPr lang="en-IN" sz="1100" b="1" dirty="0"/>
                <a:t>AIQ score of 28</a:t>
              </a:r>
              <a:r>
                <a:rPr lang="en-IN" sz="1100" dirty="0"/>
                <a:t>, PASHA Bank sits in the Tech &amp; AI Emerger archetype, below </a:t>
              </a:r>
              <a:r>
                <a:rPr lang="en-IN" sz="1100" b="1" dirty="0"/>
                <a:t>peer average at 38 </a:t>
              </a:r>
              <a:r>
                <a:rPr lang="en-IN" sz="1100" dirty="0"/>
                <a:t>and materially behind </a:t>
              </a:r>
              <a:r>
                <a:rPr lang="en-IN" sz="1100" b="1" dirty="0"/>
                <a:t>peer leaders at 63, </a:t>
              </a:r>
              <a:r>
                <a:rPr lang="en-IN" sz="1100" dirty="0"/>
                <a:t>indicating </a:t>
              </a:r>
              <a:r>
                <a:rPr lang="en-IN" sz="1100" b="1" dirty="0"/>
                <a:t>clear headroom to scale impact.</a:t>
              </a:r>
            </a:p>
            <a:p>
              <a:r>
                <a:rPr lang="en-IN" sz="1100" dirty="0"/>
                <a:t>PASHA Bank has already created </a:t>
              </a:r>
              <a:r>
                <a:rPr lang="en-IN" sz="1100" b="1" dirty="0"/>
                <a:t>credible proof points </a:t>
              </a:r>
              <a:r>
                <a:rPr lang="en-IN" sz="1100" dirty="0"/>
                <a:t>in </a:t>
              </a:r>
              <a:r>
                <a:rPr lang="en-IN" sz="1100" b="1" dirty="0"/>
                <a:t>lending and risk models, CRM-related GenAI use cases, </a:t>
              </a:r>
              <a:r>
                <a:rPr lang="en-IN" sz="1100" dirty="0"/>
                <a:t>and early </a:t>
              </a:r>
              <a:r>
                <a:rPr lang="en-IN" sz="1100" b="1" dirty="0"/>
                <a:t>internal chatbots,</a:t>
              </a:r>
              <a:r>
                <a:rPr lang="en-IN" sz="1100" dirty="0"/>
                <a:t> while beginning to explore </a:t>
              </a:r>
              <a:r>
                <a:rPr lang="en-IN" sz="1100" b="1" dirty="0"/>
                <a:t>agentic AI </a:t>
              </a:r>
              <a:r>
                <a:rPr lang="en-IN" sz="1100" dirty="0"/>
                <a:t>in operational workflows such as </a:t>
              </a:r>
              <a:r>
                <a:rPr lang="en-IN" sz="1100" b="1" dirty="0"/>
                <a:t>international payment settlements. </a:t>
              </a:r>
              <a:r>
                <a:rPr lang="en-IN" sz="1100" dirty="0"/>
                <a:t>However, converting these wins into </a:t>
              </a:r>
              <a:r>
                <a:rPr lang="en-IN" sz="1100" b="1" dirty="0"/>
                <a:t>repeatable enterprise value</a:t>
              </a:r>
              <a:r>
                <a:rPr lang="en-IN" sz="1100" dirty="0"/>
                <a:t> will require a </a:t>
              </a:r>
              <a:r>
                <a:rPr lang="en-IN" sz="1100" b="1" dirty="0"/>
                <a:t>stronger operating model, broader business ownership, tighter data discipline, </a:t>
              </a:r>
              <a:r>
                <a:rPr lang="en-IN" sz="1100" dirty="0"/>
                <a:t>and more </a:t>
              </a:r>
              <a:r>
                <a:rPr lang="en-IN" sz="1100" b="1" dirty="0"/>
                <a:t>robust enterprise tooling and guardrails.</a:t>
              </a:r>
            </a:p>
          </p:txBody>
        </p:sp>
        <p:grpSp>
          <p:nvGrpSpPr>
            <p:cNvPr id="2" name="Group 1">
              <a:extLst>
                <a:ext uri="{FF2B5EF4-FFF2-40B4-BE49-F238E27FC236}">
                  <a16:creationId xmlns:a16="http://schemas.microsoft.com/office/drawing/2014/main" id="{035CF3BF-10BB-26A1-F992-0B2D7469FBC3}"/>
                </a:ext>
              </a:extLst>
            </p:cNvPr>
            <p:cNvGrpSpPr/>
            <p:nvPr/>
          </p:nvGrpSpPr>
          <p:grpSpPr>
            <a:xfrm>
              <a:off x="482118" y="1122155"/>
              <a:ext cx="1130449" cy="1087839"/>
              <a:chOff x="482118" y="1342851"/>
              <a:chExt cx="1130449" cy="1087839"/>
            </a:xfrm>
          </p:grpSpPr>
          <p:sp>
            <p:nvSpPr>
              <p:cNvPr id="10" name="TextBox 9">
                <a:extLst>
                  <a:ext uri="{FF2B5EF4-FFF2-40B4-BE49-F238E27FC236}">
                    <a16:creationId xmlns:a16="http://schemas.microsoft.com/office/drawing/2014/main" id="{36FBB05C-7FFE-90DC-5287-5CB3482387A3}"/>
                  </a:ext>
                </a:extLst>
              </p:cNvPr>
              <p:cNvSpPr txBox="1"/>
              <p:nvPr/>
            </p:nvSpPr>
            <p:spPr>
              <a:xfrm>
                <a:off x="482118" y="1342851"/>
                <a:ext cx="1130449"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Overview </a:t>
                </a:r>
              </a:p>
            </p:txBody>
          </p:sp>
          <p:grpSp>
            <p:nvGrpSpPr>
              <p:cNvPr id="14" name="Group 13">
                <a:extLst>
                  <a:ext uri="{FF2B5EF4-FFF2-40B4-BE49-F238E27FC236}">
                    <a16:creationId xmlns:a16="http://schemas.microsoft.com/office/drawing/2014/main" id="{DD83DEFD-D2EC-7FAE-9F7C-6B44529A2B8C}"/>
                  </a:ext>
                </a:extLst>
              </p:cNvPr>
              <p:cNvGrpSpPr/>
              <p:nvPr/>
            </p:nvGrpSpPr>
            <p:grpSpPr>
              <a:xfrm>
                <a:off x="482118" y="1636609"/>
                <a:ext cx="915859" cy="794081"/>
                <a:chOff x="636104" y="1020083"/>
                <a:chExt cx="915859" cy="794081"/>
              </a:xfrm>
            </p:grpSpPr>
            <p:grpSp>
              <p:nvGrpSpPr>
                <p:cNvPr id="15" name="Group 14">
                  <a:extLst>
                    <a:ext uri="{FF2B5EF4-FFF2-40B4-BE49-F238E27FC236}">
                      <a16:creationId xmlns:a16="http://schemas.microsoft.com/office/drawing/2014/main" id="{5685C777-2DDE-F49F-F88B-0AFEDA9D94E0}"/>
                    </a:ext>
                  </a:extLst>
                </p:cNvPr>
                <p:cNvGrpSpPr/>
                <p:nvPr/>
              </p:nvGrpSpPr>
              <p:grpSpPr>
                <a:xfrm>
                  <a:off x="811103" y="1073304"/>
                  <a:ext cx="740860" cy="740860"/>
                  <a:chOff x="1003300" y="2908300"/>
                  <a:chExt cx="1019810" cy="1019810"/>
                </a:xfrm>
                <a:solidFill>
                  <a:schemeClr val="accent2"/>
                </a:solidFill>
              </p:grpSpPr>
              <p:sp>
                <p:nvSpPr>
                  <p:cNvPr id="17" name="Oval 16">
                    <a:extLst>
                      <a:ext uri="{FF2B5EF4-FFF2-40B4-BE49-F238E27FC236}">
                        <a16:creationId xmlns:a16="http://schemas.microsoft.com/office/drawing/2014/main" id="{5B92D167-33BC-69E9-B1F6-E1C2CD8AB682}"/>
                      </a:ext>
                    </a:extLst>
                  </p:cNvPr>
                  <p:cNvSpPr>
                    <a:spLocks noChangeAspect="1"/>
                  </p:cNvSpPr>
                  <p:nvPr/>
                </p:nvSpPr>
                <p:spPr>
                  <a:xfrm>
                    <a:off x="1003300" y="2908300"/>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mn-cs"/>
                    </a:endParaRPr>
                  </a:p>
                </p:txBody>
              </p:sp>
              <p:pic>
                <p:nvPicPr>
                  <p:cNvPr id="18" name="Graphic 17">
                    <a:extLst>
                      <a:ext uri="{FF2B5EF4-FFF2-40B4-BE49-F238E27FC236}">
                        <a16:creationId xmlns:a16="http://schemas.microsoft.com/office/drawing/2014/main" id="{D1BC2EFF-BDC2-4832-D1DF-33B929248846}"/>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1208405" y="3113405"/>
                    <a:ext cx="609600" cy="609600"/>
                  </a:xfrm>
                  <a:prstGeom prst="rect">
                    <a:avLst/>
                  </a:prstGeom>
                </p:spPr>
              </p:pic>
            </p:grpSp>
            <p:sp>
              <p:nvSpPr>
                <p:cNvPr id="16" name="Oval 15">
                  <a:extLst>
                    <a:ext uri="{FF2B5EF4-FFF2-40B4-BE49-F238E27FC236}">
                      <a16:creationId xmlns:a16="http://schemas.microsoft.com/office/drawing/2014/main" id="{46F10771-909A-9A6D-32BB-7B9D0CED4A5F}"/>
                    </a:ext>
                  </a:extLst>
                </p:cNvPr>
                <p:cNvSpPr/>
                <p:nvPr/>
              </p:nvSpPr>
              <p:spPr>
                <a:xfrm>
                  <a:off x="636104" y="1020083"/>
                  <a:ext cx="333938" cy="333938"/>
                </a:xfrm>
                <a:prstGeom prst="ellipse">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000000"/>
                      </a:solidFill>
                      <a:effectLst/>
                      <a:uLnTx/>
                      <a:uFillTx/>
                      <a:ea typeface="+mn-ea"/>
                      <a:cs typeface="+mn-cs"/>
                    </a:rPr>
                    <a:t>1</a:t>
                  </a:r>
                </a:p>
              </p:txBody>
            </p:sp>
          </p:grpSp>
        </p:grpSp>
      </p:grpSp>
      <p:grpSp>
        <p:nvGrpSpPr>
          <p:cNvPr id="36" name="Group 35">
            <a:extLst>
              <a:ext uri="{FF2B5EF4-FFF2-40B4-BE49-F238E27FC236}">
                <a16:creationId xmlns:a16="http://schemas.microsoft.com/office/drawing/2014/main" id="{5E7AAAAE-B730-C0F8-B707-FCE668C40076}"/>
              </a:ext>
            </a:extLst>
          </p:cNvPr>
          <p:cNvGrpSpPr/>
          <p:nvPr/>
        </p:nvGrpSpPr>
        <p:grpSpPr>
          <a:xfrm>
            <a:off x="480279" y="2933370"/>
            <a:ext cx="11341606" cy="1386484"/>
            <a:chOff x="480279" y="2403900"/>
            <a:chExt cx="11341606" cy="1386484"/>
          </a:xfrm>
        </p:grpSpPr>
        <p:grpSp>
          <p:nvGrpSpPr>
            <p:cNvPr id="22" name="Group 21">
              <a:extLst>
                <a:ext uri="{FF2B5EF4-FFF2-40B4-BE49-F238E27FC236}">
                  <a16:creationId xmlns:a16="http://schemas.microsoft.com/office/drawing/2014/main" id="{6E7E1056-028A-0D24-087D-C4628B7CA399}"/>
                </a:ext>
              </a:extLst>
            </p:cNvPr>
            <p:cNvGrpSpPr/>
            <p:nvPr/>
          </p:nvGrpSpPr>
          <p:grpSpPr>
            <a:xfrm>
              <a:off x="480279" y="2403900"/>
              <a:ext cx="1103465" cy="1386484"/>
              <a:chOff x="480279" y="2403900"/>
              <a:chExt cx="1103465" cy="1386484"/>
            </a:xfrm>
          </p:grpSpPr>
          <p:grpSp>
            <p:nvGrpSpPr>
              <p:cNvPr id="3" name="Group 2">
                <a:extLst>
                  <a:ext uri="{FF2B5EF4-FFF2-40B4-BE49-F238E27FC236}">
                    <a16:creationId xmlns:a16="http://schemas.microsoft.com/office/drawing/2014/main" id="{0ED22A3D-1E03-6BA2-6FCA-52FA01083952}"/>
                  </a:ext>
                </a:extLst>
              </p:cNvPr>
              <p:cNvGrpSpPr/>
              <p:nvPr/>
            </p:nvGrpSpPr>
            <p:grpSpPr>
              <a:xfrm>
                <a:off x="480279" y="2403900"/>
                <a:ext cx="1103465" cy="1386484"/>
                <a:chOff x="480279" y="2481724"/>
                <a:chExt cx="1103465" cy="1386484"/>
              </a:xfrm>
            </p:grpSpPr>
            <p:sp>
              <p:nvSpPr>
                <p:cNvPr id="23" name="TextBox 22">
                  <a:extLst>
                    <a:ext uri="{FF2B5EF4-FFF2-40B4-BE49-F238E27FC236}">
                      <a16:creationId xmlns:a16="http://schemas.microsoft.com/office/drawing/2014/main" id="{F842880F-5D9D-1E10-3406-C3FA84D44A37}"/>
                    </a:ext>
                  </a:extLst>
                </p:cNvPr>
                <p:cNvSpPr txBox="1"/>
                <p:nvPr/>
              </p:nvSpPr>
              <p:spPr>
                <a:xfrm>
                  <a:off x="480279" y="2481724"/>
                  <a:ext cx="1103465" cy="492443"/>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600" b="1" i="0" u="none" strike="noStrike" kern="1200" cap="none" spc="0" normalizeH="0" baseline="0" noProof="0" dirty="0">
                      <a:ln>
                        <a:noFill/>
                      </a:ln>
                      <a:solidFill>
                        <a:srgbClr val="000000"/>
                      </a:solidFill>
                      <a:effectLst/>
                      <a:uLnTx/>
                      <a:uFillTx/>
                      <a:ea typeface="+mn-ea"/>
                      <a:cs typeface="Arial" panose="020B0604020202020204" pitchFamily="34" charset="0"/>
                    </a:rPr>
                    <a:t>Key strengths</a:t>
                  </a:r>
                </a:p>
              </p:txBody>
            </p:sp>
            <p:grpSp>
              <p:nvGrpSpPr>
                <p:cNvPr id="24" name="Group 23">
                  <a:extLst>
                    <a:ext uri="{FF2B5EF4-FFF2-40B4-BE49-F238E27FC236}">
                      <a16:creationId xmlns:a16="http://schemas.microsoft.com/office/drawing/2014/main" id="{2533BF2A-142A-27B6-3BCA-140B6A5EFF25}"/>
                    </a:ext>
                  </a:extLst>
                </p:cNvPr>
                <p:cNvGrpSpPr/>
                <p:nvPr/>
              </p:nvGrpSpPr>
              <p:grpSpPr>
                <a:xfrm>
                  <a:off x="480279" y="3074127"/>
                  <a:ext cx="915859" cy="794081"/>
                  <a:chOff x="482118" y="3805528"/>
                  <a:chExt cx="915859" cy="794081"/>
                </a:xfrm>
              </p:grpSpPr>
              <p:sp>
                <p:nvSpPr>
                  <p:cNvPr id="25" name="Oval 24">
                    <a:extLst>
                      <a:ext uri="{FF2B5EF4-FFF2-40B4-BE49-F238E27FC236}">
                        <a16:creationId xmlns:a16="http://schemas.microsoft.com/office/drawing/2014/main" id="{B298D592-8873-2C27-CA81-77D75BD403A8}"/>
                      </a:ext>
                    </a:extLst>
                  </p:cNvPr>
                  <p:cNvSpPr>
                    <a:spLocks noChangeAspect="1"/>
                  </p:cNvSpPr>
                  <p:nvPr/>
                </p:nvSpPr>
                <p:spPr>
                  <a:xfrm>
                    <a:off x="657117" y="3858749"/>
                    <a:ext cx="740860" cy="7408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mn-cs"/>
                    </a:endParaRPr>
                  </a:p>
                </p:txBody>
              </p:sp>
              <p:sp>
                <p:nvSpPr>
                  <p:cNvPr id="26" name="Oval 25">
                    <a:extLst>
                      <a:ext uri="{FF2B5EF4-FFF2-40B4-BE49-F238E27FC236}">
                        <a16:creationId xmlns:a16="http://schemas.microsoft.com/office/drawing/2014/main" id="{3C82469C-9E86-3634-C1E5-5F782669024C}"/>
                      </a:ext>
                    </a:extLst>
                  </p:cNvPr>
                  <p:cNvSpPr/>
                  <p:nvPr/>
                </p:nvSpPr>
                <p:spPr>
                  <a:xfrm>
                    <a:off x="482118" y="3805528"/>
                    <a:ext cx="333938" cy="333938"/>
                  </a:xfrm>
                  <a:prstGeom prst="ellipse">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mn-cs"/>
                      </a:rPr>
                      <a:t>2</a:t>
                    </a:r>
                  </a:p>
                </p:txBody>
              </p:sp>
            </p:grpSp>
          </p:grpSp>
          <p:pic>
            <p:nvPicPr>
              <p:cNvPr id="33" name="Icon">
                <a:extLst>
                  <a:ext uri="{FF2B5EF4-FFF2-40B4-BE49-F238E27FC236}">
                    <a16:creationId xmlns:a16="http://schemas.microsoft.com/office/drawing/2014/main" id="{015CA2BF-4943-DC58-26D9-497F7A9576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5718" y="3184667"/>
                <a:ext cx="439981" cy="439981"/>
              </a:xfrm>
              <a:prstGeom prst="rect">
                <a:avLst/>
              </a:prstGeom>
            </p:spPr>
          </p:pic>
        </p:grpSp>
        <p:sp>
          <p:nvSpPr>
            <p:cNvPr id="35" name="TextBox 34">
              <a:extLst>
                <a:ext uri="{FF2B5EF4-FFF2-40B4-BE49-F238E27FC236}">
                  <a16:creationId xmlns:a16="http://schemas.microsoft.com/office/drawing/2014/main" id="{8778C181-458C-EFD4-D828-E203ADA14A3D}"/>
                </a:ext>
              </a:extLst>
            </p:cNvPr>
            <p:cNvSpPr txBox="1">
              <a:spLocks/>
            </p:cNvSpPr>
            <p:nvPr/>
          </p:nvSpPr>
          <p:spPr>
            <a:xfrm>
              <a:off x="1612568" y="2403900"/>
              <a:ext cx="10209317" cy="1338828"/>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IN" sz="1100" b="1" dirty="0"/>
                <a:t>Strong initial value cases </a:t>
              </a:r>
              <a:r>
                <a:rPr lang="en-IN" sz="1100" dirty="0"/>
                <a:t>are already visible, with traditional ML delivering impact in </a:t>
              </a:r>
              <a:r>
                <a:rPr lang="en-IN" sz="1100" b="1" dirty="0"/>
                <a:t>lending and risk</a:t>
              </a:r>
              <a:r>
                <a:rPr lang="en-IN" sz="1100" dirty="0"/>
                <a:t>, including digital loans that helped reduce NPLs</a:t>
              </a:r>
            </a:p>
            <a:p>
              <a:pPr lvl="1"/>
              <a:r>
                <a:rPr lang="en-IN" sz="1100" dirty="0"/>
                <a:t>PASHA Bank has begun building an </a:t>
              </a:r>
              <a:r>
                <a:rPr lang="en-IN" sz="1100" b="1" dirty="0"/>
                <a:t>enterprise AI toolset,</a:t>
              </a:r>
              <a:r>
                <a:rPr lang="en-IN" sz="1100" dirty="0"/>
                <a:t> including </a:t>
              </a:r>
              <a:r>
                <a:rPr lang="en-IN" sz="1100" b="1" dirty="0"/>
                <a:t>Data IQ, Open WebUI, GitHub Copilot</a:t>
              </a:r>
              <a:r>
                <a:rPr lang="en-IN" sz="1100" dirty="0"/>
                <a:t> for engineers, an </a:t>
              </a:r>
              <a:r>
                <a:rPr lang="en-IN" sz="1100" b="1" dirty="0"/>
                <a:t>HR chatbot,</a:t>
              </a:r>
              <a:r>
                <a:rPr lang="en-IN" sz="1100" dirty="0"/>
                <a:t> and an in-progress </a:t>
              </a:r>
              <a:r>
                <a:rPr lang="en-IN" sz="1100" b="1" dirty="0"/>
                <a:t>Service Desk chatbot</a:t>
              </a:r>
            </a:p>
            <a:p>
              <a:pPr lvl="1"/>
              <a:r>
                <a:rPr lang="en-IN" sz="1100" b="1" dirty="0"/>
                <a:t>Data is a strong relative dimension</a:t>
              </a:r>
              <a:r>
                <a:rPr lang="en-IN" sz="1100" dirty="0"/>
                <a:t> in the AIQ, supported by structured core data flows and an ongoing transition toward a </a:t>
              </a:r>
              <a:r>
                <a:rPr lang="en-IN" sz="1100" b="1" dirty="0"/>
                <a:t>Data Lakehouse architecture</a:t>
              </a:r>
            </a:p>
            <a:p>
              <a:pPr lvl="1"/>
              <a:r>
                <a:rPr lang="en-IN" sz="1100" dirty="0"/>
                <a:t>Leadership has started linking AI to </a:t>
              </a:r>
              <a:r>
                <a:rPr lang="en-IN" sz="1100" b="1" dirty="0"/>
                <a:t>measurable impact, </a:t>
              </a:r>
              <a:r>
                <a:rPr lang="en-IN" sz="1100" dirty="0"/>
                <a:t>incl. </a:t>
              </a:r>
              <a:r>
                <a:rPr lang="en-IN" sz="1100" b="1" dirty="0"/>
                <a:t>KPI tracking </a:t>
              </a:r>
              <a:r>
                <a:rPr lang="en-IN" sz="1100" dirty="0"/>
                <a:t>for GenAI use cases and </a:t>
              </a:r>
              <a:r>
                <a:rPr lang="en-IN" sz="1100" b="1" dirty="0"/>
                <a:t>FTE optimization </a:t>
              </a:r>
              <a:r>
                <a:rPr lang="en-IN" sz="1100" dirty="0"/>
                <a:t>through HR and BPM-aligned processes</a:t>
              </a:r>
            </a:p>
            <a:p>
              <a:pPr lvl="1"/>
              <a:r>
                <a:rPr lang="en-IN" sz="1100" dirty="0"/>
                <a:t>There is a </a:t>
              </a:r>
              <a:r>
                <a:rPr lang="en-IN" sz="1100" b="1" dirty="0"/>
                <a:t>clear focus on certain domains </a:t>
              </a:r>
              <a:r>
                <a:rPr lang="en-IN" sz="1100" dirty="0"/>
                <a:t>especially settlements / payments, operations, call </a:t>
              </a:r>
              <a:r>
                <a:rPr lang="en-IN" sz="1100" dirty="0" err="1"/>
                <a:t>center</a:t>
              </a:r>
              <a:r>
                <a:rPr lang="en-IN" sz="1100" dirty="0"/>
                <a:t> optimization, and selected customer-service use cases</a:t>
              </a:r>
            </a:p>
          </p:txBody>
        </p:sp>
      </p:grpSp>
      <p:cxnSp>
        <p:nvCxnSpPr>
          <p:cNvPr id="34" name="Straight Connector 33">
            <a:extLst>
              <a:ext uri="{FF2B5EF4-FFF2-40B4-BE49-F238E27FC236}">
                <a16:creationId xmlns:a16="http://schemas.microsoft.com/office/drawing/2014/main" id="{CFDFEA2D-0CA2-5528-6B0F-0294916C1665}"/>
              </a:ext>
            </a:extLst>
          </p:cNvPr>
          <p:cNvCxnSpPr>
            <a:cxnSpLocks/>
          </p:cNvCxnSpPr>
          <p:nvPr/>
        </p:nvCxnSpPr>
        <p:spPr>
          <a:xfrm>
            <a:off x="552897" y="2743343"/>
            <a:ext cx="11081891" cy="0"/>
          </a:xfrm>
          <a:prstGeom prst="line">
            <a:avLst/>
          </a:prstGeom>
          <a:solidFill>
            <a:schemeClr val="bg1"/>
          </a:solidFill>
          <a:ln w="6350" cap="sq">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0766917B-28A6-D251-7E1D-950E8774535B}"/>
              </a:ext>
            </a:extLst>
          </p:cNvPr>
          <p:cNvCxnSpPr>
            <a:cxnSpLocks/>
          </p:cNvCxnSpPr>
          <p:nvPr/>
        </p:nvCxnSpPr>
        <p:spPr>
          <a:xfrm>
            <a:off x="552897" y="4509880"/>
            <a:ext cx="11081891" cy="0"/>
          </a:xfrm>
          <a:prstGeom prst="line">
            <a:avLst/>
          </a:prstGeom>
          <a:solidFill>
            <a:schemeClr val="bg1"/>
          </a:solidFill>
          <a:ln w="6350" cap="sq">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cxnSp>
      <p:grpSp>
        <p:nvGrpSpPr>
          <p:cNvPr id="40" name="Group 39">
            <a:extLst>
              <a:ext uri="{FF2B5EF4-FFF2-40B4-BE49-F238E27FC236}">
                <a16:creationId xmlns:a16="http://schemas.microsoft.com/office/drawing/2014/main" id="{41C9BC1C-9629-052C-F8B9-0EA6C578D4C5}"/>
              </a:ext>
            </a:extLst>
          </p:cNvPr>
          <p:cNvGrpSpPr/>
          <p:nvPr/>
        </p:nvGrpSpPr>
        <p:grpSpPr>
          <a:xfrm>
            <a:off x="480279" y="4699906"/>
            <a:ext cx="11154510" cy="1677382"/>
            <a:chOff x="480279" y="4315098"/>
            <a:chExt cx="11154510" cy="1677382"/>
          </a:xfrm>
        </p:grpSpPr>
        <p:grpSp>
          <p:nvGrpSpPr>
            <p:cNvPr id="27" name="Group 26">
              <a:extLst>
                <a:ext uri="{FF2B5EF4-FFF2-40B4-BE49-F238E27FC236}">
                  <a16:creationId xmlns:a16="http://schemas.microsoft.com/office/drawing/2014/main" id="{E4DEA84F-CDBA-B171-6A80-F22087F79520}"/>
                </a:ext>
              </a:extLst>
            </p:cNvPr>
            <p:cNvGrpSpPr/>
            <p:nvPr/>
          </p:nvGrpSpPr>
          <p:grpSpPr>
            <a:xfrm>
              <a:off x="480279" y="4315098"/>
              <a:ext cx="1103465" cy="1134693"/>
              <a:chOff x="482118" y="4739466"/>
              <a:chExt cx="1103465" cy="1134693"/>
            </a:xfrm>
          </p:grpSpPr>
          <p:sp>
            <p:nvSpPr>
              <p:cNvPr id="28" name="TextBox 27">
                <a:extLst>
                  <a:ext uri="{FF2B5EF4-FFF2-40B4-BE49-F238E27FC236}">
                    <a16:creationId xmlns:a16="http://schemas.microsoft.com/office/drawing/2014/main" id="{2B569FAC-EC62-1EF4-90B6-18DE1F0BEB36}"/>
                  </a:ext>
                </a:extLst>
              </p:cNvPr>
              <p:cNvSpPr txBox="1"/>
              <p:nvPr/>
            </p:nvSpPr>
            <p:spPr>
              <a:xfrm>
                <a:off x="482118" y="4739466"/>
                <a:ext cx="1103465"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Key gaps</a:t>
                </a:r>
              </a:p>
            </p:txBody>
          </p:sp>
          <p:grpSp>
            <p:nvGrpSpPr>
              <p:cNvPr id="29" name="Group 28">
                <a:extLst>
                  <a:ext uri="{FF2B5EF4-FFF2-40B4-BE49-F238E27FC236}">
                    <a16:creationId xmlns:a16="http://schemas.microsoft.com/office/drawing/2014/main" id="{17D7B189-3765-A406-E174-CDDCBA11168C}"/>
                  </a:ext>
                </a:extLst>
              </p:cNvPr>
              <p:cNvGrpSpPr/>
              <p:nvPr/>
            </p:nvGrpSpPr>
            <p:grpSpPr>
              <a:xfrm>
                <a:off x="482118" y="5080078"/>
                <a:ext cx="915859" cy="794081"/>
                <a:chOff x="482118" y="5080078"/>
                <a:chExt cx="915859" cy="794081"/>
              </a:xfrm>
            </p:grpSpPr>
            <p:sp>
              <p:nvSpPr>
                <p:cNvPr id="30" name="Oval 29">
                  <a:extLst>
                    <a:ext uri="{FF2B5EF4-FFF2-40B4-BE49-F238E27FC236}">
                      <a16:creationId xmlns:a16="http://schemas.microsoft.com/office/drawing/2014/main" id="{9B7C1252-DC73-0083-FCB2-EF341C7E6D27}"/>
                    </a:ext>
                  </a:extLst>
                </p:cNvPr>
                <p:cNvSpPr>
                  <a:spLocks noChangeAspect="1"/>
                </p:cNvSpPr>
                <p:nvPr/>
              </p:nvSpPr>
              <p:spPr>
                <a:xfrm>
                  <a:off x="657117" y="5133299"/>
                  <a:ext cx="740860" cy="7408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000000"/>
                    </a:solidFill>
                    <a:effectLst/>
                    <a:uLnTx/>
                    <a:uFillTx/>
                    <a:ea typeface="+mn-ea"/>
                    <a:cs typeface="+mn-cs"/>
                  </a:endParaRPr>
                </a:p>
              </p:txBody>
            </p:sp>
            <p:sp>
              <p:nvSpPr>
                <p:cNvPr id="31" name="Oval 30">
                  <a:extLst>
                    <a:ext uri="{FF2B5EF4-FFF2-40B4-BE49-F238E27FC236}">
                      <a16:creationId xmlns:a16="http://schemas.microsoft.com/office/drawing/2014/main" id="{F5B25CAA-8ADD-8B1E-83CB-ABC6434667F5}"/>
                    </a:ext>
                  </a:extLst>
                </p:cNvPr>
                <p:cNvSpPr/>
                <p:nvPr/>
              </p:nvSpPr>
              <p:spPr>
                <a:xfrm>
                  <a:off x="482118" y="5080078"/>
                  <a:ext cx="333938" cy="333938"/>
                </a:xfrm>
                <a:prstGeom prst="ellipse">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000000"/>
                      </a:solidFill>
                      <a:effectLst/>
                      <a:uLnTx/>
                      <a:uFillTx/>
                      <a:ea typeface="+mn-ea"/>
                      <a:cs typeface="+mn-cs"/>
                    </a:rPr>
                    <a:t>3</a:t>
                  </a:r>
                </a:p>
              </p:txBody>
            </p:sp>
            <p:pic>
              <p:nvPicPr>
                <p:cNvPr id="32" name="Icon">
                  <a:extLst>
                    <a:ext uri="{FF2B5EF4-FFF2-40B4-BE49-F238E27FC236}">
                      <a16:creationId xmlns:a16="http://schemas.microsoft.com/office/drawing/2014/main" id="{0C75BEC8-C774-CF28-23A5-714EE671EEF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9127" y="5275309"/>
                  <a:ext cx="456841" cy="456841"/>
                </a:xfrm>
                <a:prstGeom prst="rect">
                  <a:avLst/>
                </a:prstGeom>
              </p:spPr>
            </p:pic>
          </p:grpSp>
        </p:grpSp>
        <p:sp>
          <p:nvSpPr>
            <p:cNvPr id="38" name="TextBox 37">
              <a:extLst>
                <a:ext uri="{FF2B5EF4-FFF2-40B4-BE49-F238E27FC236}">
                  <a16:creationId xmlns:a16="http://schemas.microsoft.com/office/drawing/2014/main" id="{DEA8E437-3635-2303-CE76-AE9B08DD2293}"/>
                </a:ext>
              </a:extLst>
            </p:cNvPr>
            <p:cNvSpPr txBox="1">
              <a:spLocks/>
            </p:cNvSpPr>
            <p:nvPr/>
          </p:nvSpPr>
          <p:spPr>
            <a:xfrm>
              <a:off x="1612566" y="4315098"/>
              <a:ext cx="10022223" cy="1677382"/>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IN" sz="1100" dirty="0"/>
                <a:t>PASHA Bank’s </a:t>
              </a:r>
              <a:r>
                <a:rPr lang="en-IN" sz="1100" b="1" dirty="0"/>
                <a:t>biggest constraints </a:t>
              </a:r>
              <a:r>
                <a:rPr lang="en-IN" sz="1100" dirty="0"/>
                <a:t>are in </a:t>
              </a:r>
              <a:r>
                <a:rPr lang="en-IN" sz="1100" b="1" dirty="0"/>
                <a:t>Operating Model</a:t>
              </a:r>
              <a:r>
                <a:rPr lang="en-IN" sz="1100" dirty="0"/>
                <a:t> and </a:t>
              </a:r>
              <a:r>
                <a:rPr lang="en-IN" sz="1100" b="1" dirty="0"/>
                <a:t>Adoption &amp; Scaling</a:t>
              </a:r>
              <a:r>
                <a:rPr lang="en-IN" sz="1100" dirty="0"/>
                <a:t>, where ownership, ways of working, and enterprise rollout remain uneven</a:t>
              </a:r>
            </a:p>
            <a:p>
              <a:pPr lvl="1"/>
              <a:r>
                <a:rPr lang="en-IN" sz="1100" b="1" dirty="0"/>
                <a:t>AI adoption is still decentralized </a:t>
              </a:r>
              <a:r>
                <a:rPr lang="en-IN" sz="1100" dirty="0"/>
                <a:t>across business teams, with inconsistent use of tools and materially lower </a:t>
              </a:r>
              <a:r>
                <a:rPr lang="en-IN" sz="1100" b="1" dirty="0"/>
                <a:t>business-user maturity </a:t>
              </a:r>
              <a:r>
                <a:rPr lang="en-IN" sz="1100" dirty="0"/>
                <a:t>than technical-team maturity</a:t>
              </a:r>
            </a:p>
            <a:p>
              <a:pPr lvl="1"/>
              <a:r>
                <a:rPr lang="en-IN" sz="1100" dirty="0"/>
                <a:t>The </a:t>
              </a:r>
              <a:r>
                <a:rPr lang="en-IN" sz="1100" b="1" dirty="0"/>
                <a:t>internal specialist bench is still small</a:t>
              </a:r>
              <a:r>
                <a:rPr lang="en-IN" sz="1100" dirty="0"/>
                <a:t>, with the combined Data Science and GenAI team at </a:t>
              </a:r>
              <a:r>
                <a:rPr lang="en-IN" sz="1100" b="1" dirty="0"/>
                <a:t>10+ people </a:t>
              </a:r>
              <a:r>
                <a:rPr lang="en-IN" sz="1100" dirty="0"/>
                <a:t>and only a few dedicated GenAI engineers</a:t>
              </a:r>
            </a:p>
            <a:p>
              <a:pPr lvl="1"/>
              <a:r>
                <a:rPr lang="en-IN" sz="1100" b="1" dirty="0"/>
                <a:t>Technology foundations are emerging</a:t>
              </a:r>
              <a:r>
                <a:rPr lang="en-IN" sz="1100" dirty="0"/>
                <a:t>, but </a:t>
              </a:r>
              <a:r>
                <a:rPr lang="en-IN" sz="1100" b="1" dirty="0"/>
                <a:t>infrastructure remains a bottleneck</a:t>
              </a:r>
              <a:r>
                <a:rPr lang="en-IN" sz="1100" dirty="0"/>
                <a:t> for agentic AI, and AI delivery is not yet integrated into standard </a:t>
              </a:r>
              <a:r>
                <a:rPr lang="en-IN" sz="1100" b="1" dirty="0"/>
                <a:t>DevOps </a:t>
              </a:r>
              <a:r>
                <a:rPr lang="en-IN" sz="1100" dirty="0"/>
                <a:t>and </a:t>
              </a:r>
              <a:r>
                <a:rPr lang="en-IN" sz="1100" b="1" dirty="0"/>
                <a:t>CI/CD pipelines</a:t>
              </a:r>
            </a:p>
            <a:p>
              <a:pPr lvl="1"/>
              <a:r>
                <a:rPr lang="en-IN" sz="1100" b="1" dirty="0"/>
                <a:t>Data quality, business data ownership, </a:t>
              </a:r>
              <a:r>
                <a:rPr lang="en-IN" sz="1100" dirty="0"/>
                <a:t>and</a:t>
              </a:r>
              <a:r>
                <a:rPr lang="en-IN" sz="1100" b="1" dirty="0"/>
                <a:t> trust controls </a:t>
              </a:r>
              <a:r>
                <a:rPr lang="en-IN" sz="1100" dirty="0"/>
                <a:t>continue to limit scale, with manual workarounds still needed in reporting and strong demand for an </a:t>
              </a:r>
              <a:r>
                <a:rPr lang="en-IN" sz="1100" b="1" dirty="0"/>
                <a:t>AI Gateway </a:t>
              </a:r>
              <a:r>
                <a:rPr lang="en-IN" sz="1100" dirty="0"/>
                <a:t>with masking, obfuscation, and secure access guardrails</a:t>
              </a:r>
              <a:endParaRPr kumimoji="0" lang="en-IN" sz="1100" b="0" i="0" u="none" strike="noStrike" kern="1200" cap="none" spc="0" normalizeH="0" baseline="0" noProof="0" dirty="0">
                <a:ln>
                  <a:noFill/>
                </a:ln>
                <a:solidFill>
                  <a:srgbClr val="000000"/>
                </a:solidFill>
                <a:effectLst/>
                <a:uLnTx/>
                <a:uFillTx/>
                <a:ea typeface="+mn-ea"/>
                <a:cs typeface="Arial" panose="020B0604020202020204" pitchFamily="34" charset="0"/>
              </a:endParaRPr>
            </a:p>
          </p:txBody>
        </p:sp>
      </p:grpSp>
      <p:sp>
        <p:nvSpPr>
          <p:cNvPr id="4" name="Sticker">
            <a:extLst>
              <a:ext uri="{FF2B5EF4-FFF2-40B4-BE49-F238E27FC236}">
                <a16:creationId xmlns:a16="http://schemas.microsoft.com/office/drawing/2014/main" id="{39D58B0E-7F0B-9AC4-72FD-B41DA81BF539}"/>
              </a:ext>
            </a:extLst>
          </p:cNvPr>
          <p:cNvSpPr txBox="1"/>
          <p:nvPr/>
        </p:nvSpPr>
        <p:spPr>
          <a:xfrm>
            <a:off x="11194356" y="878002"/>
            <a:ext cx="793487"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800" b="1" i="0" u="sng" strike="noStrike" kern="1200" cap="all" spc="0" normalizeH="0" baseline="0" noProof="0" dirty="0">
                <a:ln>
                  <a:noFill/>
                </a:ln>
                <a:solidFill>
                  <a:srgbClr val="000000"/>
                </a:solidFill>
                <a:effectLst/>
                <a:uLnTx/>
                <a:uFillTx/>
              </a:rPr>
              <a:t>As of </a:t>
            </a:r>
            <a:r>
              <a:rPr lang="en-US" u="sng" dirty="0">
                <a:solidFill>
                  <a:srgbClr val="000000"/>
                </a:solidFill>
              </a:rPr>
              <a:t>JUNE</a:t>
            </a:r>
            <a:r>
              <a:rPr kumimoji="0" lang="en-US" sz="800" b="1" i="0" u="sng" strike="noStrike" kern="1200" cap="all" spc="0" normalizeH="0" baseline="0" noProof="0" dirty="0">
                <a:ln>
                  <a:noFill/>
                </a:ln>
                <a:solidFill>
                  <a:srgbClr val="000000"/>
                </a:solidFill>
                <a:effectLst/>
                <a:uLnTx/>
                <a:uFillTx/>
              </a:rPr>
              <a:t> '26</a:t>
            </a:r>
          </a:p>
        </p:txBody>
      </p:sp>
      <p:sp>
        <p:nvSpPr>
          <p:cNvPr id="12" name="5. Source">
            <a:extLst>
              <a:ext uri="{FF2B5EF4-FFF2-40B4-BE49-F238E27FC236}">
                <a16:creationId xmlns:a16="http://schemas.microsoft.com/office/drawing/2014/main" id="{56E0FAD7-2BBC-6F58-8980-A56D54CC11A2}"/>
              </a:ext>
            </a:extLst>
          </p:cNvPr>
          <p:cNvSpPr txBox="1">
            <a:spLocks/>
          </p:cNvSpPr>
          <p:nvPr>
            <p:custDataLst>
              <p:tags r:id="rId2"/>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cs typeface="Tahoma" panose="020B0604030504040204" pitchFamily="34" charset="0"/>
              </a:rPr>
              <a:t> Tech &amp; AI Quotient Survey</a:t>
            </a:r>
          </a:p>
        </p:txBody>
      </p:sp>
    </p:spTree>
    <p:extLst>
      <p:ext uri="{BB962C8B-B14F-4D97-AF65-F5344CB8AC3E}">
        <p14:creationId xmlns:p14="http://schemas.microsoft.com/office/powerpoint/2010/main" val="2147632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0D9C4-0034-B3DA-BBBE-904683D2ECD7}"/>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94E8A83A-57DA-87E0-C68C-975B86B10212}"/>
              </a:ext>
            </a:extLst>
          </p:cNvPr>
          <p:cNvGraphicFramePr>
            <a:graphicFrameLocks noChangeAspect="1"/>
          </p:cNvGraphicFramePr>
          <p:nvPr>
            <p:custDataLst>
              <p:tags r:id="rId2"/>
            </p:custDataLst>
            <p:extLst>
              <p:ext uri="{D42A27DB-BD31-4B8C-83A1-F6EECF244321}">
                <p14:modId xmlns:p14="http://schemas.microsoft.com/office/powerpoint/2010/main" val="4042863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6" name="Object 2" hidden="1">
                        <a:extLst>
                          <a:ext uri="{FF2B5EF4-FFF2-40B4-BE49-F238E27FC236}">
                            <a16:creationId xmlns:a16="http://schemas.microsoft.com/office/drawing/2014/main" id="{94E8A83A-57DA-87E0-C68C-975B86B10212}"/>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6" name="Text Placeholder 35">
            <a:extLst>
              <a:ext uri="{FF2B5EF4-FFF2-40B4-BE49-F238E27FC236}">
                <a16:creationId xmlns:a16="http://schemas.microsoft.com/office/drawing/2014/main" id="{D78035C4-FCE4-85BA-C84C-487C9CF24E94}"/>
              </a:ext>
            </a:extLst>
          </p:cNvPr>
          <p:cNvSpPr>
            <a:spLocks noGrp="1"/>
          </p:cNvSpPr>
          <p:nvPr>
            <p:ph type="body" sz="quarter" idx="10"/>
          </p:nvPr>
        </p:nvSpPr>
        <p:spPr/>
        <p:txBody>
          <a:bodyPr/>
          <a:lstStyle/>
          <a:p>
            <a:endParaRPr lang="en-US"/>
          </a:p>
        </p:txBody>
      </p:sp>
      <p:sp>
        <p:nvSpPr>
          <p:cNvPr id="31" name="5. Source" hidden="1">
            <a:extLst>
              <a:ext uri="{FF2B5EF4-FFF2-40B4-BE49-F238E27FC236}">
                <a16:creationId xmlns:a16="http://schemas.microsoft.com/office/drawing/2014/main" id="{8951DF89-8CCA-0609-617F-9A82972BFF86}"/>
              </a:ext>
            </a:extLst>
          </p:cNvPr>
          <p:cNvSpPr txBox="1"/>
          <p:nvPr>
            <p:custDataLst>
              <p:tags r:id="rId3"/>
            </p:custDataLst>
          </p:nvPr>
        </p:nvSpPr>
        <p:spPr>
          <a:xfrm>
            <a:off x="707135" y="6210724"/>
            <a:ext cx="7277861" cy="138499"/>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Recommendations are based on the AIQ self-assessment and require further refinement to align with the defined organizational strategy.</a:t>
            </a:r>
            <a:endPar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cxnSp>
        <p:nvCxnSpPr>
          <p:cNvPr id="3" name="Straight Connector 2">
            <a:extLst>
              <a:ext uri="{FF2B5EF4-FFF2-40B4-BE49-F238E27FC236}">
                <a16:creationId xmlns:a16="http://schemas.microsoft.com/office/drawing/2014/main" id="{7F5D2D42-DBD6-1216-B46D-8731B680E797}"/>
              </a:ext>
            </a:extLst>
          </p:cNvPr>
          <p:cNvCxnSpPr>
            <a:cxnSpLocks/>
          </p:cNvCxnSpPr>
          <p:nvPr/>
        </p:nvCxnSpPr>
        <p:spPr>
          <a:xfrm>
            <a:off x="614350" y="2098866"/>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72308C-3662-C0C4-0244-34FF2267A6F1}"/>
              </a:ext>
            </a:extLst>
          </p:cNvPr>
          <p:cNvCxnSpPr>
            <a:cxnSpLocks/>
          </p:cNvCxnSpPr>
          <p:nvPr/>
        </p:nvCxnSpPr>
        <p:spPr>
          <a:xfrm>
            <a:off x="614350" y="3199333"/>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111DF0-DF2B-6F7A-D0A4-A0CEC7054DE8}"/>
              </a:ext>
            </a:extLst>
          </p:cNvPr>
          <p:cNvCxnSpPr>
            <a:cxnSpLocks/>
          </p:cNvCxnSpPr>
          <p:nvPr/>
        </p:nvCxnSpPr>
        <p:spPr>
          <a:xfrm>
            <a:off x="614350" y="4267750"/>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0BE666A-0C84-C4D6-D4A5-98448B9D77B0}"/>
              </a:ext>
            </a:extLst>
          </p:cNvPr>
          <p:cNvCxnSpPr>
            <a:cxnSpLocks/>
          </p:cNvCxnSpPr>
          <p:nvPr/>
        </p:nvCxnSpPr>
        <p:spPr>
          <a:xfrm>
            <a:off x="614350" y="5403111"/>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7F7A8E17-F9BF-7AD3-C142-6B055CC606DD}"/>
              </a:ext>
            </a:extLst>
          </p:cNvPr>
          <p:cNvGrpSpPr/>
          <p:nvPr/>
        </p:nvGrpSpPr>
        <p:grpSpPr>
          <a:xfrm>
            <a:off x="614350" y="1282494"/>
            <a:ext cx="11025940" cy="738664"/>
            <a:chOff x="614350" y="1282494"/>
            <a:chExt cx="11025940" cy="738664"/>
          </a:xfrm>
        </p:grpSpPr>
        <p:sp>
          <p:nvSpPr>
            <p:cNvPr id="39" name="TextBox 38">
              <a:extLst>
                <a:ext uri="{FF2B5EF4-FFF2-40B4-BE49-F238E27FC236}">
                  <a16:creationId xmlns:a16="http://schemas.microsoft.com/office/drawing/2014/main" id="{9019F760-207E-60AA-1547-530B07D84D11}"/>
                </a:ext>
              </a:extLst>
            </p:cNvPr>
            <p:cNvSpPr txBox="1">
              <a:spLocks/>
            </p:cNvSpPr>
            <p:nvPr/>
          </p:nvSpPr>
          <p:spPr>
            <a:xfrm>
              <a:off x="4602889" y="1282494"/>
              <a:ext cx="7037401" cy="73866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111918"/>
                </a:buClr>
                <a:defRPr/>
              </a:pPr>
              <a:r>
                <a:rPr lang="en-IN" sz="1100" dirty="0">
                  <a:latin typeface="+mn-lt"/>
                </a:rPr>
                <a:t>Define a bank-wide AI ambition linked to priority value pools and business outcomes </a:t>
              </a:r>
            </a:p>
            <a:p>
              <a:pPr lvl="1">
                <a:buClr>
                  <a:srgbClr val="111918"/>
                </a:buClr>
                <a:defRPr/>
              </a:pPr>
              <a:r>
                <a:rPr lang="en-IN" sz="1100" dirty="0">
                  <a:latin typeface="+mn-lt"/>
                </a:rPr>
                <a:t>Prioritise a small number of high-impact domains, especially operations, payments / settlements, call center, lending, and risk-related use cases</a:t>
              </a:r>
            </a:p>
            <a:p>
              <a:pPr lvl="1">
                <a:buClr>
                  <a:srgbClr val="111918"/>
                </a:buClr>
                <a:defRPr/>
              </a:pPr>
              <a:r>
                <a:rPr lang="en-IN" sz="1100" dirty="0">
                  <a:latin typeface="+mn-lt"/>
                </a:rPr>
                <a:t>Introduce explicit business-case, ROI, and sequencing discipline for use-case selection and funding</a:t>
              </a:r>
              <a:endParaRPr kumimoji="0" lang="en-US" sz="1100" b="0" i="0" u="none" strike="noStrike" kern="1200" cap="none" spc="0" normalizeH="0" baseline="0" noProof="0" dirty="0">
                <a:ln>
                  <a:noFill/>
                </a:ln>
                <a:solidFill>
                  <a:srgbClr val="111918"/>
                </a:solidFill>
                <a:effectLst/>
                <a:uLnTx/>
                <a:uFillTx/>
                <a:latin typeface="+mn-lt"/>
              </a:endParaRPr>
            </a:p>
          </p:txBody>
        </p:sp>
        <p:pic>
          <p:nvPicPr>
            <p:cNvPr id="29" name="Graphic 28">
              <a:extLst>
                <a:ext uri="{FF2B5EF4-FFF2-40B4-BE49-F238E27FC236}">
                  <a16:creationId xmlns:a16="http://schemas.microsoft.com/office/drawing/2014/main" id="{AA174F0F-0A23-E1A2-A59B-3A5B168246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4350" y="1282494"/>
              <a:ext cx="612775" cy="612775"/>
            </a:xfrm>
            <a:prstGeom prst="rect">
              <a:avLst/>
            </a:prstGeom>
          </p:spPr>
        </p:pic>
        <p:sp>
          <p:nvSpPr>
            <p:cNvPr id="7" name="TextBox 6">
              <a:extLst>
                <a:ext uri="{FF2B5EF4-FFF2-40B4-BE49-F238E27FC236}">
                  <a16:creationId xmlns:a16="http://schemas.microsoft.com/office/drawing/2014/main" id="{330EB069-36F6-1DFF-7BED-DFFD2CD209D0}"/>
                </a:ext>
              </a:extLst>
            </p:cNvPr>
            <p:cNvSpPr txBox="1">
              <a:spLocks/>
            </p:cNvSpPr>
            <p:nvPr/>
          </p:nvSpPr>
          <p:spPr>
            <a:xfrm>
              <a:off x="1808095" y="1282494"/>
              <a:ext cx="2714479" cy="646331"/>
            </a:xfrm>
            <a:prstGeom prst="rect">
              <a:avLst/>
            </a:prstGeom>
            <a:noFill/>
            <a:ln w="6350">
              <a:noFill/>
              <a:miter lim="800000"/>
            </a:ln>
          </p:spPr>
          <p:txBody>
            <a:bodyPr wrap="square" lIns="0" tIns="0" rIns="0" bIns="0">
              <a:spAutoFit/>
            </a:bodyPr>
            <a:lstStyle/>
            <a:p>
              <a:pPr lvl="0">
                <a:spcBef>
                  <a:spcPts val="300"/>
                </a:spcBef>
                <a:spcAft>
                  <a:spcPts val="300"/>
                </a:spcAft>
                <a:buClr>
                  <a:srgbClr val="111918"/>
                </a:buClr>
                <a:buFont typeface="Segoe UI" panose="020B0502040204020203" pitchFamily="34" charset="0"/>
                <a:buChar char="​"/>
                <a:defRPr/>
              </a:pPr>
              <a:r>
                <a:rPr lang="en-IN" sz="1400" b="1" dirty="0"/>
                <a:t>Set a single enterprise AI agenda anchored in business value</a:t>
              </a:r>
              <a:r>
                <a:rPr lang="en-IN" sz="1400" dirty="0"/>
                <a:t> </a:t>
              </a:r>
              <a:endParaRPr kumimoji="0" lang="en-US" sz="1400" b="1" i="0" u="none" strike="noStrike" kern="0" cap="none" spc="0" normalizeH="0" baseline="0" noProof="0" dirty="0">
                <a:ln>
                  <a:noFill/>
                </a:ln>
                <a:solidFill>
                  <a:srgbClr val="111918"/>
                </a:solidFill>
                <a:effectLst/>
                <a:uLnTx/>
                <a:uFillTx/>
                <a:cs typeface="Tahoma" panose="020B0604030504040204" pitchFamily="34" charset="0"/>
              </a:endParaRPr>
            </a:p>
          </p:txBody>
        </p:sp>
        <p:sp>
          <p:nvSpPr>
            <p:cNvPr id="8" name="TextBox 7">
              <a:extLst>
                <a:ext uri="{FF2B5EF4-FFF2-40B4-BE49-F238E27FC236}">
                  <a16:creationId xmlns:a16="http://schemas.microsoft.com/office/drawing/2014/main" id="{34EB4CFE-00BF-6F35-BD0D-E6CDEB7B1185}"/>
                </a:ext>
              </a:extLst>
            </p:cNvPr>
            <p:cNvSpPr txBox="1">
              <a:spLocks/>
            </p:cNvSpPr>
            <p:nvPr/>
          </p:nvSpPr>
          <p:spPr>
            <a:xfrm>
              <a:off x="1388524" y="1282494"/>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ea typeface="+mn-ea"/>
                  <a:cs typeface="Tahoma" panose="020B0604030504040204" pitchFamily="34" charset="0"/>
                </a:rPr>
                <a:t>1</a:t>
              </a:r>
            </a:p>
          </p:txBody>
        </p:sp>
      </p:grpSp>
      <p:grpSp>
        <p:nvGrpSpPr>
          <p:cNvPr id="15" name="Group 14">
            <a:extLst>
              <a:ext uri="{FF2B5EF4-FFF2-40B4-BE49-F238E27FC236}">
                <a16:creationId xmlns:a16="http://schemas.microsoft.com/office/drawing/2014/main" id="{DA0E1101-9B5E-E0C6-2542-6A989AFFB980}"/>
              </a:ext>
            </a:extLst>
          </p:cNvPr>
          <p:cNvGrpSpPr/>
          <p:nvPr/>
        </p:nvGrpSpPr>
        <p:grpSpPr>
          <a:xfrm>
            <a:off x="614350" y="2176574"/>
            <a:ext cx="11025940" cy="945051"/>
            <a:chOff x="614350" y="2342526"/>
            <a:chExt cx="11025940" cy="945051"/>
          </a:xfrm>
        </p:grpSpPr>
        <p:pic>
          <p:nvPicPr>
            <p:cNvPr id="32" name="Graphic 31">
              <a:extLst>
                <a:ext uri="{FF2B5EF4-FFF2-40B4-BE49-F238E27FC236}">
                  <a16:creationId xmlns:a16="http://schemas.microsoft.com/office/drawing/2014/main" id="{47F23C19-C35D-1FD5-9811-3C609A6289A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4350" y="2342527"/>
              <a:ext cx="612775" cy="612775"/>
            </a:xfrm>
            <a:prstGeom prst="rect">
              <a:avLst/>
            </a:prstGeom>
          </p:spPr>
        </p:pic>
        <p:sp>
          <p:nvSpPr>
            <p:cNvPr id="41" name="TextBox 40">
              <a:extLst>
                <a:ext uri="{FF2B5EF4-FFF2-40B4-BE49-F238E27FC236}">
                  <a16:creationId xmlns:a16="http://schemas.microsoft.com/office/drawing/2014/main" id="{DA832E36-DECC-7D2E-A33F-0EDBA191B73E}"/>
                </a:ext>
              </a:extLst>
            </p:cNvPr>
            <p:cNvSpPr txBox="1">
              <a:spLocks/>
            </p:cNvSpPr>
            <p:nvPr/>
          </p:nvSpPr>
          <p:spPr>
            <a:xfrm>
              <a:off x="4604965" y="2342526"/>
              <a:ext cx="7035325" cy="94505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fontAlgn="base"/>
              <a:r>
                <a:rPr lang="en-IN" sz="1100" dirty="0">
                  <a:latin typeface="+mn-lt"/>
                </a:rPr>
                <a:t>Clarify ownership and decision rights across business, data, technology, and control functions</a:t>
              </a:r>
            </a:p>
            <a:p>
              <a:pPr lvl="1" fontAlgn="base"/>
              <a:r>
                <a:rPr lang="en-IN" sz="1100" dirty="0">
                  <a:latin typeface="+mn-lt"/>
                </a:rPr>
                <a:t>Move from ad hoc delivery to repeatable idea-to-production governance, including intake, prioritisation, approvals, and rollout</a:t>
              </a:r>
            </a:p>
            <a:p>
              <a:pPr lvl="1" fontAlgn="base"/>
              <a:r>
                <a:rPr lang="en-IN" sz="1100" dirty="0">
                  <a:latin typeface="+mn-lt"/>
                </a:rPr>
                <a:t>Stand up cross-functional domain squads for priority use cases, with the business leading use-case ownership and Data Science / Technology embedded alongside</a:t>
              </a:r>
            </a:p>
          </p:txBody>
        </p:sp>
        <p:sp>
          <p:nvSpPr>
            <p:cNvPr id="5" name="TextBox 4">
              <a:extLst>
                <a:ext uri="{FF2B5EF4-FFF2-40B4-BE49-F238E27FC236}">
                  <a16:creationId xmlns:a16="http://schemas.microsoft.com/office/drawing/2014/main" id="{3D95FCE3-719A-BA7D-CE03-2A0C1243D4BC}"/>
                </a:ext>
              </a:extLst>
            </p:cNvPr>
            <p:cNvSpPr txBox="1">
              <a:spLocks/>
            </p:cNvSpPr>
            <p:nvPr/>
          </p:nvSpPr>
          <p:spPr>
            <a:xfrm>
              <a:off x="1809133" y="2342527"/>
              <a:ext cx="2713441" cy="646331"/>
            </a:xfrm>
            <a:prstGeom prst="rect">
              <a:avLst/>
            </a:prstGeom>
            <a:noFill/>
            <a:ln w="6350">
              <a:noFill/>
              <a:miter lim="800000"/>
            </a:ln>
          </p:spPr>
          <p:txBody>
            <a:bodyPr wrap="square" lIns="0" tIns="0" rIns="0" bIns="0">
              <a:spAutoFit/>
            </a:bodyPr>
            <a:lstStyle/>
            <a:p>
              <a:pPr lvl="0">
                <a:spcBef>
                  <a:spcPts val="300"/>
                </a:spcBef>
                <a:spcAft>
                  <a:spcPts val="300"/>
                </a:spcAft>
                <a:buClr>
                  <a:srgbClr val="111918"/>
                </a:buClr>
                <a:buFont typeface="Segoe UI" panose="020B0502040204020203" pitchFamily="34" charset="0"/>
                <a:buChar char="​"/>
                <a:defRPr/>
              </a:pPr>
              <a:r>
                <a:rPr lang="en-IN" sz="1400" b="1" dirty="0"/>
                <a:t>Institutionalise a federated operating model with clear business ownership</a:t>
              </a:r>
              <a:r>
                <a:rPr lang="en-IN" sz="1400" dirty="0"/>
                <a:t> </a:t>
              </a:r>
              <a:endParaRPr kumimoji="0" lang="en-US" sz="1400" b="1" i="0" u="none" strike="noStrike" kern="0" cap="none" spc="0" normalizeH="0" baseline="0" noProof="0" dirty="0">
                <a:ln>
                  <a:noFill/>
                </a:ln>
                <a:solidFill>
                  <a:srgbClr val="111918"/>
                </a:solidFill>
                <a:effectLst/>
                <a:uLnTx/>
                <a:uFillTx/>
                <a:cs typeface="Tahoma" panose="020B0604030504040204" pitchFamily="34" charset="0"/>
              </a:endParaRPr>
            </a:p>
          </p:txBody>
        </p:sp>
        <p:sp>
          <p:nvSpPr>
            <p:cNvPr id="9" name="TextBox 8">
              <a:extLst>
                <a:ext uri="{FF2B5EF4-FFF2-40B4-BE49-F238E27FC236}">
                  <a16:creationId xmlns:a16="http://schemas.microsoft.com/office/drawing/2014/main" id="{B2CE027A-33BE-0658-9AE1-B65CE6220235}"/>
                </a:ext>
              </a:extLst>
            </p:cNvPr>
            <p:cNvSpPr txBox="1">
              <a:spLocks/>
            </p:cNvSpPr>
            <p:nvPr/>
          </p:nvSpPr>
          <p:spPr>
            <a:xfrm>
              <a:off x="1387486" y="2342527"/>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ea typeface="+mn-ea"/>
                  <a:cs typeface="Tahoma" panose="020B0604030504040204" pitchFamily="34" charset="0"/>
                </a:rPr>
                <a:t>2</a:t>
              </a:r>
            </a:p>
          </p:txBody>
        </p:sp>
      </p:grpSp>
      <p:grpSp>
        <p:nvGrpSpPr>
          <p:cNvPr id="19" name="Group 18">
            <a:extLst>
              <a:ext uri="{FF2B5EF4-FFF2-40B4-BE49-F238E27FC236}">
                <a16:creationId xmlns:a16="http://schemas.microsoft.com/office/drawing/2014/main" id="{D423B5E7-7701-3C00-4687-D989AC8B0AE2}"/>
              </a:ext>
            </a:extLst>
          </p:cNvPr>
          <p:cNvGrpSpPr/>
          <p:nvPr/>
        </p:nvGrpSpPr>
        <p:grpSpPr>
          <a:xfrm>
            <a:off x="614350" y="3277041"/>
            <a:ext cx="11025940" cy="913001"/>
            <a:chOff x="614350" y="3399998"/>
            <a:chExt cx="11025940" cy="913001"/>
          </a:xfrm>
        </p:grpSpPr>
        <p:pic>
          <p:nvPicPr>
            <p:cNvPr id="33" name="Graphic 32">
              <a:extLst>
                <a:ext uri="{FF2B5EF4-FFF2-40B4-BE49-F238E27FC236}">
                  <a16:creationId xmlns:a16="http://schemas.microsoft.com/office/drawing/2014/main" id="{991130B5-9687-CE2D-F03E-4010DFAFB67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4350" y="3399998"/>
              <a:ext cx="612775" cy="612775"/>
            </a:xfrm>
            <a:prstGeom prst="rect">
              <a:avLst/>
            </a:prstGeom>
          </p:spPr>
        </p:pic>
        <p:sp>
          <p:nvSpPr>
            <p:cNvPr id="43" name="TextBox 42">
              <a:extLst>
                <a:ext uri="{FF2B5EF4-FFF2-40B4-BE49-F238E27FC236}">
                  <a16:creationId xmlns:a16="http://schemas.microsoft.com/office/drawing/2014/main" id="{45E19880-5196-849B-04E2-7A301E81932D}"/>
                </a:ext>
              </a:extLst>
            </p:cNvPr>
            <p:cNvSpPr txBox="1">
              <a:spLocks/>
            </p:cNvSpPr>
            <p:nvPr/>
          </p:nvSpPr>
          <p:spPr>
            <a:xfrm>
              <a:off x="4604965" y="3399998"/>
              <a:ext cx="7035325" cy="91300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fontAlgn="base"/>
              <a:r>
                <a:rPr lang="en-IN" sz="1100" dirty="0">
                  <a:latin typeface="+mn-lt"/>
                </a:rPr>
                <a:t>Expand beyond the small central Data Science / GenAI team and define the target role mix across engineering, translators, product owners, and control stakeholders</a:t>
              </a:r>
            </a:p>
            <a:p>
              <a:pPr lvl="1" fontAlgn="base"/>
              <a:r>
                <a:rPr lang="en-IN" sz="1100" dirty="0">
                  <a:latin typeface="+mn-lt"/>
                </a:rPr>
                <a:t>Scale enablement from selected bootcamps and demos into broader role-based learning pathways across business and technical teams</a:t>
              </a:r>
            </a:p>
            <a:p>
              <a:pPr lvl="1" fontAlgn="base"/>
              <a:r>
                <a:rPr lang="en-IN" sz="1100" dirty="0">
                  <a:latin typeface="+mn-lt"/>
                </a:rPr>
                <a:t>Raise business-side AI fluency so adoption is not limited by uneven awareness and dependence on specialists </a:t>
              </a:r>
            </a:p>
          </p:txBody>
        </p:sp>
        <p:sp>
          <p:nvSpPr>
            <p:cNvPr id="14" name="TextBox 13">
              <a:extLst>
                <a:ext uri="{FF2B5EF4-FFF2-40B4-BE49-F238E27FC236}">
                  <a16:creationId xmlns:a16="http://schemas.microsoft.com/office/drawing/2014/main" id="{D216F673-4DD8-C931-322A-2752E5518513}"/>
                </a:ext>
              </a:extLst>
            </p:cNvPr>
            <p:cNvSpPr txBox="1">
              <a:spLocks/>
            </p:cNvSpPr>
            <p:nvPr/>
          </p:nvSpPr>
          <p:spPr>
            <a:xfrm>
              <a:off x="1809133" y="3399998"/>
              <a:ext cx="2713441" cy="646331"/>
            </a:xfrm>
            <a:prstGeom prst="rect">
              <a:avLst/>
            </a:prstGeom>
            <a:noFill/>
            <a:ln w="6350">
              <a:noFill/>
              <a:miter lim="800000"/>
            </a:ln>
          </p:spPr>
          <p:txBody>
            <a:bodyPr wrap="square" lIns="0" tIns="0" rIns="0" bIns="0">
              <a:spAutoFit/>
            </a:body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0" cap="none" spc="0" normalizeH="0" baseline="0" noProof="0" dirty="0">
                  <a:ln>
                    <a:noFill/>
                  </a:ln>
                  <a:solidFill>
                    <a:srgbClr val="111918"/>
                  </a:solidFill>
                  <a:effectLst/>
                  <a:uLnTx/>
                  <a:uFillTx/>
                  <a:ea typeface="+mn-ea"/>
                  <a:cs typeface="Tahoma" panose="020B0604030504040204" pitchFamily="34" charset="0"/>
                </a:rPr>
                <a:t>Build enterprise AI capability beyond the current expert core</a:t>
              </a:r>
            </a:p>
          </p:txBody>
        </p:sp>
        <p:sp>
          <p:nvSpPr>
            <p:cNvPr id="13" name="TextBox 12">
              <a:extLst>
                <a:ext uri="{FF2B5EF4-FFF2-40B4-BE49-F238E27FC236}">
                  <a16:creationId xmlns:a16="http://schemas.microsoft.com/office/drawing/2014/main" id="{C5820B09-6FFC-1A14-5586-2C69DB694861}"/>
                </a:ext>
              </a:extLst>
            </p:cNvPr>
            <p:cNvSpPr txBox="1">
              <a:spLocks/>
            </p:cNvSpPr>
            <p:nvPr/>
          </p:nvSpPr>
          <p:spPr>
            <a:xfrm>
              <a:off x="1387486" y="3399998"/>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ea typeface="+mn-ea"/>
                  <a:cs typeface="Tahoma" panose="020B0604030504040204" pitchFamily="34" charset="0"/>
                </a:rPr>
                <a:t>3</a:t>
              </a:r>
            </a:p>
          </p:txBody>
        </p:sp>
      </p:grpSp>
      <p:grpSp>
        <p:nvGrpSpPr>
          <p:cNvPr id="40" name="Group 39">
            <a:extLst>
              <a:ext uri="{FF2B5EF4-FFF2-40B4-BE49-F238E27FC236}">
                <a16:creationId xmlns:a16="http://schemas.microsoft.com/office/drawing/2014/main" id="{3C6B68B1-ACAD-0528-F925-20919638DA3E}"/>
              </a:ext>
            </a:extLst>
          </p:cNvPr>
          <p:cNvGrpSpPr/>
          <p:nvPr/>
        </p:nvGrpSpPr>
        <p:grpSpPr>
          <a:xfrm>
            <a:off x="614350" y="4345458"/>
            <a:ext cx="11025940" cy="979945"/>
            <a:chOff x="614350" y="4430035"/>
            <a:chExt cx="11025940" cy="979945"/>
          </a:xfrm>
        </p:grpSpPr>
        <p:pic>
          <p:nvPicPr>
            <p:cNvPr id="34" name="Graphic 33">
              <a:extLst>
                <a:ext uri="{FF2B5EF4-FFF2-40B4-BE49-F238E27FC236}">
                  <a16:creationId xmlns:a16="http://schemas.microsoft.com/office/drawing/2014/main" id="{83ACFB84-EC6F-BA8F-60D5-8AF6FB703FE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4350" y="4430035"/>
              <a:ext cx="612775" cy="612775"/>
            </a:xfrm>
            <a:prstGeom prst="rect">
              <a:avLst/>
            </a:prstGeom>
          </p:spPr>
        </p:pic>
        <p:sp>
          <p:nvSpPr>
            <p:cNvPr id="45" name="TextBox 44">
              <a:extLst>
                <a:ext uri="{FF2B5EF4-FFF2-40B4-BE49-F238E27FC236}">
                  <a16:creationId xmlns:a16="http://schemas.microsoft.com/office/drawing/2014/main" id="{DB18E28B-C7FF-2B3F-D732-B78F3982F6A7}"/>
                </a:ext>
              </a:extLst>
            </p:cNvPr>
            <p:cNvSpPr txBox="1">
              <a:spLocks/>
            </p:cNvSpPr>
            <p:nvPr/>
          </p:nvSpPr>
          <p:spPr>
            <a:xfrm>
              <a:off x="4602889" y="4430035"/>
              <a:ext cx="7037401" cy="97994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111918"/>
                </a:buClr>
                <a:defRPr/>
              </a:pPr>
              <a:r>
                <a:rPr lang="en-IN" sz="1100" dirty="0">
                  <a:latin typeface="+mn-lt"/>
                </a:rPr>
                <a:t>Accelerate the shift from fragmented tools toward a governed enterprise platform with secure access, reusable services, and stronger lifecycle controls</a:t>
              </a:r>
            </a:p>
            <a:p>
              <a:pPr lvl="1">
                <a:buClr>
                  <a:srgbClr val="111918"/>
                </a:buClr>
                <a:defRPr/>
              </a:pPr>
              <a:r>
                <a:rPr lang="en-IN" sz="1100" dirty="0">
                  <a:latin typeface="+mn-lt"/>
                </a:rPr>
                <a:t>Strengthen the data backbone through clearer ownership, tighter quality controls, and reusable data products aligned to priority AI use cases</a:t>
              </a:r>
            </a:p>
            <a:p>
              <a:pPr lvl="1">
                <a:buClr>
                  <a:srgbClr val="111918"/>
                </a:buClr>
                <a:defRPr/>
              </a:pPr>
              <a:r>
                <a:rPr lang="en-IN" sz="1100" dirty="0">
                  <a:latin typeface="+mn-lt"/>
                </a:rPr>
                <a:t>Close the gaps in deployment discipline by integrating AI more fully into engineering, DevOps, and platform</a:t>
              </a:r>
              <a:endParaRPr kumimoji="0" lang="en-US" sz="1100" b="0" i="0" u="none" strike="noStrike" kern="1200" cap="none" spc="0" normalizeH="0" baseline="0" noProof="0" dirty="0">
                <a:ln>
                  <a:noFill/>
                </a:ln>
                <a:solidFill>
                  <a:srgbClr val="111918"/>
                </a:solidFill>
                <a:effectLst/>
                <a:uLnTx/>
                <a:uFillTx/>
                <a:latin typeface="+mn-lt"/>
              </a:endParaRPr>
            </a:p>
          </p:txBody>
        </p:sp>
        <p:sp>
          <p:nvSpPr>
            <p:cNvPr id="17" name="TextBox 16">
              <a:extLst>
                <a:ext uri="{FF2B5EF4-FFF2-40B4-BE49-F238E27FC236}">
                  <a16:creationId xmlns:a16="http://schemas.microsoft.com/office/drawing/2014/main" id="{8C9D55CF-2120-E175-5C43-CC46B156D443}"/>
                </a:ext>
              </a:extLst>
            </p:cNvPr>
            <p:cNvSpPr txBox="1">
              <a:spLocks/>
            </p:cNvSpPr>
            <p:nvPr/>
          </p:nvSpPr>
          <p:spPr>
            <a:xfrm>
              <a:off x="1809133" y="4430035"/>
              <a:ext cx="2713441" cy="646331"/>
            </a:xfrm>
            <a:prstGeom prst="rect">
              <a:avLst/>
            </a:prstGeom>
            <a:noFill/>
            <a:ln w="6350">
              <a:noFill/>
              <a:miter lim="800000"/>
            </a:ln>
          </p:spPr>
          <p:txBody>
            <a:bodyPr wrap="square" lIns="0" tIns="0" rIns="0" bIns="0">
              <a:spAutoFit/>
            </a:body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0" cap="none" spc="0" normalizeH="0" baseline="0" noProof="0" dirty="0">
                  <a:ln>
                    <a:noFill/>
                  </a:ln>
                  <a:solidFill>
                    <a:srgbClr val="111918"/>
                  </a:solidFill>
                  <a:effectLst/>
                  <a:uLnTx/>
                  <a:uFillTx/>
                  <a:ea typeface="+mn-ea"/>
                  <a:cs typeface="Tahoma" panose="020B0604030504040204" pitchFamily="34" charset="0"/>
                </a:rPr>
                <a:t>Build a governed enterprise AI and data backbone for secure reuse</a:t>
              </a:r>
            </a:p>
          </p:txBody>
        </p:sp>
        <p:sp>
          <p:nvSpPr>
            <p:cNvPr id="21" name="TextBox 20">
              <a:extLst>
                <a:ext uri="{FF2B5EF4-FFF2-40B4-BE49-F238E27FC236}">
                  <a16:creationId xmlns:a16="http://schemas.microsoft.com/office/drawing/2014/main" id="{BB9445B2-9C32-61EE-0672-26B8A0263A32}"/>
                </a:ext>
              </a:extLst>
            </p:cNvPr>
            <p:cNvSpPr txBox="1">
              <a:spLocks/>
            </p:cNvSpPr>
            <p:nvPr/>
          </p:nvSpPr>
          <p:spPr>
            <a:xfrm>
              <a:off x="1387486" y="4430035"/>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ea typeface="+mn-ea"/>
                  <a:cs typeface="Tahoma" panose="020B0604030504040204" pitchFamily="34" charset="0"/>
                </a:rPr>
                <a:t>4</a:t>
              </a:r>
            </a:p>
          </p:txBody>
        </p:sp>
      </p:grpSp>
      <p:grpSp>
        <p:nvGrpSpPr>
          <p:cNvPr id="28" name="Group 27">
            <a:extLst>
              <a:ext uri="{FF2B5EF4-FFF2-40B4-BE49-F238E27FC236}">
                <a16:creationId xmlns:a16="http://schemas.microsoft.com/office/drawing/2014/main" id="{6DE9ED6F-48CE-BF3B-020E-8F308FD1D170}"/>
              </a:ext>
            </a:extLst>
          </p:cNvPr>
          <p:cNvGrpSpPr/>
          <p:nvPr/>
        </p:nvGrpSpPr>
        <p:grpSpPr>
          <a:xfrm>
            <a:off x="614350" y="5480823"/>
            <a:ext cx="11025940" cy="922025"/>
            <a:chOff x="614350" y="5601140"/>
            <a:chExt cx="11025940" cy="922025"/>
          </a:xfrm>
        </p:grpSpPr>
        <p:sp>
          <p:nvSpPr>
            <p:cNvPr id="24" name="TextBox 23">
              <a:extLst>
                <a:ext uri="{FF2B5EF4-FFF2-40B4-BE49-F238E27FC236}">
                  <a16:creationId xmlns:a16="http://schemas.microsoft.com/office/drawing/2014/main" id="{D625D8C8-D7AC-52D2-CEA0-2E974BFA5839}"/>
                </a:ext>
              </a:extLst>
            </p:cNvPr>
            <p:cNvSpPr txBox="1">
              <a:spLocks/>
            </p:cNvSpPr>
            <p:nvPr/>
          </p:nvSpPr>
          <p:spPr>
            <a:xfrm>
              <a:off x="1809133" y="5601140"/>
              <a:ext cx="2713441" cy="646331"/>
            </a:xfrm>
            <a:prstGeom prst="rect">
              <a:avLst/>
            </a:prstGeom>
            <a:noFill/>
            <a:ln w="6350">
              <a:noFill/>
              <a:miter lim="800000"/>
            </a:ln>
          </p:spPr>
          <p:txBody>
            <a:bodyPr wrap="square" lIns="0" tIns="0" rIns="0" bIns="0">
              <a:spAutoFit/>
            </a:bodyPr>
            <a:lstStyle/>
            <a:p>
              <a:pPr lvl="0">
                <a:spcBef>
                  <a:spcPts val="300"/>
                </a:spcBef>
                <a:spcAft>
                  <a:spcPts val="300"/>
                </a:spcAft>
                <a:buClr>
                  <a:srgbClr val="111918"/>
                </a:buClr>
                <a:buFont typeface="Segoe UI" panose="020B0502040204020203" pitchFamily="34" charset="0"/>
                <a:buChar char="​"/>
                <a:defRPr/>
              </a:pPr>
              <a:r>
                <a:rPr lang="en-IN" sz="1400" b="1" dirty="0"/>
                <a:t>Make adoption, trust, and value tracking non-negotiable</a:t>
              </a:r>
              <a:r>
                <a:rPr lang="en-IN" sz="1400" dirty="0"/>
                <a:t> </a:t>
              </a:r>
              <a:endParaRPr kumimoji="0" lang="en-US" sz="1400" b="1" i="0" u="none" strike="noStrike" kern="0" cap="none" spc="0" normalizeH="0" baseline="0" noProof="0" dirty="0">
                <a:ln>
                  <a:noFill/>
                </a:ln>
                <a:solidFill>
                  <a:srgbClr val="111918"/>
                </a:solidFill>
                <a:effectLst/>
                <a:uLnTx/>
                <a:uFillTx/>
                <a:cs typeface="Tahoma" panose="020B0604030504040204" pitchFamily="34" charset="0"/>
              </a:endParaRPr>
            </a:p>
          </p:txBody>
        </p:sp>
        <p:sp>
          <p:nvSpPr>
            <p:cNvPr id="25" name="TextBox 24">
              <a:extLst>
                <a:ext uri="{FF2B5EF4-FFF2-40B4-BE49-F238E27FC236}">
                  <a16:creationId xmlns:a16="http://schemas.microsoft.com/office/drawing/2014/main" id="{C8293F8B-4B87-814E-8A25-DDB2910D2109}"/>
                </a:ext>
              </a:extLst>
            </p:cNvPr>
            <p:cNvSpPr txBox="1">
              <a:spLocks/>
            </p:cNvSpPr>
            <p:nvPr/>
          </p:nvSpPr>
          <p:spPr>
            <a:xfrm>
              <a:off x="1387486" y="5601140"/>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ea typeface="+mn-ea"/>
                  <a:cs typeface="Tahoma" panose="020B0604030504040204" pitchFamily="34" charset="0"/>
                </a:rPr>
                <a:t>5</a:t>
              </a:r>
            </a:p>
          </p:txBody>
        </p:sp>
        <p:pic>
          <p:nvPicPr>
            <p:cNvPr id="35" name="Graphic 34">
              <a:extLst>
                <a:ext uri="{FF2B5EF4-FFF2-40B4-BE49-F238E27FC236}">
                  <a16:creationId xmlns:a16="http://schemas.microsoft.com/office/drawing/2014/main" id="{C4099BCC-731E-2522-1371-1CE629C95B5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4350" y="5601140"/>
              <a:ext cx="612775" cy="612775"/>
            </a:xfrm>
            <a:prstGeom prst="rect">
              <a:avLst/>
            </a:prstGeom>
          </p:spPr>
        </p:pic>
        <p:sp>
          <p:nvSpPr>
            <p:cNvPr id="47" name="TextBox 46">
              <a:extLst>
                <a:ext uri="{FF2B5EF4-FFF2-40B4-BE49-F238E27FC236}">
                  <a16:creationId xmlns:a16="http://schemas.microsoft.com/office/drawing/2014/main" id="{9E754708-0C01-C6B3-F102-018DEEAD907C}"/>
                </a:ext>
              </a:extLst>
            </p:cNvPr>
            <p:cNvSpPr txBox="1">
              <a:spLocks/>
            </p:cNvSpPr>
            <p:nvPr/>
          </p:nvSpPr>
          <p:spPr>
            <a:xfrm>
              <a:off x="4602889" y="5601140"/>
              <a:ext cx="7037401" cy="92202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111918"/>
                </a:buClr>
                <a:defRPr/>
              </a:pPr>
              <a:r>
                <a:rPr lang="en-IN" sz="1100" dirty="0">
                  <a:latin typeface="+mn-lt"/>
                </a:rPr>
                <a:t>Move from bottom-up, uneven adoption to controlled enterprise rollout with approved tooling, guardrails, and consistent user experience</a:t>
              </a:r>
            </a:p>
            <a:p>
              <a:pPr lvl="1">
                <a:buClr>
                  <a:srgbClr val="111918"/>
                </a:buClr>
                <a:defRPr/>
              </a:pPr>
              <a:r>
                <a:rPr lang="en-IN" sz="1100" dirty="0">
                  <a:latin typeface="+mn-lt"/>
                </a:rPr>
                <a:t>Strengthen AI trust and risk controls, especially around sensitive data usage, access, masking, safe adoption</a:t>
              </a:r>
            </a:p>
            <a:p>
              <a:pPr lvl="1">
                <a:buClr>
                  <a:srgbClr val="111918"/>
                </a:buClr>
                <a:defRPr/>
              </a:pPr>
              <a:r>
                <a:rPr lang="en-IN" sz="1100" dirty="0">
                  <a:latin typeface="+mn-lt"/>
                </a:rPr>
                <a:t>Track value systematically through KPI-linked impact measurement, including business outcomes, FTE impact, adoption, and compliance </a:t>
              </a:r>
              <a:endParaRPr kumimoji="0" lang="en-US" sz="1100" b="0" i="0" u="none" strike="noStrike" kern="1200" cap="none" spc="0" normalizeH="0" baseline="0" noProof="0" dirty="0">
                <a:ln>
                  <a:noFill/>
                </a:ln>
                <a:solidFill>
                  <a:srgbClr val="111918"/>
                </a:solidFill>
                <a:effectLst/>
                <a:uLnTx/>
                <a:uFillTx/>
                <a:latin typeface="+mn-lt"/>
              </a:endParaRPr>
            </a:p>
          </p:txBody>
        </p:sp>
      </p:grpSp>
      <p:sp>
        <p:nvSpPr>
          <p:cNvPr id="10" name="5. Source">
            <a:extLst>
              <a:ext uri="{FF2B5EF4-FFF2-40B4-BE49-F238E27FC236}">
                <a16:creationId xmlns:a16="http://schemas.microsoft.com/office/drawing/2014/main" id="{A86BCB2A-B9E0-3A57-251D-F96EF6084EE4}"/>
              </a:ext>
            </a:extLst>
          </p:cNvPr>
          <p:cNvSpPr txBox="1">
            <a:spLocks/>
          </p:cNvSpPr>
          <p:nvPr>
            <p:custDataLst>
              <p:tags r:id="rId4"/>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cs typeface="Tahoma" panose="020B0604030504040204" pitchFamily="34" charset="0"/>
              </a:rPr>
              <a:t> Tech &amp; AI Quotient Survey</a:t>
            </a:r>
          </a:p>
        </p:txBody>
      </p:sp>
      <p:sp>
        <p:nvSpPr>
          <p:cNvPr id="20" name="Rectangle 2">
            <a:extLst>
              <a:ext uri="{FF2B5EF4-FFF2-40B4-BE49-F238E27FC236}">
                <a16:creationId xmlns:a16="http://schemas.microsoft.com/office/drawing/2014/main" id="{3F1A6970-0873-AF1E-E29C-E487CC8909E5}"/>
              </a:ext>
            </a:extLst>
          </p:cNvPr>
          <p:cNvSpPr>
            <a:spLocks noChangeArrowheads="1"/>
          </p:cNvSpPr>
          <p:nvPr/>
        </p:nvSpPr>
        <p:spPr bwMode="auto">
          <a:xfrm>
            <a:off x="554038" y="221232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3">
            <a:extLst>
              <a:ext uri="{FF2B5EF4-FFF2-40B4-BE49-F238E27FC236}">
                <a16:creationId xmlns:a16="http://schemas.microsoft.com/office/drawing/2014/main" id="{9480305B-9C63-3354-392B-0FD742F351ED}"/>
              </a:ext>
            </a:extLst>
          </p:cNvPr>
          <p:cNvSpPr>
            <a:spLocks noChangeArrowheads="1"/>
          </p:cNvSpPr>
          <p:nvPr/>
        </p:nvSpPr>
        <p:spPr bwMode="auto">
          <a:xfrm>
            <a:off x="554038" y="22774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2. Slide Title">
            <a:extLst>
              <a:ext uri="{FF2B5EF4-FFF2-40B4-BE49-F238E27FC236}">
                <a16:creationId xmlns:a16="http://schemas.microsoft.com/office/drawing/2014/main" id="{7C2B5C81-56AF-1EBA-1AC8-71F566ADE38E}"/>
              </a:ext>
            </a:extLst>
          </p:cNvPr>
          <p:cNvSpPr txBox="1">
            <a:spLocks/>
          </p:cNvSpPr>
          <p:nvPr>
            <p:custDataLst>
              <p:tags r:id="rId5"/>
            </p:custDataLst>
          </p:nvPr>
        </p:nvSpPr>
        <p:spPr>
          <a:xfrm>
            <a:off x="553972" y="-157670"/>
            <a:ext cx="10529953" cy="768350"/>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mj-lt"/>
                <a:ea typeface="+mj-ea"/>
                <a:cs typeface="+mj-cs"/>
              </a:defRPr>
            </a:lvl1pPr>
          </a:lstStyle>
          <a:p>
            <a:r>
              <a:rPr lang="en-US" dirty="0"/>
              <a:t>Executive Summary (2/2)</a:t>
            </a:r>
          </a:p>
        </p:txBody>
      </p:sp>
      <p:grpSp>
        <p:nvGrpSpPr>
          <p:cNvPr id="44" name="Group 43">
            <a:extLst>
              <a:ext uri="{FF2B5EF4-FFF2-40B4-BE49-F238E27FC236}">
                <a16:creationId xmlns:a16="http://schemas.microsoft.com/office/drawing/2014/main" id="{CE259F6D-74D7-3337-A4A4-9952F79A9B6B}"/>
              </a:ext>
            </a:extLst>
          </p:cNvPr>
          <p:cNvGrpSpPr/>
          <p:nvPr/>
        </p:nvGrpSpPr>
        <p:grpSpPr>
          <a:xfrm>
            <a:off x="1489762" y="936119"/>
            <a:ext cx="2955568" cy="259971"/>
            <a:chOff x="1489762" y="936119"/>
            <a:chExt cx="3032812" cy="259971"/>
          </a:xfrm>
        </p:grpSpPr>
        <p:sp>
          <p:nvSpPr>
            <p:cNvPr id="22" name="TextBox 21">
              <a:extLst>
                <a:ext uri="{FF2B5EF4-FFF2-40B4-BE49-F238E27FC236}">
                  <a16:creationId xmlns:a16="http://schemas.microsoft.com/office/drawing/2014/main" id="{9796CFF3-11C8-2F8A-01E3-90B8F4C43295}"/>
                </a:ext>
              </a:extLst>
            </p:cNvPr>
            <p:cNvSpPr txBox="1"/>
            <p:nvPr/>
          </p:nvSpPr>
          <p:spPr>
            <a:xfrm>
              <a:off x="1489762" y="936119"/>
              <a:ext cx="3032812"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Key unlocks:</a:t>
              </a:r>
            </a:p>
          </p:txBody>
        </p:sp>
        <p:cxnSp>
          <p:nvCxnSpPr>
            <p:cNvPr id="26" name="Straight Connector 25">
              <a:extLst>
                <a:ext uri="{FF2B5EF4-FFF2-40B4-BE49-F238E27FC236}">
                  <a16:creationId xmlns:a16="http://schemas.microsoft.com/office/drawing/2014/main" id="{4EF62ADF-1987-6F20-F27F-2CFC2CB2D48B}"/>
                </a:ext>
              </a:extLst>
            </p:cNvPr>
            <p:cNvCxnSpPr>
              <a:cxnSpLocks/>
            </p:cNvCxnSpPr>
            <p:nvPr/>
          </p:nvCxnSpPr>
          <p:spPr>
            <a:xfrm>
              <a:off x="1489762" y="1196090"/>
              <a:ext cx="3032812"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497A6EA1-C47D-9E78-CF6C-62EE8B2D2F74}"/>
              </a:ext>
            </a:extLst>
          </p:cNvPr>
          <p:cNvGrpSpPr/>
          <p:nvPr/>
        </p:nvGrpSpPr>
        <p:grpSpPr>
          <a:xfrm>
            <a:off x="4602889" y="936119"/>
            <a:ext cx="6981803" cy="259971"/>
            <a:chOff x="4806779" y="936119"/>
            <a:chExt cx="6777913" cy="259971"/>
          </a:xfrm>
        </p:grpSpPr>
        <p:sp>
          <p:nvSpPr>
            <p:cNvPr id="30" name="TextBox 29">
              <a:extLst>
                <a:ext uri="{FF2B5EF4-FFF2-40B4-BE49-F238E27FC236}">
                  <a16:creationId xmlns:a16="http://schemas.microsoft.com/office/drawing/2014/main" id="{65F8CA68-F5A8-98C5-9522-AF82892837CB}"/>
                </a:ext>
              </a:extLst>
            </p:cNvPr>
            <p:cNvSpPr txBox="1"/>
            <p:nvPr/>
          </p:nvSpPr>
          <p:spPr>
            <a:xfrm>
              <a:off x="4806779" y="936119"/>
              <a:ext cx="3588097" cy="246221"/>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ea typeface="+mn-ea"/>
                  <a:cs typeface="Arial" panose="020B0604020202020204" pitchFamily="34" charset="0"/>
                </a:rPr>
                <a:t>Actions:</a:t>
              </a:r>
            </a:p>
          </p:txBody>
        </p:sp>
        <p:cxnSp>
          <p:nvCxnSpPr>
            <p:cNvPr id="37" name="Straight Connector 36">
              <a:extLst>
                <a:ext uri="{FF2B5EF4-FFF2-40B4-BE49-F238E27FC236}">
                  <a16:creationId xmlns:a16="http://schemas.microsoft.com/office/drawing/2014/main" id="{EEEFAEF0-C191-EE58-4640-B64BA3BF1F83}"/>
                </a:ext>
              </a:extLst>
            </p:cNvPr>
            <p:cNvCxnSpPr>
              <a:cxnSpLocks/>
            </p:cNvCxnSpPr>
            <p:nvPr/>
          </p:nvCxnSpPr>
          <p:spPr>
            <a:xfrm>
              <a:off x="4806779" y="1196090"/>
              <a:ext cx="6777913"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217903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9239B-F1C8-839E-ED8E-B4FC4D8C8083}"/>
            </a:ext>
          </a:extLst>
        </p:cNvPr>
        <p:cNvGrpSpPr/>
        <p:nvPr/>
      </p:nvGrpSpPr>
      <p:grpSpPr>
        <a:xfrm>
          <a:off x="0" y="0"/>
          <a:ext cx="0" cy="0"/>
          <a:chOff x="0" y="0"/>
          <a:chExt cx="0" cy="0"/>
        </a:xfrm>
      </p:grpSpPr>
      <p:graphicFrame>
        <p:nvGraphicFramePr>
          <p:cNvPr id="18" name="Object 7" hidden="1">
            <a:extLst>
              <a:ext uri="{FF2B5EF4-FFF2-40B4-BE49-F238E27FC236}">
                <a16:creationId xmlns:a16="http://schemas.microsoft.com/office/drawing/2014/main" id="{F53CC1C6-8493-5393-947B-E4F527D7E9DD}"/>
              </a:ext>
            </a:extLst>
          </p:cNvPr>
          <p:cNvGraphicFramePr>
            <a:graphicFrameLocks noChangeAspect="1"/>
          </p:cNvGraphicFramePr>
          <p:nvPr>
            <p:custDataLst>
              <p:tags r:id="rId2"/>
            </p:custDataLst>
            <p:extLst>
              <p:ext uri="{D42A27DB-BD31-4B8C-83A1-F6EECF244321}">
                <p14:modId xmlns:p14="http://schemas.microsoft.com/office/powerpoint/2010/main" val="23500768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23" imgH="424" progId="TCLayout.ActiveDocument.1">
                  <p:embed/>
                </p:oleObj>
              </mc:Choice>
              <mc:Fallback>
                <p:oleObj name="think-cell Slide" r:id="rId12" imgW="423" imgH="424" progId="TCLayout.ActiveDocument.1">
                  <p:embed/>
                  <p:pic>
                    <p:nvPicPr>
                      <p:cNvPr id="18" name="Object 7" hidden="1">
                        <a:extLst>
                          <a:ext uri="{FF2B5EF4-FFF2-40B4-BE49-F238E27FC236}">
                            <a16:creationId xmlns:a16="http://schemas.microsoft.com/office/drawing/2014/main" id="{F53CC1C6-8493-5393-947B-E4F527D7E9D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9" name="Rectangle 1" hidden="1">
            <a:extLst>
              <a:ext uri="{FF2B5EF4-FFF2-40B4-BE49-F238E27FC236}">
                <a16:creationId xmlns:a16="http://schemas.microsoft.com/office/drawing/2014/main" id="{B2B84D21-352E-2269-9730-E81853EEFAB1}"/>
              </a:ext>
            </a:extLst>
          </p:cNvPr>
          <p:cNvSpPr/>
          <p:nvPr>
            <p:custDataLst>
              <p:tags r:id="rId3"/>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AU" sz="1600" b="0"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panose="020B0604020202020204" pitchFamily="34" charset="0"/>
            </a:endParaRPr>
          </a:p>
        </p:txBody>
      </p:sp>
      <p:sp>
        <p:nvSpPr>
          <p:cNvPr id="7" name="Text Placeholder 2">
            <a:extLst>
              <a:ext uri="{FF2B5EF4-FFF2-40B4-BE49-F238E27FC236}">
                <a16:creationId xmlns:a16="http://schemas.microsoft.com/office/drawing/2014/main" id="{5CA8C6C3-EC1E-0FF5-FDA4-48F7D4555FFD}"/>
              </a:ext>
            </a:extLst>
          </p:cNvPr>
          <p:cNvSpPr>
            <a:spLocks noGrp="1"/>
          </p:cNvSpPr>
          <p:nvPr>
            <p:custDataLst>
              <p:tags r:id="rId4"/>
            </p:custDataLst>
          </p:nvPr>
        </p:nvSpPr>
        <p:spPr bwMode="auto">
          <a:xfrm>
            <a:off x="4445889" y="1598613"/>
            <a:ext cx="7191375" cy="457200"/>
          </a:xfrm>
          <a:prstGeom prst="rect">
            <a:avLst/>
          </a:prstGeom>
          <a:solidFill>
            <a:schemeClr val="accent4"/>
          </a:solidFill>
          <a:ln w="6350" algn="ctr">
            <a:noFill/>
          </a:ln>
        </p:spPr>
        <p:txBody>
          <a:bodyPr vert="horz" wrap="none" lIns="92075" tIns="92075" rIns="0" bIns="90488"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Approach &amp; Methodology</a:t>
            </a:r>
          </a:p>
        </p:txBody>
      </p:sp>
      <p:sp>
        <p:nvSpPr>
          <p:cNvPr id="30" name="Text Placeholder 2">
            <a:hlinkClick r:id="rId14" action="ppaction://hlinksldjump"/>
            <a:extLst>
              <a:ext uri="{FF2B5EF4-FFF2-40B4-BE49-F238E27FC236}">
                <a16:creationId xmlns:a16="http://schemas.microsoft.com/office/drawing/2014/main" id="{054FE2D2-9B68-4394-6B46-8C09F2EFC855}"/>
              </a:ext>
            </a:extLst>
          </p:cNvPr>
          <p:cNvSpPr>
            <a:spLocks noGrp="1"/>
          </p:cNvSpPr>
          <p:nvPr>
            <p:custDataLst>
              <p:tags r:id="rId5"/>
            </p:custDataLst>
          </p:nvPr>
        </p:nvSpPr>
        <p:spPr bwMode="auto">
          <a:xfrm>
            <a:off x="4445889" y="232886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2075" rIns="0" bIns="90488"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Summary: Tech &amp; AI Maturity Assessment Results</a:t>
            </a:r>
          </a:p>
        </p:txBody>
      </p:sp>
      <p:sp>
        <p:nvSpPr>
          <p:cNvPr id="3" name="Text Placeholder 2">
            <a:hlinkClick r:id="rId15" action="ppaction://hlinksldjump"/>
            <a:extLst>
              <a:ext uri="{FF2B5EF4-FFF2-40B4-BE49-F238E27FC236}">
                <a16:creationId xmlns:a16="http://schemas.microsoft.com/office/drawing/2014/main" id="{08DBBE20-2E2D-94E1-9F55-1D2A3812188A}"/>
              </a:ext>
            </a:extLst>
          </p:cNvPr>
          <p:cNvSpPr>
            <a:spLocks noGrp="1"/>
          </p:cNvSpPr>
          <p:nvPr>
            <p:custDataLst>
              <p:tags r:id="rId6"/>
            </p:custDataLst>
          </p:nvPr>
        </p:nvSpPr>
        <p:spPr bwMode="auto">
          <a:xfrm>
            <a:off x="4445889" y="3059113"/>
            <a:ext cx="7191375" cy="458788"/>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2075"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Recommendations &amp; Roadmap</a:t>
            </a:r>
          </a:p>
        </p:txBody>
      </p:sp>
      <p:sp>
        <p:nvSpPr>
          <p:cNvPr id="56" name="Text Placeholder 2">
            <a:hlinkClick r:id="rId14" action="ppaction://hlinksldjump"/>
            <a:extLst>
              <a:ext uri="{FF2B5EF4-FFF2-40B4-BE49-F238E27FC236}">
                <a16:creationId xmlns:a16="http://schemas.microsoft.com/office/drawing/2014/main" id="{D79FD7AD-0C1F-571E-109A-83E272C186DF}"/>
              </a:ext>
            </a:extLst>
          </p:cNvPr>
          <p:cNvSpPr>
            <a:spLocks noGrp="1"/>
          </p:cNvSpPr>
          <p:nvPr>
            <p:custDataLst>
              <p:tags r:id="rId7"/>
            </p:custDataLst>
          </p:nvPr>
        </p:nvSpPr>
        <p:spPr bwMode="auto">
          <a:xfrm>
            <a:off x="4445889" y="3790951"/>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1: Tech &amp; AI Results by Dimension</a:t>
            </a:r>
          </a:p>
        </p:txBody>
      </p:sp>
      <p:sp>
        <p:nvSpPr>
          <p:cNvPr id="5" name="2. Slide Title">
            <a:extLst>
              <a:ext uri="{FF2B5EF4-FFF2-40B4-BE49-F238E27FC236}">
                <a16:creationId xmlns:a16="http://schemas.microsoft.com/office/drawing/2014/main" id="{716FD11A-3CF7-6455-3F2D-D338DD6E6E68}"/>
              </a:ext>
            </a:extLst>
          </p:cNvPr>
          <p:cNvSpPr>
            <a:spLocks noGrp="1"/>
          </p:cNvSpPr>
          <p:nvPr>
            <p:ph type="title"/>
            <p:custDataLst>
              <p:tags r:id="rId8"/>
            </p:custDataLst>
          </p:nvPr>
        </p:nvSpPr>
        <p:spPr>
          <a:xfrm>
            <a:off x="554736" y="3175256"/>
            <a:ext cx="2514600" cy="33855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AU" noProof="0">
                <a:latin typeface="+mj-lt"/>
              </a:rPr>
              <a:t>Contents</a:t>
            </a:r>
          </a:p>
        </p:txBody>
      </p:sp>
      <p:sp>
        <p:nvSpPr>
          <p:cNvPr id="12" name="Subtitle 11">
            <a:extLst>
              <a:ext uri="{FF2B5EF4-FFF2-40B4-BE49-F238E27FC236}">
                <a16:creationId xmlns:a16="http://schemas.microsoft.com/office/drawing/2014/main" id="{E34E6EE5-DE4A-4A5D-D756-D3CC7E4B2F87}"/>
              </a:ext>
            </a:extLst>
          </p:cNvPr>
          <p:cNvSpPr>
            <a:spLocks noGrp="1"/>
          </p:cNvSpPr>
          <p:nvPr>
            <p:ph type="subTitle" idx="1"/>
          </p:nvPr>
        </p:nvSpPr>
        <p:spPr/>
        <p:txBody>
          <a:bodyPr/>
          <a:lstStyle/>
          <a:p>
            <a:endParaRPr lang="en-CA"/>
          </a:p>
        </p:txBody>
      </p:sp>
      <p:sp>
        <p:nvSpPr>
          <p:cNvPr id="13" name="Text Placeholder 12">
            <a:extLst>
              <a:ext uri="{FF2B5EF4-FFF2-40B4-BE49-F238E27FC236}">
                <a16:creationId xmlns:a16="http://schemas.microsoft.com/office/drawing/2014/main" id="{59FCCF4F-0ECA-EE8E-62F2-D8E1C08C5011}"/>
              </a:ext>
            </a:extLst>
          </p:cNvPr>
          <p:cNvSpPr>
            <a:spLocks noGrp="1"/>
          </p:cNvSpPr>
          <p:nvPr>
            <p:ph type="body" sz="quarter" idx="10"/>
          </p:nvPr>
        </p:nvSpPr>
        <p:spPr/>
        <p:txBody>
          <a:bodyPr/>
          <a:lstStyle/>
          <a:p>
            <a:endParaRPr lang="en-CA"/>
          </a:p>
        </p:txBody>
      </p:sp>
      <p:sp>
        <p:nvSpPr>
          <p:cNvPr id="9" name="Text Placeholder 2">
            <a:hlinkClick r:id="" action="ppaction://noaction"/>
            <a:extLst>
              <a:ext uri="{FF2B5EF4-FFF2-40B4-BE49-F238E27FC236}">
                <a16:creationId xmlns:a16="http://schemas.microsoft.com/office/drawing/2014/main" id="{26296001-6797-518D-6DB3-075093CA0FC1}"/>
              </a:ext>
            </a:extLst>
          </p:cNvPr>
          <p:cNvSpPr>
            <a:spLocks noGrp="1"/>
          </p:cNvSpPr>
          <p:nvPr>
            <p:custDataLst>
              <p:tags r:id="rId9"/>
            </p:custDataLst>
          </p:nvPr>
        </p:nvSpPr>
        <p:spPr bwMode="auto">
          <a:xfrm>
            <a:off x="4445889" y="4521200"/>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2: Best Practice Definitions</a:t>
            </a:r>
          </a:p>
        </p:txBody>
      </p:sp>
    </p:spTree>
    <p:custDataLst>
      <p:tags r:id="rId1"/>
    </p:custDataLst>
    <p:extLst>
      <p:ext uri="{BB962C8B-B14F-4D97-AF65-F5344CB8AC3E}">
        <p14:creationId xmlns:p14="http://schemas.microsoft.com/office/powerpoint/2010/main" val="743871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44573-9222-FC52-47FD-72B90626A5A3}"/>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A74712B4-0D9A-A8F5-A0C1-619055832BC1}"/>
              </a:ext>
            </a:extLst>
          </p:cNvPr>
          <p:cNvGraphicFramePr>
            <a:graphicFrameLocks noChangeAspect="1"/>
          </p:cNvGraphicFramePr>
          <p:nvPr>
            <p:custDataLst>
              <p:tags r:id="rId2"/>
            </p:custDataLst>
            <p:extLst>
              <p:ext uri="{D42A27DB-BD31-4B8C-83A1-F6EECF244321}">
                <p14:modId xmlns:p14="http://schemas.microsoft.com/office/powerpoint/2010/main" val="36869843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6" name="Object 2" hidden="1">
                        <a:extLst>
                          <a:ext uri="{FF2B5EF4-FFF2-40B4-BE49-F238E27FC236}">
                            <a16:creationId xmlns:a16="http://schemas.microsoft.com/office/drawing/2014/main" id="{A74712B4-0D9A-A8F5-A0C1-619055832BC1}"/>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5" name="2. Slide Title">
            <a:extLst>
              <a:ext uri="{FF2B5EF4-FFF2-40B4-BE49-F238E27FC236}">
                <a16:creationId xmlns:a16="http://schemas.microsoft.com/office/drawing/2014/main" id="{550AD17C-4906-95D3-8295-419100A5F5A7}"/>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a:lstStyle/>
          <a:p>
            <a:r>
              <a:rPr lang="en-US">
                <a:latin typeface="+mj-lt"/>
              </a:rPr>
              <a:t>PASHA Bank’s AIQ assessment is grounded in McKinsey’s Rewired approach to scaling Tech &amp; AI value</a:t>
            </a:r>
          </a:p>
        </p:txBody>
      </p:sp>
      <p:sp>
        <p:nvSpPr>
          <p:cNvPr id="8" name="Subtitle 7">
            <a:extLst>
              <a:ext uri="{FF2B5EF4-FFF2-40B4-BE49-F238E27FC236}">
                <a16:creationId xmlns:a16="http://schemas.microsoft.com/office/drawing/2014/main" id="{0C5420E9-BC50-7D72-D7D1-02BA5143F823}"/>
              </a:ext>
            </a:extLst>
          </p:cNvPr>
          <p:cNvSpPr>
            <a:spLocks noGrp="1"/>
          </p:cNvSpPr>
          <p:nvPr>
            <p:ph type="subTitle" idx="1"/>
          </p:nvPr>
        </p:nvSpPr>
        <p:spPr>
          <a:noFill/>
          <a:ln/>
          <a:extLst>
            <a:ext uri="{909E8E84-426E-40DD-AFC4-6F175D3DCCD1}">
              <a14:hiddenFill xmlns:a14="http://schemas.microsoft.com/office/drawing/2010/main">
                <a:solidFill>
                  <a:srgbClr val="FFFFFF"/>
                </a:solidFill>
              </a14:hiddenFill>
            </a:ext>
          </a:extLst>
        </p:spPr>
        <p:txBody>
          <a:bodyPr/>
          <a:lstStyle/>
          <a:p>
            <a:r>
              <a:rPr lang="en-US"/>
              <a:t>Based on 200+ transformations, leaders follow a consistent system-level approach</a:t>
            </a:r>
          </a:p>
        </p:txBody>
      </p:sp>
      <p:sp>
        <p:nvSpPr>
          <p:cNvPr id="16" name="5. Source">
            <a:extLst>
              <a:ext uri="{FF2B5EF4-FFF2-40B4-BE49-F238E27FC236}">
                <a16:creationId xmlns:a16="http://schemas.microsoft.com/office/drawing/2014/main" id="{88EE0EDF-A9B7-B785-529A-49AA7DB52367}"/>
              </a:ext>
            </a:extLst>
          </p:cNvPr>
          <p:cNvSpPr txBox="1"/>
          <p:nvPr>
            <p:custDataLst>
              <p:tags r:id="rId4"/>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Source: </a:t>
            </a: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hlinkClick r:id="rId9">
                  <a:extLst>
                    <a:ext uri="{A12FA001-AC4F-418D-AE19-62706E023703}">
                      <ahyp:hlinkClr xmlns:ahyp="http://schemas.microsoft.com/office/drawing/2018/hyperlinkcolor" val="tx"/>
                    </a:ext>
                  </a:extLst>
                </a:hlinkClick>
              </a:rPr>
              <a:t>McKinsey Rewired 2.0</a:t>
            </a:r>
            <a:endPar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18" name="TextBox 17">
            <a:extLst>
              <a:ext uri="{FF2B5EF4-FFF2-40B4-BE49-F238E27FC236}">
                <a16:creationId xmlns:a16="http://schemas.microsoft.com/office/drawing/2014/main" id="{422B5176-64AE-6758-6016-6C1DE90DAA83}"/>
              </a:ext>
            </a:extLst>
          </p:cNvPr>
          <p:cNvSpPr txBox="1">
            <a:spLocks/>
          </p:cNvSpPr>
          <p:nvPr/>
        </p:nvSpPr>
        <p:spPr>
          <a:xfrm>
            <a:off x="554735" y="5340336"/>
            <a:ext cx="1368333"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Change management</a:t>
            </a:r>
          </a:p>
        </p:txBody>
      </p:sp>
      <p:sp>
        <p:nvSpPr>
          <p:cNvPr id="19" name="TextBox 18">
            <a:extLst>
              <a:ext uri="{FF2B5EF4-FFF2-40B4-BE49-F238E27FC236}">
                <a16:creationId xmlns:a16="http://schemas.microsoft.com/office/drawing/2014/main" id="{A3CCDF36-314E-D128-0891-57BEC28E4F50}"/>
              </a:ext>
            </a:extLst>
          </p:cNvPr>
          <p:cNvSpPr txBox="1">
            <a:spLocks/>
          </p:cNvSpPr>
          <p:nvPr/>
        </p:nvSpPr>
        <p:spPr>
          <a:xfrm>
            <a:off x="554735" y="3552482"/>
            <a:ext cx="1368333"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Delivery capabilities</a:t>
            </a:r>
          </a:p>
        </p:txBody>
      </p:sp>
      <p:sp>
        <p:nvSpPr>
          <p:cNvPr id="20" name="TextBox 19">
            <a:extLst>
              <a:ext uri="{FF2B5EF4-FFF2-40B4-BE49-F238E27FC236}">
                <a16:creationId xmlns:a16="http://schemas.microsoft.com/office/drawing/2014/main" id="{A34E1E64-F77A-B920-2CC2-462B8F65E3F7}"/>
              </a:ext>
            </a:extLst>
          </p:cNvPr>
          <p:cNvSpPr txBox="1">
            <a:spLocks/>
          </p:cNvSpPr>
          <p:nvPr/>
        </p:nvSpPr>
        <p:spPr>
          <a:xfrm>
            <a:off x="554735" y="1812125"/>
            <a:ext cx="1368333"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V</a:t>
            </a:r>
            <a:r>
              <a:rPr kumimoji="0" lang="en-US" sz="1600" b="1" i="0" u="none" strike="noStrike" kern="0" cap="none" spc="0" normalizeH="0" baseline="0" noProof="0" err="1">
                <a:ln>
                  <a:noFill/>
                </a:ln>
                <a:solidFill>
                  <a:srgbClr val="111918"/>
                </a:solidFill>
                <a:effectLst/>
                <a:uLnTx/>
                <a:uFillTx/>
                <a:latin typeface="Tahoma"/>
                <a:ea typeface="+mn-ea"/>
                <a:cs typeface="Tahoma" panose="020B0604030504040204" pitchFamily="34" charset="0"/>
                <a:sym typeface="Arial" panose="020B0604020202020204" pitchFamily="34" charset="0"/>
              </a:rPr>
              <a:t>alue</a:t>
            </a: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 alignment</a:t>
            </a:r>
          </a:p>
        </p:txBody>
      </p:sp>
      <p:sp>
        <p:nvSpPr>
          <p:cNvPr id="21" name="object 6">
            <a:extLst>
              <a:ext uri="{FF2B5EF4-FFF2-40B4-BE49-F238E27FC236}">
                <a16:creationId xmlns:a16="http://schemas.microsoft.com/office/drawing/2014/main" id="{165C8B24-AA65-4280-0117-CB57FFDF3C05}"/>
              </a:ext>
            </a:extLst>
          </p:cNvPr>
          <p:cNvSpPr>
            <a:spLocks/>
          </p:cNvSpPr>
          <p:nvPr/>
        </p:nvSpPr>
        <p:spPr>
          <a:xfrm>
            <a:off x="9474917" y="2691724"/>
            <a:ext cx="2162347" cy="2213960"/>
          </a:xfrm>
          <a:prstGeom prst="roundRect">
            <a:avLst>
              <a:gd name="adj" fmla="val 6306"/>
            </a:avLst>
          </a:prstGeom>
          <a:solidFill>
            <a:schemeClr val="bg1"/>
          </a:solidFill>
          <a:ln w="28575" cap="sq">
            <a:solidFill>
              <a:schemeClr val="accent4"/>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56" name="Freeform: Shape 55">
            <a:extLst>
              <a:ext uri="{FF2B5EF4-FFF2-40B4-BE49-F238E27FC236}">
                <a16:creationId xmlns:a16="http://schemas.microsoft.com/office/drawing/2014/main" id="{11AC0D4F-566E-2990-4956-51E857C1FC5F}"/>
              </a:ext>
            </a:extLst>
          </p:cNvPr>
          <p:cNvSpPr>
            <a:spLocks/>
          </p:cNvSpPr>
          <p:nvPr/>
        </p:nvSpPr>
        <p:spPr>
          <a:xfrm>
            <a:off x="7033049" y="2691724"/>
            <a:ext cx="2601533" cy="2213960"/>
          </a:xfrm>
          <a:custGeom>
            <a:avLst/>
            <a:gdLst>
              <a:gd name="csX0" fmla="*/ 139612 w 2695347"/>
              <a:gd name="csY0" fmla="*/ 0 h 2213960"/>
              <a:gd name="csX1" fmla="*/ 2271839 w 2695347"/>
              <a:gd name="csY1" fmla="*/ 0 h 2213960"/>
              <a:gd name="csX2" fmla="*/ 2411451 w 2695347"/>
              <a:gd name="csY2" fmla="*/ 139612 h 2213960"/>
              <a:gd name="csX3" fmla="*/ 2411451 w 2695347"/>
              <a:gd name="csY3" fmla="*/ 783987 h 2213960"/>
              <a:gd name="csX4" fmla="*/ 2695347 w 2695347"/>
              <a:gd name="csY4" fmla="*/ 1106979 h 2213960"/>
              <a:gd name="csX5" fmla="*/ 2411451 w 2695347"/>
              <a:gd name="csY5" fmla="*/ 1429971 h 2213960"/>
              <a:gd name="csX6" fmla="*/ 2411451 w 2695347"/>
              <a:gd name="csY6" fmla="*/ 2074348 h 2213960"/>
              <a:gd name="csX7" fmla="*/ 2271839 w 2695347"/>
              <a:gd name="csY7" fmla="*/ 2213960 h 2213960"/>
              <a:gd name="csX8" fmla="*/ 139612 w 2695347"/>
              <a:gd name="csY8" fmla="*/ 2213960 h 2213960"/>
              <a:gd name="csX9" fmla="*/ 0 w 2695347"/>
              <a:gd name="csY9" fmla="*/ 2074348 h 2213960"/>
              <a:gd name="csX10" fmla="*/ 0 w 2695347"/>
              <a:gd name="csY10" fmla="*/ 139612 h 2213960"/>
              <a:gd name="csX11" fmla="*/ 139612 w 2695347"/>
              <a:gd name="csY11" fmla="*/ 0 h 2213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95347" h="2213960">
                <a:moveTo>
                  <a:pt x="139612" y="0"/>
                </a:moveTo>
                <a:lnTo>
                  <a:pt x="2271839" y="0"/>
                </a:lnTo>
                <a:cubicBezTo>
                  <a:pt x="2348945" y="0"/>
                  <a:pt x="2411451" y="62506"/>
                  <a:pt x="2411451" y="139612"/>
                </a:cubicBezTo>
                <a:lnTo>
                  <a:pt x="2411451" y="783987"/>
                </a:lnTo>
                <a:lnTo>
                  <a:pt x="2695347" y="1106979"/>
                </a:lnTo>
                <a:lnTo>
                  <a:pt x="2411451" y="1429971"/>
                </a:lnTo>
                <a:lnTo>
                  <a:pt x="2411451" y="2074348"/>
                </a:lnTo>
                <a:cubicBezTo>
                  <a:pt x="2411451" y="2151454"/>
                  <a:pt x="2348945" y="2213960"/>
                  <a:pt x="2271839" y="2213960"/>
                </a:cubicBezTo>
                <a:lnTo>
                  <a:pt x="139612" y="2213960"/>
                </a:lnTo>
                <a:cubicBezTo>
                  <a:pt x="62506" y="2213960"/>
                  <a:pt x="0" y="2151454"/>
                  <a:pt x="0" y="2074348"/>
                </a:cubicBezTo>
                <a:lnTo>
                  <a:pt x="0" y="139612"/>
                </a:lnTo>
                <a:cubicBezTo>
                  <a:pt x="0" y="62506"/>
                  <a:pt x="62506" y="0"/>
                  <a:pt x="139612" y="0"/>
                </a:cubicBezTo>
                <a:close/>
              </a:path>
            </a:pathLst>
          </a:custGeom>
          <a:solidFill>
            <a:schemeClr val="bg1"/>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55" name="Freeform: Shape 54">
            <a:extLst>
              <a:ext uri="{FF2B5EF4-FFF2-40B4-BE49-F238E27FC236}">
                <a16:creationId xmlns:a16="http://schemas.microsoft.com/office/drawing/2014/main" id="{AC0D69F6-7317-5196-BC2F-99853277252E}"/>
              </a:ext>
            </a:extLst>
          </p:cNvPr>
          <p:cNvSpPr>
            <a:spLocks/>
          </p:cNvSpPr>
          <p:nvPr/>
        </p:nvSpPr>
        <p:spPr>
          <a:xfrm>
            <a:off x="4591181" y="2691724"/>
            <a:ext cx="2601533" cy="2213960"/>
          </a:xfrm>
          <a:custGeom>
            <a:avLst/>
            <a:gdLst>
              <a:gd name="csX0" fmla="*/ 139612 w 2695347"/>
              <a:gd name="csY0" fmla="*/ 0 h 2213960"/>
              <a:gd name="csX1" fmla="*/ 2271839 w 2695347"/>
              <a:gd name="csY1" fmla="*/ 0 h 2213960"/>
              <a:gd name="csX2" fmla="*/ 2411451 w 2695347"/>
              <a:gd name="csY2" fmla="*/ 139612 h 2213960"/>
              <a:gd name="csX3" fmla="*/ 2411451 w 2695347"/>
              <a:gd name="csY3" fmla="*/ 783987 h 2213960"/>
              <a:gd name="csX4" fmla="*/ 2695347 w 2695347"/>
              <a:gd name="csY4" fmla="*/ 1106979 h 2213960"/>
              <a:gd name="csX5" fmla="*/ 2411451 w 2695347"/>
              <a:gd name="csY5" fmla="*/ 1429971 h 2213960"/>
              <a:gd name="csX6" fmla="*/ 2411451 w 2695347"/>
              <a:gd name="csY6" fmla="*/ 2074348 h 2213960"/>
              <a:gd name="csX7" fmla="*/ 2271839 w 2695347"/>
              <a:gd name="csY7" fmla="*/ 2213960 h 2213960"/>
              <a:gd name="csX8" fmla="*/ 139612 w 2695347"/>
              <a:gd name="csY8" fmla="*/ 2213960 h 2213960"/>
              <a:gd name="csX9" fmla="*/ 0 w 2695347"/>
              <a:gd name="csY9" fmla="*/ 2074348 h 2213960"/>
              <a:gd name="csX10" fmla="*/ 0 w 2695347"/>
              <a:gd name="csY10" fmla="*/ 139612 h 2213960"/>
              <a:gd name="csX11" fmla="*/ 139612 w 2695347"/>
              <a:gd name="csY11" fmla="*/ 0 h 2213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95347" h="2213960">
                <a:moveTo>
                  <a:pt x="139612" y="0"/>
                </a:moveTo>
                <a:lnTo>
                  <a:pt x="2271839" y="0"/>
                </a:lnTo>
                <a:cubicBezTo>
                  <a:pt x="2348945" y="0"/>
                  <a:pt x="2411451" y="62506"/>
                  <a:pt x="2411451" y="139612"/>
                </a:cubicBezTo>
                <a:lnTo>
                  <a:pt x="2411451" y="783987"/>
                </a:lnTo>
                <a:lnTo>
                  <a:pt x="2695347" y="1106979"/>
                </a:lnTo>
                <a:lnTo>
                  <a:pt x="2411451" y="1429971"/>
                </a:lnTo>
                <a:lnTo>
                  <a:pt x="2411451" y="2074348"/>
                </a:lnTo>
                <a:cubicBezTo>
                  <a:pt x="2411451" y="2151454"/>
                  <a:pt x="2348945" y="2213960"/>
                  <a:pt x="2271839" y="2213960"/>
                </a:cubicBezTo>
                <a:lnTo>
                  <a:pt x="139612" y="2213960"/>
                </a:lnTo>
                <a:cubicBezTo>
                  <a:pt x="62506" y="2213960"/>
                  <a:pt x="0" y="2151454"/>
                  <a:pt x="0" y="2074348"/>
                </a:cubicBezTo>
                <a:lnTo>
                  <a:pt x="0" y="139612"/>
                </a:lnTo>
                <a:cubicBezTo>
                  <a:pt x="0" y="62506"/>
                  <a:pt x="62506" y="0"/>
                  <a:pt x="139612" y="0"/>
                </a:cubicBezTo>
                <a:close/>
              </a:path>
            </a:pathLst>
          </a:custGeom>
          <a:solidFill>
            <a:schemeClr val="bg1"/>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54" name="Freeform: Shape 53">
            <a:extLst>
              <a:ext uri="{FF2B5EF4-FFF2-40B4-BE49-F238E27FC236}">
                <a16:creationId xmlns:a16="http://schemas.microsoft.com/office/drawing/2014/main" id="{F8B4C72D-093D-FC15-A5AD-ED22F29F907F}"/>
              </a:ext>
            </a:extLst>
          </p:cNvPr>
          <p:cNvSpPr>
            <a:spLocks/>
          </p:cNvSpPr>
          <p:nvPr/>
        </p:nvSpPr>
        <p:spPr>
          <a:xfrm>
            <a:off x="2149313" y="2691724"/>
            <a:ext cx="2601533" cy="2213960"/>
          </a:xfrm>
          <a:custGeom>
            <a:avLst/>
            <a:gdLst>
              <a:gd name="csX0" fmla="*/ 139612 w 2695347"/>
              <a:gd name="csY0" fmla="*/ 0 h 2213960"/>
              <a:gd name="csX1" fmla="*/ 2271839 w 2695347"/>
              <a:gd name="csY1" fmla="*/ 0 h 2213960"/>
              <a:gd name="csX2" fmla="*/ 2411451 w 2695347"/>
              <a:gd name="csY2" fmla="*/ 139612 h 2213960"/>
              <a:gd name="csX3" fmla="*/ 2411451 w 2695347"/>
              <a:gd name="csY3" fmla="*/ 783987 h 2213960"/>
              <a:gd name="csX4" fmla="*/ 2695347 w 2695347"/>
              <a:gd name="csY4" fmla="*/ 1106979 h 2213960"/>
              <a:gd name="csX5" fmla="*/ 2411451 w 2695347"/>
              <a:gd name="csY5" fmla="*/ 1429971 h 2213960"/>
              <a:gd name="csX6" fmla="*/ 2411451 w 2695347"/>
              <a:gd name="csY6" fmla="*/ 2074348 h 2213960"/>
              <a:gd name="csX7" fmla="*/ 2271839 w 2695347"/>
              <a:gd name="csY7" fmla="*/ 2213960 h 2213960"/>
              <a:gd name="csX8" fmla="*/ 139612 w 2695347"/>
              <a:gd name="csY8" fmla="*/ 2213960 h 2213960"/>
              <a:gd name="csX9" fmla="*/ 0 w 2695347"/>
              <a:gd name="csY9" fmla="*/ 2074348 h 2213960"/>
              <a:gd name="csX10" fmla="*/ 0 w 2695347"/>
              <a:gd name="csY10" fmla="*/ 139612 h 2213960"/>
              <a:gd name="csX11" fmla="*/ 139612 w 2695347"/>
              <a:gd name="csY11" fmla="*/ 0 h 2213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695347" h="2213960">
                <a:moveTo>
                  <a:pt x="139612" y="0"/>
                </a:moveTo>
                <a:lnTo>
                  <a:pt x="2271839" y="0"/>
                </a:lnTo>
                <a:cubicBezTo>
                  <a:pt x="2348945" y="0"/>
                  <a:pt x="2411451" y="62506"/>
                  <a:pt x="2411451" y="139612"/>
                </a:cubicBezTo>
                <a:lnTo>
                  <a:pt x="2411451" y="783987"/>
                </a:lnTo>
                <a:lnTo>
                  <a:pt x="2695347" y="1106979"/>
                </a:lnTo>
                <a:lnTo>
                  <a:pt x="2411451" y="1429971"/>
                </a:lnTo>
                <a:lnTo>
                  <a:pt x="2411451" y="2074348"/>
                </a:lnTo>
                <a:cubicBezTo>
                  <a:pt x="2411451" y="2151454"/>
                  <a:pt x="2348945" y="2213960"/>
                  <a:pt x="2271839" y="2213960"/>
                </a:cubicBezTo>
                <a:lnTo>
                  <a:pt x="139612" y="2213960"/>
                </a:lnTo>
                <a:cubicBezTo>
                  <a:pt x="62506" y="2213960"/>
                  <a:pt x="0" y="2151454"/>
                  <a:pt x="0" y="2074348"/>
                </a:cubicBezTo>
                <a:lnTo>
                  <a:pt x="0" y="139612"/>
                </a:lnTo>
                <a:cubicBezTo>
                  <a:pt x="0" y="62506"/>
                  <a:pt x="62506" y="0"/>
                  <a:pt x="139612" y="0"/>
                </a:cubicBezTo>
                <a:close/>
              </a:path>
            </a:pathLst>
          </a:custGeom>
          <a:solidFill>
            <a:schemeClr val="bg1"/>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36" name="object 3">
            <a:extLst>
              <a:ext uri="{FF2B5EF4-FFF2-40B4-BE49-F238E27FC236}">
                <a16:creationId xmlns:a16="http://schemas.microsoft.com/office/drawing/2014/main" id="{C20A93E8-5078-D557-1EFA-714071AA3808}"/>
              </a:ext>
            </a:extLst>
          </p:cNvPr>
          <p:cNvSpPr>
            <a:spLocks/>
          </p:cNvSpPr>
          <p:nvPr/>
        </p:nvSpPr>
        <p:spPr>
          <a:xfrm>
            <a:off x="2149311" y="5008002"/>
            <a:ext cx="9487953" cy="1109794"/>
          </a:xfrm>
          <a:prstGeom prst="roundRect">
            <a:avLst>
              <a:gd name="adj" fmla="val 9412"/>
            </a:avLst>
          </a:prstGeom>
          <a:solidFill>
            <a:schemeClr val="bg1"/>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30" name="object 26">
            <a:extLst>
              <a:ext uri="{FF2B5EF4-FFF2-40B4-BE49-F238E27FC236}">
                <a16:creationId xmlns:a16="http://schemas.microsoft.com/office/drawing/2014/main" id="{CF8F0302-6EE8-6708-CFD5-418246B4D9F4}"/>
              </a:ext>
            </a:extLst>
          </p:cNvPr>
          <p:cNvSpPr txBox="1">
            <a:spLocks/>
          </p:cNvSpPr>
          <p:nvPr/>
        </p:nvSpPr>
        <p:spPr>
          <a:xfrm>
            <a:off x="2317274" y="2964780"/>
            <a:ext cx="2025709" cy="246221"/>
          </a:xfrm>
          <a:prstGeom prst="rect">
            <a:avLst/>
          </a:prstGeom>
        </p:spPr>
        <p:txBody>
          <a:bodyPr vert="horz" wrap="square" lIns="0" tIns="0" rIns="0" bIns="0" rtlCol="0">
            <a:spAutoFit/>
          </a:bodyPr>
          <a:lstStyle/>
          <a:p>
            <a:pPr marL="38100" marR="0" lvl="0" indent="0" algn="l" defTabSz="914400" rtl="0" eaLnBrk="1" fontAlgn="auto" latinLnBrk="0" hangingPunct="1">
              <a:lnSpc>
                <a:spcPct val="100000"/>
              </a:lnSpc>
              <a:spcBef>
                <a:spcPts val="1385"/>
              </a:spcBef>
              <a:spcAft>
                <a:spcPts val="0"/>
              </a:spcAft>
              <a:buClr>
                <a:srgbClr val="000000"/>
              </a:buClr>
              <a:buSzTx/>
              <a:buFontTx/>
              <a:buNone/>
              <a:tabLst/>
              <a:defRPr/>
            </a:pPr>
            <a:r>
              <a:rPr kumimoji="0" lang="en-US" sz="1600" b="1" i="0" u="none" strike="noStrike" kern="0" cap="none" spc="-1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2. Talent</a:t>
            </a:r>
          </a:p>
        </p:txBody>
      </p:sp>
      <p:sp>
        <p:nvSpPr>
          <p:cNvPr id="43" name="TextBox 42">
            <a:extLst>
              <a:ext uri="{FF2B5EF4-FFF2-40B4-BE49-F238E27FC236}">
                <a16:creationId xmlns:a16="http://schemas.microsoft.com/office/drawing/2014/main" id="{543B8489-EA76-4D17-C2E7-398AD115C77D}"/>
              </a:ext>
            </a:extLst>
          </p:cNvPr>
          <p:cNvSpPr txBox="1">
            <a:spLocks/>
          </p:cNvSpPr>
          <p:nvPr/>
        </p:nvSpPr>
        <p:spPr>
          <a:xfrm>
            <a:off x="2317274" y="3274392"/>
            <a:ext cx="2025709" cy="1231106"/>
          </a:xfrm>
          <a:prstGeom prst="rect">
            <a:avLst/>
          </a:prstGeom>
          <a:noFill/>
          <a:ln w="6350">
            <a:noFill/>
            <a:miter lim="800000"/>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Build business and technical talent to develop, orchestrate, and work with AI and agentic systems</a:t>
            </a:r>
          </a:p>
        </p:txBody>
      </p:sp>
      <p:sp>
        <p:nvSpPr>
          <p:cNvPr id="27" name="object 17">
            <a:extLst>
              <a:ext uri="{FF2B5EF4-FFF2-40B4-BE49-F238E27FC236}">
                <a16:creationId xmlns:a16="http://schemas.microsoft.com/office/drawing/2014/main" id="{D1367ABC-F204-F372-C124-8F810D532737}"/>
              </a:ext>
            </a:extLst>
          </p:cNvPr>
          <p:cNvSpPr txBox="1">
            <a:spLocks/>
          </p:cNvSpPr>
          <p:nvPr/>
        </p:nvSpPr>
        <p:spPr>
          <a:xfrm>
            <a:off x="4825769" y="2964780"/>
            <a:ext cx="2013065" cy="246221"/>
          </a:xfrm>
          <a:prstGeom prst="rect">
            <a:avLst/>
          </a:prstGeom>
        </p:spPr>
        <p:txBody>
          <a:bodyPr vert="horz" wrap="square" lIns="0" tIns="0" rIns="0" bIns="0" rtlCol="0">
            <a:noAutofit/>
          </a:bodyPr>
          <a:lstStyle/>
          <a:p>
            <a:pPr marL="12700" marR="0" lvl="0" indent="0" algn="l" defTabSz="914400" rtl="0" eaLnBrk="1" fontAlgn="auto" latinLnBrk="0" hangingPunct="1">
              <a:lnSpc>
                <a:spcPct val="100000"/>
              </a:lnSpc>
              <a:spcBef>
                <a:spcPts val="1385"/>
              </a:spcBef>
              <a:spcAft>
                <a:spcPts val="0"/>
              </a:spcAft>
              <a:buClr>
                <a:srgbClr val="000000"/>
              </a:buClr>
              <a:buSzTx/>
              <a:buFontTx/>
              <a:buNone/>
              <a:tabLst/>
              <a:defRPr/>
            </a:pP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3. Ops model</a:t>
            </a:r>
            <a:endParaRPr kumimoji="0" lang="en-US" sz="1600" b="0"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44" name="TextBox 43">
            <a:extLst>
              <a:ext uri="{FF2B5EF4-FFF2-40B4-BE49-F238E27FC236}">
                <a16:creationId xmlns:a16="http://schemas.microsoft.com/office/drawing/2014/main" id="{87846C47-549F-E9CF-3077-66A1D5704FFF}"/>
              </a:ext>
            </a:extLst>
          </p:cNvPr>
          <p:cNvSpPr txBox="1">
            <a:spLocks/>
          </p:cNvSpPr>
          <p:nvPr/>
        </p:nvSpPr>
        <p:spPr>
          <a:xfrm>
            <a:off x="4825769" y="3274392"/>
            <a:ext cx="2013065" cy="1015663"/>
          </a:xfrm>
          <a:prstGeom prst="rect">
            <a:avLst/>
          </a:prstGeom>
          <a:noFill/>
          <a:ln w="6350">
            <a:noFill/>
            <a:miter lim="800000"/>
          </a:ln>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Integrate business, tech, and operations to combine human expertise with AI for faster decisions and execution</a:t>
            </a:r>
          </a:p>
        </p:txBody>
      </p:sp>
      <p:sp>
        <p:nvSpPr>
          <p:cNvPr id="34" name="object 19">
            <a:extLst>
              <a:ext uri="{FF2B5EF4-FFF2-40B4-BE49-F238E27FC236}">
                <a16:creationId xmlns:a16="http://schemas.microsoft.com/office/drawing/2014/main" id="{056DCD0F-55BE-FCBD-37FF-79F05B773825}"/>
              </a:ext>
            </a:extLst>
          </p:cNvPr>
          <p:cNvSpPr txBox="1">
            <a:spLocks/>
          </p:cNvSpPr>
          <p:nvPr/>
        </p:nvSpPr>
        <p:spPr>
          <a:xfrm>
            <a:off x="7281950" y="2964780"/>
            <a:ext cx="1876893" cy="246221"/>
          </a:xfrm>
          <a:prstGeom prst="rect">
            <a:avLst/>
          </a:prstGeom>
        </p:spPr>
        <p:txBody>
          <a:bodyPr vert="horz" wrap="square" lIns="0" tIns="0" rIns="0" bIns="0" rtlCol="0">
            <a:noAutofit/>
          </a:bodyPr>
          <a:lstStyle/>
          <a:p>
            <a:pPr marL="12700" marR="0" lvl="0" indent="0" algn="l" defTabSz="914400" rtl="0" eaLnBrk="1" fontAlgn="auto" latinLnBrk="0" hangingPunct="1">
              <a:lnSpc>
                <a:spcPct val="100000"/>
              </a:lnSpc>
              <a:spcBef>
                <a:spcPts val="1385"/>
              </a:spcBef>
              <a:spcAft>
                <a:spcPts val="0"/>
              </a:spcAft>
              <a:buClr>
                <a:srgbClr val="000000"/>
              </a:buClr>
              <a:buSzTx/>
              <a:buFontTx/>
              <a:buNone/>
              <a:tabLst/>
              <a:defRPr/>
            </a:pPr>
            <a:r>
              <a:rPr kumimoji="0" lang="en-US" sz="1600" b="1" i="0" u="none" strike="noStrike" kern="0" cap="none" spc="-2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4. Technology</a:t>
            </a:r>
            <a:endParaRPr kumimoji="0" lang="en-US" sz="1600" b="0"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45" name="TextBox 44">
            <a:extLst>
              <a:ext uri="{FF2B5EF4-FFF2-40B4-BE49-F238E27FC236}">
                <a16:creationId xmlns:a16="http://schemas.microsoft.com/office/drawing/2014/main" id="{9A062A9A-CE13-4E91-A2DD-275211405EE3}"/>
              </a:ext>
            </a:extLst>
          </p:cNvPr>
          <p:cNvSpPr txBox="1">
            <a:spLocks/>
          </p:cNvSpPr>
          <p:nvPr/>
        </p:nvSpPr>
        <p:spPr>
          <a:xfrm>
            <a:off x="7281950" y="3274392"/>
            <a:ext cx="1928038" cy="846386"/>
          </a:xfrm>
          <a:prstGeom prst="rect">
            <a:avLst/>
          </a:prstGeom>
          <a:noFill/>
          <a:ln w="6350">
            <a:noFill/>
            <a:miter lim="800000"/>
          </a:ln>
        </p:spPr>
        <p:txBody>
          <a:bodyPr wrap="square" lIns="0" tIns="0" rIns="0" bIns="0">
            <a:no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Enable scalable development and deployment through modern architectures for models, agents, and workflows</a:t>
            </a:r>
          </a:p>
        </p:txBody>
      </p:sp>
      <p:sp>
        <p:nvSpPr>
          <p:cNvPr id="29" name="object 19">
            <a:extLst>
              <a:ext uri="{FF2B5EF4-FFF2-40B4-BE49-F238E27FC236}">
                <a16:creationId xmlns:a16="http://schemas.microsoft.com/office/drawing/2014/main" id="{2EEC16A6-213C-0E18-BE00-3612E37C6E68}"/>
              </a:ext>
            </a:extLst>
          </p:cNvPr>
          <p:cNvSpPr txBox="1">
            <a:spLocks/>
          </p:cNvSpPr>
          <p:nvPr/>
        </p:nvSpPr>
        <p:spPr>
          <a:xfrm>
            <a:off x="9698232" y="2964780"/>
            <a:ext cx="1781421" cy="246221"/>
          </a:xfrm>
          <a:prstGeom prst="rect">
            <a:avLst/>
          </a:prstGeom>
        </p:spPr>
        <p:txBody>
          <a:bodyPr vert="horz" wrap="square" lIns="0" tIns="0" rIns="0" bIns="0" rtlCol="0">
            <a:noAutofit/>
          </a:bodyPr>
          <a:lstStyle/>
          <a:p>
            <a:pPr marL="12700" marR="0" lvl="0" indent="0" algn="l" defTabSz="914400" rtl="0" eaLnBrk="1" fontAlgn="auto" latinLnBrk="0" hangingPunct="1">
              <a:lnSpc>
                <a:spcPct val="100000"/>
              </a:lnSpc>
              <a:spcBef>
                <a:spcPts val="1385"/>
              </a:spcBef>
              <a:spcAft>
                <a:spcPts val="0"/>
              </a:spcAft>
              <a:buClr>
                <a:srgbClr val="000000"/>
              </a:buClr>
              <a:buSzTx/>
              <a:buFontTx/>
              <a:buNone/>
              <a:tabLst/>
              <a:defRPr/>
            </a:pPr>
            <a:r>
              <a:rPr kumimoji="0" lang="en-US" sz="1600" b="1" i="0" u="none" strike="noStrike" kern="0" cap="none" spc="-2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5. Data</a:t>
            </a:r>
            <a:endParaRPr kumimoji="0" lang="en-US" sz="1600" b="0"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46" name="TextBox 45">
            <a:extLst>
              <a:ext uri="{FF2B5EF4-FFF2-40B4-BE49-F238E27FC236}">
                <a16:creationId xmlns:a16="http://schemas.microsoft.com/office/drawing/2014/main" id="{5E217E8E-B966-2130-BCF2-F49D2DDEBC09}"/>
              </a:ext>
            </a:extLst>
          </p:cNvPr>
          <p:cNvSpPr txBox="1">
            <a:spLocks/>
          </p:cNvSpPr>
          <p:nvPr/>
        </p:nvSpPr>
        <p:spPr>
          <a:xfrm>
            <a:off x="9698232" y="3274392"/>
            <a:ext cx="1781421" cy="846386"/>
          </a:xfrm>
          <a:prstGeom prst="rect">
            <a:avLst/>
          </a:prstGeom>
          <a:noFill/>
          <a:ln w="6350">
            <a:noFill/>
            <a:miter lim="800000"/>
          </a:ln>
        </p:spPr>
        <p:txBody>
          <a:bodyPr wrap="square" lIns="0" tIns="0" rIns="0" bIns="0">
            <a:noAutofit/>
          </a:body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Provide integrated data platforms and governance to support structured and unstructured data use</a:t>
            </a:r>
          </a:p>
        </p:txBody>
      </p:sp>
      <p:sp>
        <p:nvSpPr>
          <p:cNvPr id="17" name="Freeform: Shape 16">
            <a:extLst>
              <a:ext uri="{FF2B5EF4-FFF2-40B4-BE49-F238E27FC236}">
                <a16:creationId xmlns:a16="http://schemas.microsoft.com/office/drawing/2014/main" id="{A64ED4D1-9386-B5EC-76A5-E6539F527B0D}"/>
              </a:ext>
            </a:extLst>
          </p:cNvPr>
          <p:cNvSpPr>
            <a:spLocks/>
          </p:cNvSpPr>
          <p:nvPr/>
        </p:nvSpPr>
        <p:spPr>
          <a:xfrm>
            <a:off x="2149311" y="1504260"/>
            <a:ext cx="9487953" cy="1352450"/>
          </a:xfrm>
          <a:custGeom>
            <a:avLst/>
            <a:gdLst>
              <a:gd name="csX0" fmla="*/ 182841 w 9830097"/>
              <a:gd name="csY0" fmla="*/ 0 h 1352450"/>
              <a:gd name="csX1" fmla="*/ 9647256 w 9830097"/>
              <a:gd name="csY1" fmla="*/ 0 h 1352450"/>
              <a:gd name="csX2" fmla="*/ 9830097 w 9830097"/>
              <a:gd name="csY2" fmla="*/ 182841 h 1352450"/>
              <a:gd name="csX3" fmla="*/ 9830097 w 9830097"/>
              <a:gd name="csY3" fmla="*/ 914184 h 1352450"/>
              <a:gd name="csX4" fmla="*/ 9647256 w 9830097"/>
              <a:gd name="csY4" fmla="*/ 1097025 h 1352450"/>
              <a:gd name="csX5" fmla="*/ 1563749 w 9830097"/>
              <a:gd name="csY5" fmla="*/ 1097025 h 1352450"/>
              <a:gd name="csX6" fmla="*/ 1202544 w 9830097"/>
              <a:gd name="csY6" fmla="*/ 1352450 h 1352450"/>
              <a:gd name="csX7" fmla="*/ 841339 w 9830097"/>
              <a:gd name="csY7" fmla="*/ 1097025 h 1352450"/>
              <a:gd name="csX8" fmla="*/ 182841 w 9830097"/>
              <a:gd name="csY8" fmla="*/ 1097025 h 1352450"/>
              <a:gd name="csX9" fmla="*/ 0 w 9830097"/>
              <a:gd name="csY9" fmla="*/ 914184 h 1352450"/>
              <a:gd name="csX10" fmla="*/ 0 w 9830097"/>
              <a:gd name="csY10" fmla="*/ 182841 h 1352450"/>
              <a:gd name="csX11" fmla="*/ 182841 w 9830097"/>
              <a:gd name="csY11" fmla="*/ 0 h 1352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830097" h="1352450">
                <a:moveTo>
                  <a:pt x="182841" y="0"/>
                </a:moveTo>
                <a:lnTo>
                  <a:pt x="9647256" y="0"/>
                </a:lnTo>
                <a:cubicBezTo>
                  <a:pt x="9748236" y="0"/>
                  <a:pt x="9830097" y="81861"/>
                  <a:pt x="9830097" y="182841"/>
                </a:cubicBezTo>
                <a:lnTo>
                  <a:pt x="9830097" y="914184"/>
                </a:lnTo>
                <a:cubicBezTo>
                  <a:pt x="9830097" y="1015164"/>
                  <a:pt x="9748236" y="1097025"/>
                  <a:pt x="9647256" y="1097025"/>
                </a:cubicBezTo>
                <a:lnTo>
                  <a:pt x="1563749" y="1097025"/>
                </a:lnTo>
                <a:lnTo>
                  <a:pt x="1202544" y="1352450"/>
                </a:lnTo>
                <a:lnTo>
                  <a:pt x="841339" y="1097025"/>
                </a:lnTo>
                <a:lnTo>
                  <a:pt x="182841" y="1097025"/>
                </a:lnTo>
                <a:cubicBezTo>
                  <a:pt x="81861" y="1097025"/>
                  <a:pt x="0" y="1015164"/>
                  <a:pt x="0" y="914184"/>
                </a:cubicBezTo>
                <a:lnTo>
                  <a:pt x="0" y="182841"/>
                </a:lnTo>
                <a:cubicBezTo>
                  <a:pt x="0" y="81861"/>
                  <a:pt x="81861" y="0"/>
                  <a:pt x="182841" y="0"/>
                </a:cubicBezTo>
                <a:close/>
              </a:path>
            </a:pathLst>
          </a:custGeom>
          <a:solidFill>
            <a:schemeClr val="bg1"/>
          </a:solidFill>
          <a:ln w="28575" cap="sq">
            <a:solidFill>
              <a:schemeClr val="accent2"/>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37" name="object 15">
            <a:extLst>
              <a:ext uri="{FF2B5EF4-FFF2-40B4-BE49-F238E27FC236}">
                <a16:creationId xmlns:a16="http://schemas.microsoft.com/office/drawing/2014/main" id="{67D5AF3E-0F04-F94B-AD59-8A32DA419175}"/>
              </a:ext>
            </a:extLst>
          </p:cNvPr>
          <p:cNvSpPr txBox="1">
            <a:spLocks/>
          </p:cNvSpPr>
          <p:nvPr/>
        </p:nvSpPr>
        <p:spPr>
          <a:xfrm>
            <a:off x="2317274" y="5163232"/>
            <a:ext cx="9152027" cy="233205"/>
          </a:xfrm>
          <a:prstGeom prst="rect">
            <a:avLst/>
          </a:prstGeom>
          <a:noFill/>
        </p:spPr>
        <p:txBody>
          <a:bodyPr vert="horz" wrap="square" lIns="0" tIns="0" rIns="0" bIns="0" rtlCol="0">
            <a:noAutofit/>
          </a:bodyPr>
          <a:lstStyle/>
          <a:p>
            <a:pPr marL="12700" marR="5080" lvl="0" indent="0" algn="l" defTabSz="914400" rtl="0" eaLnBrk="1" fontAlgn="auto" latinLnBrk="0" hangingPunct="1">
              <a:lnSpc>
                <a:spcPct val="100899"/>
              </a:lnSpc>
              <a:spcBef>
                <a:spcPts val="95"/>
              </a:spcBef>
              <a:spcAft>
                <a:spcPts val="0"/>
              </a:spcAft>
              <a:buClr>
                <a:srgbClr val="111918"/>
              </a:buClr>
              <a:buSzTx/>
              <a:buFontTx/>
              <a:buNone/>
              <a:tabLst/>
              <a:defRPr/>
            </a:pP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6. Adoption</a:t>
            </a:r>
            <a:r>
              <a:rPr kumimoji="0" lang="en-US" sz="1600" b="1" i="0" u="none" strike="noStrike" kern="0" cap="none" spc="6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 </a:t>
            </a:r>
            <a:r>
              <a:rPr kumimoji="0" lang="en-US" sz="1600" b="1" i="0" u="none" strike="noStrike" kern="0" cap="none" spc="-25"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and </a:t>
            </a:r>
            <a:r>
              <a:rPr kumimoji="0" lang="en-US" sz="1600" b="1" i="0" u="none" strike="noStrike" kern="0" cap="none" spc="-1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scaling</a:t>
            </a:r>
            <a:endParaRPr kumimoji="0" lang="en-US" sz="1600" b="0"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47" name="TextBox 46">
            <a:extLst>
              <a:ext uri="{FF2B5EF4-FFF2-40B4-BE49-F238E27FC236}">
                <a16:creationId xmlns:a16="http://schemas.microsoft.com/office/drawing/2014/main" id="{C09BD5BA-8D4F-DF1F-1427-540DF1F4C63A}"/>
              </a:ext>
            </a:extLst>
          </p:cNvPr>
          <p:cNvSpPr txBox="1">
            <a:spLocks/>
          </p:cNvSpPr>
          <p:nvPr/>
        </p:nvSpPr>
        <p:spPr>
          <a:xfrm>
            <a:off x="2317274" y="5470123"/>
            <a:ext cx="9152027" cy="492443"/>
          </a:xfrm>
          <a:prstGeom prst="rect">
            <a:avLst/>
          </a:prstGeom>
          <a:noFill/>
          <a:ln w="6350">
            <a:noFill/>
            <a:miter lim="800000"/>
          </a:ln>
        </p:spPr>
        <p:txBody>
          <a:bodyPr wrap="square" lIns="0" tIns="0" rIns="0" bIns="0">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Redesign processes, enable human–AI collaboration, track value with KPIs, and embed governance to sustain impact</a:t>
            </a:r>
          </a:p>
        </p:txBody>
      </p:sp>
      <p:sp>
        <p:nvSpPr>
          <p:cNvPr id="39" name="object 24">
            <a:extLst>
              <a:ext uri="{FF2B5EF4-FFF2-40B4-BE49-F238E27FC236}">
                <a16:creationId xmlns:a16="http://schemas.microsoft.com/office/drawing/2014/main" id="{C874A701-67F6-9576-F8C5-9479FA828549}"/>
              </a:ext>
            </a:extLst>
          </p:cNvPr>
          <p:cNvSpPr txBox="1">
            <a:spLocks/>
          </p:cNvSpPr>
          <p:nvPr/>
        </p:nvSpPr>
        <p:spPr>
          <a:xfrm>
            <a:off x="2317274" y="1664138"/>
            <a:ext cx="9152027" cy="233205"/>
          </a:xfrm>
          <a:prstGeom prst="rect">
            <a:avLst/>
          </a:prstGeom>
        </p:spPr>
        <p:txBody>
          <a:bodyPr vert="horz" wrap="square" lIns="0" tIns="0" rIns="0" bIns="0" rtlCol="0">
            <a:noAutofit/>
          </a:bodyPr>
          <a:lstStyle/>
          <a:p>
            <a:pPr marL="12700" marR="5080" lvl="0" indent="0" algn="l" defTabSz="914400" rtl="0" eaLnBrk="1" fontAlgn="auto" latinLnBrk="0" hangingPunct="1">
              <a:lnSpc>
                <a:spcPct val="100899"/>
              </a:lnSpc>
              <a:spcBef>
                <a:spcPts val="95"/>
              </a:spcBef>
              <a:spcAft>
                <a:spcPts val="0"/>
              </a:spcAft>
              <a:buClr>
                <a:srgbClr val="FFFFFF"/>
              </a:buClr>
              <a:buSzTx/>
              <a:buFontTx/>
              <a:buNone/>
              <a:tabLst/>
              <a:defRPr/>
            </a:pPr>
            <a:r>
              <a:rPr kumimoji="0" lang="en-US" sz="16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rPr>
              <a:t>1. Strategy</a:t>
            </a:r>
            <a:endParaRPr kumimoji="0" lang="en-US" sz="1600" b="0"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panose="020B0604020202020204" pitchFamily="34" charset="0"/>
            </a:endParaRPr>
          </a:p>
        </p:txBody>
      </p:sp>
      <p:sp>
        <p:nvSpPr>
          <p:cNvPr id="42" name="TextBox 41">
            <a:extLst>
              <a:ext uri="{FF2B5EF4-FFF2-40B4-BE49-F238E27FC236}">
                <a16:creationId xmlns:a16="http://schemas.microsoft.com/office/drawing/2014/main" id="{D8F39CD5-9AD8-03B6-B1C0-F2027B65781E}"/>
              </a:ext>
            </a:extLst>
          </p:cNvPr>
          <p:cNvSpPr txBox="1">
            <a:spLocks/>
          </p:cNvSpPr>
          <p:nvPr/>
        </p:nvSpPr>
        <p:spPr>
          <a:xfrm>
            <a:off x="2317274" y="1967696"/>
            <a:ext cx="9152027" cy="492443"/>
          </a:xfrm>
          <a:prstGeom prst="rect">
            <a:avLst/>
          </a:prstGeom>
          <a:noFill/>
          <a:ln w="6350">
            <a:noFill/>
            <a:miter lim="800000"/>
          </a:ln>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Define top-down value ambition aligned to economic priorities, with business-led ownership of end-to-end domains</a:t>
            </a:r>
          </a:p>
        </p:txBody>
      </p:sp>
    </p:spTree>
    <p:custDataLst>
      <p:tags r:id="rId1"/>
    </p:custDataLst>
    <p:extLst>
      <p:ext uri="{BB962C8B-B14F-4D97-AF65-F5344CB8AC3E}">
        <p14:creationId xmlns:p14="http://schemas.microsoft.com/office/powerpoint/2010/main" val="2781428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2"/>
            </p:custDataLst>
            <p:extLst>
              <p:ext uri="{D42A27DB-BD31-4B8C-83A1-F6EECF244321}">
                <p14:modId xmlns:p14="http://schemas.microsoft.com/office/powerpoint/2010/main" val="3477997179"/>
              </p:ext>
            </p:extLst>
          </p:nvPr>
        </p:nvGraphicFramePr>
        <p:xfrm>
          <a:off x="1616937" y="69902"/>
          <a:ext cx="1587"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19" name="Object 18" hidden="1"/>
                      <p:cNvPicPr/>
                      <p:nvPr/>
                    </p:nvPicPr>
                    <p:blipFill>
                      <a:blip r:embed="rId12"/>
                      <a:stretch>
                        <a:fillRect/>
                      </a:stretch>
                    </p:blipFill>
                    <p:spPr>
                      <a:xfrm>
                        <a:off x="1616937" y="69902"/>
                        <a:ext cx="1587" cy="1587"/>
                      </a:xfrm>
                      <a:prstGeom prst="rect">
                        <a:avLst/>
                      </a:prstGeom>
                    </p:spPr>
                  </p:pic>
                </p:oleObj>
              </mc:Fallback>
            </mc:AlternateContent>
          </a:graphicData>
        </a:graphic>
      </p:graphicFrame>
      <p:sp>
        <p:nvSpPr>
          <p:cNvPr id="3" name="Rectangle 1" hidden="1">
            <a:extLst>
              <a:ext uri="{FF2B5EF4-FFF2-40B4-BE49-F238E27FC236}">
                <a16:creationId xmlns:a16="http://schemas.microsoft.com/office/drawing/2014/main" id="{F22F40F2-10B8-4F89-BD16-2CB290392DB2}"/>
              </a:ext>
            </a:extLst>
          </p:cNvPr>
          <p:cNvSpPr/>
          <p:nvPr>
            <p:custDataLst>
              <p:tags r:id="rId3"/>
            </p:custDataLst>
          </p:nvPr>
        </p:nvSpPr>
        <p:spPr>
          <a:xfrm>
            <a:off x="91" y="51"/>
            <a:ext cx="158747" cy="158747"/>
          </a:xfrm>
          <a:prstGeom prst="rect">
            <a:avLst/>
          </a:prstGeom>
          <a:solidFill>
            <a:schemeClr val="accent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396" rtl="0" eaLnBrk="1" fontAlgn="auto" latinLnBrk="0" hangingPunct="1">
              <a:lnSpc>
                <a:spcPct val="100000"/>
              </a:lnSpc>
              <a:spcBef>
                <a:spcPts val="0"/>
              </a:spcBef>
              <a:spcAft>
                <a:spcPts val="0"/>
              </a:spcAft>
              <a:buClrTx/>
              <a:buSzTx/>
              <a:buFontTx/>
              <a:buNone/>
              <a:tabLst/>
              <a:defRPr/>
            </a:pPr>
            <a:endParaRPr kumimoji="0" lang="en-US" sz="2300" b="1" i="0" u="none" strike="noStrike" kern="1200" cap="none" spc="0" normalizeH="0" baseline="0" noProof="0">
              <a:ln>
                <a:noFill/>
              </a:ln>
              <a:solidFill>
                <a:srgbClr val="000000"/>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15" name="2. Slide Title">
            <a:extLst>
              <a:ext uri="{FF2B5EF4-FFF2-40B4-BE49-F238E27FC236}">
                <a16:creationId xmlns:a16="http://schemas.microsoft.com/office/drawing/2014/main" id="{54198DF5-0B45-EF08-F4C6-81DDA8DF87BC}"/>
              </a:ext>
            </a:extLst>
          </p:cNvPr>
          <p:cNvSpPr>
            <a:spLocks noGrp="1"/>
          </p:cNvSpPr>
          <p:nvPr>
            <p:ph type="title"/>
            <p:custDataLst>
              <p:tags r:id="rId4"/>
            </p:custDataLst>
          </p:nvPr>
        </p:nvSpPr>
        <p:spPr>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US">
                <a:latin typeface="+mj-lt"/>
              </a:rPr>
              <a:t>1. AIQ online assessment was launched in June 2026 to measure PASHA Bank Tech &amp; AI maturity across six dimensions</a:t>
            </a:r>
          </a:p>
        </p:txBody>
      </p:sp>
      <p:sp>
        <p:nvSpPr>
          <p:cNvPr id="199" name="Rectangle 198">
            <a:extLst>
              <a:ext uri="{FF2B5EF4-FFF2-40B4-BE49-F238E27FC236}">
                <a16:creationId xmlns:a16="http://schemas.microsoft.com/office/drawing/2014/main" id="{5E4807ED-C38C-EBB5-B886-191147B1D57F}"/>
              </a:ext>
            </a:extLst>
          </p:cNvPr>
          <p:cNvSpPr>
            <a:spLocks/>
          </p:cNvSpPr>
          <p:nvPr/>
        </p:nvSpPr>
        <p:spPr>
          <a:xfrm>
            <a:off x="2780345" y="1682185"/>
            <a:ext cx="1350800" cy="372275"/>
          </a:xfrm>
          <a:prstGeom prst="rect">
            <a:avLst/>
          </a:prstGeom>
          <a:solidFill>
            <a:srgbClr val="FFFFFF"/>
          </a:solidFill>
          <a:ln w="9525" cap="flat" cmpd="sng" algn="ctr">
            <a:noFill/>
            <a:prstDash val="solid"/>
          </a:ln>
          <a:effectLst/>
        </p:spPr>
        <p:txBody>
          <a:bodyPr rtlCol="0" anchor="ctr">
            <a:noAutofit/>
          </a:bodyPr>
          <a:lstStyle/>
          <a:p>
            <a:pPr marL="0" marR="0" lvl="0" indent="0" algn="ctr" defTabSz="8962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2960"/>
              </a:solidFill>
              <a:effectLst/>
              <a:uLnTx/>
              <a:uFillTx/>
              <a:latin typeface="Tahoma"/>
              <a:ea typeface="+mn-ea"/>
              <a:cs typeface="Tahoma" panose="020B0604030504040204" pitchFamily="34" charset="0"/>
            </a:endParaRPr>
          </a:p>
        </p:txBody>
      </p:sp>
      <p:cxnSp>
        <p:nvCxnSpPr>
          <p:cNvPr id="14" name="vertical_point5g">
            <a:extLst>
              <a:ext uri="{FF2B5EF4-FFF2-40B4-BE49-F238E27FC236}">
                <a16:creationId xmlns:a16="http://schemas.microsoft.com/office/drawing/2014/main" id="{AF63CE95-2129-8143-BD6F-BABC94D56AB8}"/>
              </a:ext>
            </a:extLst>
          </p:cNvPr>
          <p:cNvCxnSpPr>
            <a:cxnSpLocks/>
          </p:cNvCxnSpPr>
          <p:nvPr/>
        </p:nvCxnSpPr>
        <p:spPr>
          <a:xfrm>
            <a:off x="8560822" y="1839606"/>
            <a:ext cx="0" cy="4058816"/>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921A4487-7D47-7FD0-C2C8-AC60AC8B7FE5}"/>
              </a:ext>
            </a:extLst>
          </p:cNvPr>
          <p:cNvCxnSpPr>
            <a:cxnSpLocks/>
          </p:cNvCxnSpPr>
          <p:nvPr/>
        </p:nvCxnSpPr>
        <p:spPr>
          <a:xfrm>
            <a:off x="541783" y="1877420"/>
            <a:ext cx="7861885" cy="0"/>
          </a:xfrm>
          <a:prstGeom prst="line">
            <a:avLst/>
          </a:prstGeom>
          <a:noFill/>
          <a:ln w="6350" cap="sq" cmpd="sng" algn="ctr">
            <a:solidFill>
              <a:schemeClr val="tx1"/>
            </a:solidFill>
            <a:prstDash val="solid"/>
            <a:miter lim="800000"/>
            <a:tailEnd type="none"/>
          </a:ln>
          <a:effectLst/>
        </p:spPr>
      </p:cxnSp>
      <p:cxnSp>
        <p:nvCxnSpPr>
          <p:cNvPr id="158" name="Straight Connector 157">
            <a:extLst>
              <a:ext uri="{FF2B5EF4-FFF2-40B4-BE49-F238E27FC236}">
                <a16:creationId xmlns:a16="http://schemas.microsoft.com/office/drawing/2014/main" id="{27BC75BB-E1D9-415D-4F8C-929279CC09CA}"/>
              </a:ext>
            </a:extLst>
          </p:cNvPr>
          <p:cNvCxnSpPr>
            <a:cxnSpLocks/>
          </p:cNvCxnSpPr>
          <p:nvPr/>
        </p:nvCxnSpPr>
        <p:spPr>
          <a:xfrm rot="5400000">
            <a:off x="504423" y="1914782"/>
            <a:ext cx="74721" cy="0"/>
          </a:xfrm>
          <a:prstGeom prst="line">
            <a:avLst/>
          </a:prstGeom>
          <a:noFill/>
          <a:ln w="6350" cap="sq" cmpd="sng" algn="ctr">
            <a:solidFill>
              <a:srgbClr val="000000"/>
            </a:solidFill>
            <a:prstDash val="solid"/>
            <a:miter lim="800000"/>
            <a:tailEnd type="none"/>
          </a:ln>
          <a:effectLst/>
        </p:spPr>
      </p:cxnSp>
      <p:cxnSp>
        <p:nvCxnSpPr>
          <p:cNvPr id="159" name="Straight Connector 158">
            <a:extLst>
              <a:ext uri="{FF2B5EF4-FFF2-40B4-BE49-F238E27FC236}">
                <a16:creationId xmlns:a16="http://schemas.microsoft.com/office/drawing/2014/main" id="{FA8043E8-5123-07C7-551D-EB287AF8FE72}"/>
              </a:ext>
            </a:extLst>
          </p:cNvPr>
          <p:cNvCxnSpPr>
            <a:cxnSpLocks/>
          </p:cNvCxnSpPr>
          <p:nvPr/>
        </p:nvCxnSpPr>
        <p:spPr>
          <a:xfrm rot="5400000">
            <a:off x="8366307" y="1914782"/>
            <a:ext cx="74721" cy="0"/>
          </a:xfrm>
          <a:prstGeom prst="line">
            <a:avLst/>
          </a:prstGeom>
          <a:noFill/>
          <a:ln w="6350" cap="sq" cmpd="sng" algn="ctr">
            <a:solidFill>
              <a:srgbClr val="000000"/>
            </a:solidFill>
            <a:prstDash val="solid"/>
            <a:miter lim="800000"/>
            <a:tailEnd type="none"/>
          </a:ln>
          <a:effectLst/>
        </p:spPr>
      </p:cxnSp>
      <p:sp>
        <p:nvSpPr>
          <p:cNvPr id="161" name="Rectangle 16">
            <a:extLst>
              <a:ext uri="{FF2B5EF4-FFF2-40B4-BE49-F238E27FC236}">
                <a16:creationId xmlns:a16="http://schemas.microsoft.com/office/drawing/2014/main" id="{EDE9B740-206C-516B-8DE6-DB418D965441}"/>
              </a:ext>
            </a:extLst>
          </p:cNvPr>
          <p:cNvSpPr txBox="1">
            <a:spLocks/>
          </p:cNvSpPr>
          <p:nvPr/>
        </p:nvSpPr>
        <p:spPr>
          <a:xfrm>
            <a:off x="541783" y="2085613"/>
            <a:ext cx="7861885" cy="244970"/>
          </a:xfrm>
          <a:prstGeom prst="rect">
            <a:avLst/>
          </a:prstGeom>
          <a:solidFill>
            <a:schemeClr val="accent4"/>
          </a:solidFill>
          <a:ln w="9525">
            <a:noFill/>
            <a:miter lim="800000"/>
            <a:headEnd/>
            <a:tailEnd/>
          </a:ln>
          <a:effectLst/>
        </p:spPr>
        <p:txBody>
          <a:bodyPr vert="horz" wrap="square" lIns="0" tIns="0" rIns="0" bIns="0" numCol="1" anchor="ctr" anchorCtr="0" compatLnSpc="1">
            <a:prstTxWarp prst="textNoShape">
              <a:avLst/>
            </a:prstTxWarp>
            <a:no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671418" rtl="0" eaLnBrk="1" fontAlgn="auto" latinLnBrk="0" hangingPunct="1">
              <a:lnSpc>
                <a:spcPct val="100000"/>
              </a:lnSpc>
              <a:spcBef>
                <a:spcPts val="0"/>
              </a:spcBef>
              <a:spcAft>
                <a:spcPts val="450"/>
              </a:spcAft>
              <a:buClr>
                <a:srgbClr val="000000"/>
              </a:buClr>
              <a:buSzTx/>
              <a:buFontTx/>
              <a:buNone/>
              <a:tabLst/>
              <a:defRPr/>
            </a:pPr>
            <a:r>
              <a:rPr kumimoji="0" lang="en-US" sz="1100" b="1" i="0" u="none" strike="noStrike" kern="0" cap="none" spc="0" normalizeH="0" baseline="0" noProof="0">
                <a:ln>
                  <a:noFill/>
                </a:ln>
                <a:solidFill>
                  <a:srgbClr val="FFFFFF"/>
                </a:solidFill>
                <a:effectLst/>
                <a:uLnTx/>
                <a:uFillTx/>
                <a:latin typeface="Tahoma"/>
                <a:ea typeface="+mn-ea"/>
                <a:cs typeface="Tahoma" panose="020B0604030504040204" pitchFamily="34" charset="0"/>
                <a:sym typeface="Arial"/>
              </a:rPr>
              <a:t>Strategy</a:t>
            </a:r>
          </a:p>
        </p:txBody>
      </p:sp>
      <p:sp>
        <p:nvSpPr>
          <p:cNvPr id="167" name="Rectangle 16">
            <a:extLst>
              <a:ext uri="{FF2B5EF4-FFF2-40B4-BE49-F238E27FC236}">
                <a16:creationId xmlns:a16="http://schemas.microsoft.com/office/drawing/2014/main" id="{17403D21-5385-62CF-9E9F-4B370C476362}"/>
              </a:ext>
            </a:extLst>
          </p:cNvPr>
          <p:cNvSpPr txBox="1">
            <a:spLocks/>
          </p:cNvSpPr>
          <p:nvPr/>
        </p:nvSpPr>
        <p:spPr>
          <a:xfrm>
            <a:off x="541726" y="4972670"/>
            <a:ext cx="7861886" cy="244970"/>
          </a:xfrm>
          <a:prstGeom prst="rect">
            <a:avLst/>
          </a:prstGeom>
          <a:solidFill>
            <a:schemeClr val="accent1"/>
          </a:solidFill>
          <a:ln w="9525">
            <a:noFill/>
            <a:miter lim="800000"/>
            <a:headEnd/>
            <a:tailEnd/>
          </a:ln>
          <a:effectLst/>
        </p:spPr>
        <p:txBody>
          <a:bodyPr vert="horz" wrap="square" lIns="0" tIns="0" rIns="0" bIns="0" numCol="1" anchor="ctr" anchorCtr="0" compatLnSpc="1">
            <a:prstTxWarp prst="textNoShape">
              <a:avLst/>
            </a:prstTxWarp>
            <a:no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47" rtl="0" eaLnBrk="1" fontAlgn="auto" latinLnBrk="0" hangingPunct="1">
              <a:lnSpc>
                <a:spcPct val="100000"/>
              </a:lnSpc>
              <a:spcBef>
                <a:spcPts val="0"/>
              </a:spcBef>
              <a:spcAft>
                <a:spcPts val="600"/>
              </a:spcAft>
              <a:buClr>
                <a:srgbClr val="000000"/>
              </a:buClr>
              <a:buSzTx/>
              <a:buFontTx/>
              <a:buNone/>
              <a:tabLst/>
              <a:defRPr/>
            </a:pPr>
            <a:r>
              <a:rPr kumimoji="0" lang="en-US" sz="1100" b="1" i="0" u="none" strike="noStrike" kern="0" cap="none" spc="0" normalizeH="0" baseline="0" noProof="0">
                <a:ln>
                  <a:noFill/>
                </a:ln>
                <a:solidFill>
                  <a:srgbClr val="FFFFFF"/>
                </a:solidFill>
                <a:effectLst/>
                <a:uLnTx/>
                <a:uFillTx/>
                <a:latin typeface="Tahoma"/>
                <a:ea typeface="+mn-ea"/>
                <a:cs typeface="Tahoma" panose="020B0604030504040204" pitchFamily="34" charset="0"/>
                <a:sym typeface="Arial"/>
              </a:rPr>
              <a:t>Adoption &amp; Scaling</a:t>
            </a:r>
          </a:p>
        </p:txBody>
      </p:sp>
      <p:sp>
        <p:nvSpPr>
          <p:cNvPr id="168" name="Rectangle 160769">
            <a:extLst>
              <a:ext uri="{FF2B5EF4-FFF2-40B4-BE49-F238E27FC236}">
                <a16:creationId xmlns:a16="http://schemas.microsoft.com/office/drawing/2014/main" id="{19CDE67B-CBE0-8DC3-990D-54AC14D7C167}"/>
              </a:ext>
            </a:extLst>
          </p:cNvPr>
          <p:cNvSpPr txBox="1">
            <a:spLocks/>
          </p:cNvSpPr>
          <p:nvPr/>
        </p:nvSpPr>
        <p:spPr>
          <a:xfrm>
            <a:off x="541725" y="5280215"/>
            <a:ext cx="2533616"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Scaling Approach</a:t>
            </a:r>
          </a:p>
        </p:txBody>
      </p:sp>
      <p:sp>
        <p:nvSpPr>
          <p:cNvPr id="169" name="Rectangle 160769">
            <a:extLst>
              <a:ext uri="{FF2B5EF4-FFF2-40B4-BE49-F238E27FC236}">
                <a16:creationId xmlns:a16="http://schemas.microsoft.com/office/drawing/2014/main" id="{52A8991F-5032-3B1D-8EC3-C4F7FD73E450}"/>
              </a:ext>
            </a:extLst>
          </p:cNvPr>
          <p:cNvSpPr txBox="1">
            <a:spLocks/>
          </p:cNvSpPr>
          <p:nvPr/>
        </p:nvSpPr>
        <p:spPr>
          <a:xfrm>
            <a:off x="3205855" y="5280215"/>
            <a:ext cx="2533626"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Solution Adoption</a:t>
            </a:r>
          </a:p>
        </p:txBody>
      </p:sp>
      <p:sp>
        <p:nvSpPr>
          <p:cNvPr id="170" name="Rectangle 160769">
            <a:extLst>
              <a:ext uri="{FF2B5EF4-FFF2-40B4-BE49-F238E27FC236}">
                <a16:creationId xmlns:a16="http://schemas.microsoft.com/office/drawing/2014/main" id="{2C5E2577-F3B6-5FA5-0B25-B81C2C34D361}"/>
              </a:ext>
            </a:extLst>
          </p:cNvPr>
          <p:cNvSpPr txBox="1">
            <a:spLocks/>
          </p:cNvSpPr>
          <p:nvPr/>
        </p:nvSpPr>
        <p:spPr>
          <a:xfrm>
            <a:off x="5869984" y="5280215"/>
            <a:ext cx="2533626"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Change Management</a:t>
            </a:r>
          </a:p>
        </p:txBody>
      </p:sp>
      <p:sp>
        <p:nvSpPr>
          <p:cNvPr id="171" name="Rectangle 160769">
            <a:extLst>
              <a:ext uri="{FF2B5EF4-FFF2-40B4-BE49-F238E27FC236}">
                <a16:creationId xmlns:a16="http://schemas.microsoft.com/office/drawing/2014/main" id="{75A15588-11DC-50F4-FAA4-1B8E716D38F7}"/>
              </a:ext>
            </a:extLst>
          </p:cNvPr>
          <p:cNvSpPr txBox="1">
            <a:spLocks/>
          </p:cNvSpPr>
          <p:nvPr/>
        </p:nvSpPr>
        <p:spPr>
          <a:xfrm>
            <a:off x="541736" y="5617321"/>
            <a:ext cx="2533616"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Impact Measurement</a:t>
            </a:r>
          </a:p>
        </p:txBody>
      </p:sp>
      <p:sp>
        <p:nvSpPr>
          <p:cNvPr id="172" name="Rectangle 160769">
            <a:extLst>
              <a:ext uri="{FF2B5EF4-FFF2-40B4-BE49-F238E27FC236}">
                <a16:creationId xmlns:a16="http://schemas.microsoft.com/office/drawing/2014/main" id="{64D8E0D4-B9D3-5800-87C2-3C91244417A2}"/>
              </a:ext>
            </a:extLst>
          </p:cNvPr>
          <p:cNvSpPr txBox="1">
            <a:spLocks/>
          </p:cNvSpPr>
          <p:nvPr/>
        </p:nvSpPr>
        <p:spPr>
          <a:xfrm>
            <a:off x="3205865" y="5617320"/>
            <a:ext cx="2533616"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AI Trust and Risk</a:t>
            </a:r>
          </a:p>
        </p:txBody>
      </p:sp>
      <p:sp>
        <p:nvSpPr>
          <p:cNvPr id="162" name="Rectangle 160769">
            <a:extLst>
              <a:ext uri="{FF2B5EF4-FFF2-40B4-BE49-F238E27FC236}">
                <a16:creationId xmlns:a16="http://schemas.microsoft.com/office/drawing/2014/main" id="{79E6EA85-6492-5592-F5F3-543391C822CB}"/>
              </a:ext>
            </a:extLst>
          </p:cNvPr>
          <p:cNvSpPr txBox="1">
            <a:spLocks/>
          </p:cNvSpPr>
          <p:nvPr/>
        </p:nvSpPr>
        <p:spPr>
          <a:xfrm>
            <a:off x="541783" y="2387508"/>
            <a:ext cx="2533685"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Bold, Long-Term Vision</a:t>
            </a:r>
          </a:p>
        </p:txBody>
      </p:sp>
      <p:sp>
        <p:nvSpPr>
          <p:cNvPr id="163" name="Rectangle 160769">
            <a:extLst>
              <a:ext uri="{FF2B5EF4-FFF2-40B4-BE49-F238E27FC236}">
                <a16:creationId xmlns:a16="http://schemas.microsoft.com/office/drawing/2014/main" id="{CB9F8079-38D8-9900-FAF5-DBDD33578DE1}"/>
              </a:ext>
            </a:extLst>
          </p:cNvPr>
          <p:cNvSpPr txBox="1">
            <a:spLocks/>
          </p:cNvSpPr>
          <p:nvPr/>
        </p:nvSpPr>
        <p:spPr>
          <a:xfrm>
            <a:off x="3205884" y="2387508"/>
            <a:ext cx="2533685"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Linked to Business Strategy</a:t>
            </a:r>
          </a:p>
        </p:txBody>
      </p:sp>
      <p:sp>
        <p:nvSpPr>
          <p:cNvPr id="164" name="Rectangle 160769">
            <a:extLst>
              <a:ext uri="{FF2B5EF4-FFF2-40B4-BE49-F238E27FC236}">
                <a16:creationId xmlns:a16="http://schemas.microsoft.com/office/drawing/2014/main" id="{16E64EB5-812A-DC00-64B2-0B359F14D17B}"/>
              </a:ext>
            </a:extLst>
          </p:cNvPr>
          <p:cNvSpPr txBox="1">
            <a:spLocks/>
          </p:cNvSpPr>
          <p:nvPr/>
        </p:nvSpPr>
        <p:spPr>
          <a:xfrm>
            <a:off x="3205884" y="2704994"/>
            <a:ext cx="2533685"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Business Case</a:t>
            </a:r>
          </a:p>
        </p:txBody>
      </p:sp>
      <p:sp>
        <p:nvSpPr>
          <p:cNvPr id="165" name="Rectangle 160769">
            <a:extLst>
              <a:ext uri="{FF2B5EF4-FFF2-40B4-BE49-F238E27FC236}">
                <a16:creationId xmlns:a16="http://schemas.microsoft.com/office/drawing/2014/main" id="{D9E7B8DA-5AE1-081A-855A-802124A17119}"/>
              </a:ext>
            </a:extLst>
          </p:cNvPr>
          <p:cNvSpPr txBox="1">
            <a:spLocks/>
          </p:cNvSpPr>
          <p:nvPr/>
        </p:nvSpPr>
        <p:spPr>
          <a:xfrm>
            <a:off x="541783" y="2704994"/>
            <a:ext cx="2533685"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Ecosystem, Platform and Partnerships</a:t>
            </a:r>
          </a:p>
        </p:txBody>
      </p:sp>
      <p:sp>
        <p:nvSpPr>
          <p:cNvPr id="166" name="Rectangle 160769">
            <a:extLst>
              <a:ext uri="{FF2B5EF4-FFF2-40B4-BE49-F238E27FC236}">
                <a16:creationId xmlns:a16="http://schemas.microsoft.com/office/drawing/2014/main" id="{DA03A133-DE2B-BECD-D754-7E0EEE12A494}"/>
              </a:ext>
            </a:extLst>
          </p:cNvPr>
          <p:cNvSpPr txBox="1">
            <a:spLocks/>
          </p:cNvSpPr>
          <p:nvPr/>
        </p:nvSpPr>
        <p:spPr>
          <a:xfrm>
            <a:off x="5869983" y="2387508"/>
            <a:ext cx="2533685"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Executive Alignment</a:t>
            </a:r>
          </a:p>
        </p:txBody>
      </p:sp>
      <p:sp>
        <p:nvSpPr>
          <p:cNvPr id="194" name="Rectangle 160769">
            <a:extLst>
              <a:ext uri="{FF2B5EF4-FFF2-40B4-BE49-F238E27FC236}">
                <a16:creationId xmlns:a16="http://schemas.microsoft.com/office/drawing/2014/main" id="{F77CD30F-728B-314B-9F26-7E0F84A1A195}"/>
              </a:ext>
            </a:extLst>
          </p:cNvPr>
          <p:cNvSpPr txBox="1">
            <a:spLocks/>
          </p:cNvSpPr>
          <p:nvPr/>
        </p:nvSpPr>
        <p:spPr>
          <a:xfrm>
            <a:off x="5869983" y="2704994"/>
            <a:ext cx="2533685"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Workflow Optimization</a:t>
            </a:r>
          </a:p>
        </p:txBody>
      </p:sp>
      <p:sp>
        <p:nvSpPr>
          <p:cNvPr id="189" name="Rectangle 16">
            <a:extLst>
              <a:ext uri="{FF2B5EF4-FFF2-40B4-BE49-F238E27FC236}">
                <a16:creationId xmlns:a16="http://schemas.microsoft.com/office/drawing/2014/main" id="{9BAA2275-3081-88B8-6131-FDE630260D62}"/>
              </a:ext>
            </a:extLst>
          </p:cNvPr>
          <p:cNvSpPr txBox="1">
            <a:spLocks/>
          </p:cNvSpPr>
          <p:nvPr/>
        </p:nvSpPr>
        <p:spPr>
          <a:xfrm>
            <a:off x="6696424" y="3035112"/>
            <a:ext cx="1707244" cy="244970"/>
          </a:xfrm>
          <a:prstGeom prst="rect">
            <a:avLst/>
          </a:prstGeom>
          <a:solidFill>
            <a:schemeClr val="accent2"/>
          </a:solidFill>
          <a:ln w="9525">
            <a:noFill/>
            <a:miter lim="800000"/>
            <a:headEnd/>
            <a:tailEnd/>
          </a:ln>
          <a:effectLst/>
        </p:spPr>
        <p:txBody>
          <a:bodyPr vert="horz" wrap="square" lIns="0" tIns="0" rIns="0" bIns="0" numCol="1" anchor="ctr" anchorCtr="0" compatLnSpc="1">
            <a:prstTxWarp prst="textNoShape">
              <a:avLst/>
            </a:prstTxWarp>
            <a:no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47" rtl="0" eaLnBrk="1" fontAlgn="auto" latinLnBrk="0" hangingPunct="1">
              <a:lnSpc>
                <a:spcPct val="100000"/>
              </a:lnSpc>
              <a:spcBef>
                <a:spcPts val="0"/>
              </a:spcBef>
              <a:spcAft>
                <a:spcPts val="600"/>
              </a:spcAft>
              <a:buClr>
                <a:srgbClr val="000000"/>
              </a:buClr>
              <a:buSzTx/>
              <a:buFontTx/>
              <a:buNone/>
              <a:tabLst/>
              <a:defRPr/>
            </a:pPr>
            <a:r>
              <a:rPr kumimoji="0" lang="en-US" sz="1100" b="1" i="0" u="none" strike="noStrike" kern="0" cap="none" spc="0" normalizeH="0" baseline="0" noProof="0">
                <a:ln>
                  <a:noFill/>
                </a:ln>
                <a:solidFill>
                  <a:srgbClr val="FFFFFF"/>
                </a:solidFill>
                <a:effectLst/>
                <a:uLnTx/>
                <a:uFillTx/>
                <a:latin typeface="Tahoma"/>
                <a:ea typeface="+mn-ea"/>
                <a:cs typeface="Tahoma" panose="020B0604030504040204" pitchFamily="34" charset="0"/>
                <a:sym typeface="Arial"/>
              </a:rPr>
              <a:t>Data</a:t>
            </a:r>
          </a:p>
        </p:txBody>
      </p:sp>
      <p:sp>
        <p:nvSpPr>
          <p:cNvPr id="185" name="Rectangle 160769">
            <a:extLst>
              <a:ext uri="{FF2B5EF4-FFF2-40B4-BE49-F238E27FC236}">
                <a16:creationId xmlns:a16="http://schemas.microsoft.com/office/drawing/2014/main" id="{8211BEA3-F2EB-DF75-0446-F6DC324EE9F6}"/>
              </a:ext>
            </a:extLst>
          </p:cNvPr>
          <p:cNvSpPr txBox="1">
            <a:spLocks/>
          </p:cNvSpPr>
          <p:nvPr/>
        </p:nvSpPr>
        <p:spPr>
          <a:xfrm>
            <a:off x="6696424" y="3345711"/>
            <a:ext cx="1707244"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Data Strategy</a:t>
            </a:r>
          </a:p>
        </p:txBody>
      </p:sp>
      <p:sp>
        <p:nvSpPr>
          <p:cNvPr id="186" name="Rectangle 160769">
            <a:extLst>
              <a:ext uri="{FF2B5EF4-FFF2-40B4-BE49-F238E27FC236}">
                <a16:creationId xmlns:a16="http://schemas.microsoft.com/office/drawing/2014/main" id="{DE0C34E9-855F-0D0E-C42E-274612445B0B}"/>
              </a:ext>
            </a:extLst>
          </p:cNvPr>
          <p:cNvSpPr txBox="1">
            <a:spLocks/>
          </p:cNvSpPr>
          <p:nvPr/>
        </p:nvSpPr>
        <p:spPr>
          <a:xfrm>
            <a:off x="6696424" y="3667985"/>
            <a:ext cx="1707244"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Data Architecture</a:t>
            </a:r>
          </a:p>
        </p:txBody>
      </p:sp>
      <p:sp>
        <p:nvSpPr>
          <p:cNvPr id="187" name="Rectangle 160769">
            <a:extLst>
              <a:ext uri="{FF2B5EF4-FFF2-40B4-BE49-F238E27FC236}">
                <a16:creationId xmlns:a16="http://schemas.microsoft.com/office/drawing/2014/main" id="{E8FBE1B6-6814-50CD-45F9-49EF7709F911}"/>
              </a:ext>
            </a:extLst>
          </p:cNvPr>
          <p:cNvSpPr txBox="1">
            <a:spLocks/>
          </p:cNvSpPr>
          <p:nvPr/>
        </p:nvSpPr>
        <p:spPr>
          <a:xfrm>
            <a:off x="6696424" y="3987344"/>
            <a:ext cx="1707244"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Data Products</a:t>
            </a:r>
          </a:p>
        </p:txBody>
      </p:sp>
      <p:sp>
        <p:nvSpPr>
          <p:cNvPr id="190" name="Rectangle 160769">
            <a:extLst>
              <a:ext uri="{FF2B5EF4-FFF2-40B4-BE49-F238E27FC236}">
                <a16:creationId xmlns:a16="http://schemas.microsoft.com/office/drawing/2014/main" id="{EB704041-4286-F95B-7334-7000CB48B2DE}"/>
              </a:ext>
            </a:extLst>
          </p:cNvPr>
          <p:cNvSpPr txBox="1">
            <a:spLocks/>
          </p:cNvSpPr>
          <p:nvPr/>
        </p:nvSpPr>
        <p:spPr>
          <a:xfrm>
            <a:off x="6696424" y="4299533"/>
            <a:ext cx="1707244"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Data Operating Model</a:t>
            </a:r>
          </a:p>
        </p:txBody>
      </p:sp>
      <p:sp>
        <p:nvSpPr>
          <p:cNvPr id="193" name="Rectangle 160769">
            <a:extLst>
              <a:ext uri="{FF2B5EF4-FFF2-40B4-BE49-F238E27FC236}">
                <a16:creationId xmlns:a16="http://schemas.microsoft.com/office/drawing/2014/main" id="{C9D9B5CA-CB40-7E38-E77D-35A4123DF7FF}"/>
              </a:ext>
            </a:extLst>
          </p:cNvPr>
          <p:cNvSpPr txBox="1">
            <a:spLocks/>
          </p:cNvSpPr>
          <p:nvPr/>
        </p:nvSpPr>
        <p:spPr>
          <a:xfrm>
            <a:off x="6696424" y="4616963"/>
            <a:ext cx="1707244"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marR="0" lvl="0" indent="0" defTabSz="685702" fontAlgn="auto">
              <a:lnSpc>
                <a:spcPct val="100000"/>
              </a:lnSpc>
              <a:spcBef>
                <a:spcPts val="0"/>
              </a:spcBef>
              <a:spcAft>
                <a:spcPts val="0"/>
              </a:spcAft>
              <a:buClrTx/>
              <a:buSzTx/>
              <a:buFontTx/>
              <a:buNone/>
              <a:tabLst/>
              <a:defRPr kumimoji="0" sz="1100" b="0" i="0" u="none" strike="noStrike" kern="0" cap="none" spc="0" normalizeH="0" baseline="0">
                <a:ln>
                  <a:noFill/>
                </a:ln>
                <a:solidFill>
                  <a:srgbClr val="00B050"/>
                </a:solidFill>
                <a:effectLst/>
                <a:uLnTx/>
                <a:uFillTx/>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Data Security</a:t>
            </a:r>
          </a:p>
        </p:txBody>
      </p:sp>
      <p:sp>
        <p:nvSpPr>
          <p:cNvPr id="173" name="Rectangle 16">
            <a:extLst>
              <a:ext uri="{FF2B5EF4-FFF2-40B4-BE49-F238E27FC236}">
                <a16:creationId xmlns:a16="http://schemas.microsoft.com/office/drawing/2014/main" id="{320FB043-BD35-C175-454A-E88EE7ACCFC9}"/>
              </a:ext>
            </a:extLst>
          </p:cNvPr>
          <p:cNvSpPr txBox="1">
            <a:spLocks/>
          </p:cNvSpPr>
          <p:nvPr/>
        </p:nvSpPr>
        <p:spPr>
          <a:xfrm>
            <a:off x="2480147" y="3035112"/>
            <a:ext cx="1826717" cy="244970"/>
          </a:xfrm>
          <a:prstGeom prst="rect">
            <a:avLst/>
          </a:prstGeom>
          <a:solidFill>
            <a:schemeClr val="accent2"/>
          </a:solidFill>
          <a:ln w="9525">
            <a:noFill/>
            <a:miter lim="800000"/>
            <a:headEnd/>
            <a:tailEnd/>
          </a:ln>
          <a:effectLst/>
        </p:spPr>
        <p:txBody>
          <a:bodyPr vert="horz" wrap="square" lIns="0" tIns="0" rIns="0" bIns="0" numCol="1" anchor="ctr" anchorCtr="0" compatLnSpc="1">
            <a:prstTxWarp prst="textNoShape">
              <a:avLst/>
            </a:prstTxWarp>
            <a:no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47" rtl="0" eaLnBrk="1" fontAlgn="auto" latinLnBrk="0" hangingPunct="1">
              <a:lnSpc>
                <a:spcPct val="100000"/>
              </a:lnSpc>
              <a:spcBef>
                <a:spcPts val="0"/>
              </a:spcBef>
              <a:spcAft>
                <a:spcPts val="600"/>
              </a:spcAft>
              <a:buClr>
                <a:srgbClr val="000000"/>
              </a:buClr>
              <a:buSzTx/>
              <a:buFontTx/>
              <a:buNone/>
              <a:tabLst/>
              <a:defRPr/>
            </a:pPr>
            <a:r>
              <a:rPr kumimoji="0" lang="en-US" sz="1100" b="1" i="0" u="none" strike="noStrike" kern="0" cap="none" spc="0" normalizeH="0" baseline="0" noProof="0">
                <a:ln>
                  <a:noFill/>
                </a:ln>
                <a:solidFill>
                  <a:srgbClr val="FFFFFF"/>
                </a:solidFill>
                <a:effectLst/>
                <a:uLnTx/>
                <a:uFillTx/>
                <a:latin typeface="Tahoma"/>
                <a:ea typeface="+mn-ea"/>
                <a:cs typeface="Tahoma" panose="020B0604030504040204" pitchFamily="34" charset="0"/>
                <a:sym typeface="Arial"/>
              </a:rPr>
              <a:t>Operating Model</a:t>
            </a:r>
          </a:p>
        </p:txBody>
      </p:sp>
      <p:sp>
        <p:nvSpPr>
          <p:cNvPr id="178" name="Rectangle 160769">
            <a:extLst>
              <a:ext uri="{FF2B5EF4-FFF2-40B4-BE49-F238E27FC236}">
                <a16:creationId xmlns:a16="http://schemas.microsoft.com/office/drawing/2014/main" id="{7B1F1BE5-0BC2-C6BC-46A2-C4077EF33033}"/>
              </a:ext>
            </a:extLst>
          </p:cNvPr>
          <p:cNvSpPr txBox="1">
            <a:spLocks/>
          </p:cNvSpPr>
          <p:nvPr/>
        </p:nvSpPr>
        <p:spPr>
          <a:xfrm>
            <a:off x="2480143" y="4299533"/>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marR="0" lvl="0" indent="0" defTabSz="685702" fontAlgn="auto">
              <a:lnSpc>
                <a:spcPct val="100000"/>
              </a:lnSpc>
              <a:spcBef>
                <a:spcPts val="0"/>
              </a:spcBef>
              <a:spcAft>
                <a:spcPts val="0"/>
              </a:spcAft>
              <a:buClrTx/>
              <a:buSzTx/>
              <a:buFontTx/>
              <a:buNone/>
              <a:tabLst/>
              <a:defRPr kumimoji="0" sz="1100" b="0" i="0" u="none" strike="noStrike" kern="0" cap="none" spc="0" normalizeH="0" baseline="0">
                <a:ln>
                  <a:noFill/>
                </a:ln>
                <a:solidFill>
                  <a:srgbClr val="000000"/>
                </a:solidFill>
                <a:effectLst/>
                <a:uLnTx/>
                <a:uFillTx/>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Human-AI Model</a:t>
            </a:r>
          </a:p>
        </p:txBody>
      </p:sp>
      <p:sp>
        <p:nvSpPr>
          <p:cNvPr id="179" name="Rectangle 160769">
            <a:extLst>
              <a:ext uri="{FF2B5EF4-FFF2-40B4-BE49-F238E27FC236}">
                <a16:creationId xmlns:a16="http://schemas.microsoft.com/office/drawing/2014/main" id="{A9E1B7E1-5FF0-83DB-B0DF-C92000FB0EDF}"/>
              </a:ext>
            </a:extLst>
          </p:cNvPr>
          <p:cNvSpPr txBox="1">
            <a:spLocks/>
          </p:cNvSpPr>
          <p:nvPr/>
        </p:nvSpPr>
        <p:spPr>
          <a:xfrm>
            <a:off x="2480143" y="3345711"/>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Structure and Roles</a:t>
            </a:r>
          </a:p>
        </p:txBody>
      </p:sp>
      <p:sp>
        <p:nvSpPr>
          <p:cNvPr id="180" name="Rectangle 160769">
            <a:extLst>
              <a:ext uri="{FF2B5EF4-FFF2-40B4-BE49-F238E27FC236}">
                <a16:creationId xmlns:a16="http://schemas.microsoft.com/office/drawing/2014/main" id="{D2519161-6E1D-5EB3-EC26-ADBC6CB5B930}"/>
              </a:ext>
            </a:extLst>
          </p:cNvPr>
          <p:cNvSpPr txBox="1">
            <a:spLocks/>
          </p:cNvSpPr>
          <p:nvPr/>
        </p:nvSpPr>
        <p:spPr>
          <a:xfrm>
            <a:off x="2480143" y="3667985"/>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Ways of Working</a:t>
            </a:r>
          </a:p>
        </p:txBody>
      </p:sp>
      <p:sp>
        <p:nvSpPr>
          <p:cNvPr id="192" name="Rectangle 160769">
            <a:extLst>
              <a:ext uri="{FF2B5EF4-FFF2-40B4-BE49-F238E27FC236}">
                <a16:creationId xmlns:a16="http://schemas.microsoft.com/office/drawing/2014/main" id="{9A72E023-110A-D49C-D582-259D9DE2F31E}"/>
              </a:ext>
            </a:extLst>
          </p:cNvPr>
          <p:cNvSpPr txBox="1">
            <a:spLocks/>
          </p:cNvSpPr>
          <p:nvPr/>
        </p:nvSpPr>
        <p:spPr>
          <a:xfrm>
            <a:off x="2480143" y="3987344"/>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Funding and Governance</a:t>
            </a:r>
          </a:p>
        </p:txBody>
      </p:sp>
      <p:sp>
        <p:nvSpPr>
          <p:cNvPr id="174" name="Rectangle 16">
            <a:extLst>
              <a:ext uri="{FF2B5EF4-FFF2-40B4-BE49-F238E27FC236}">
                <a16:creationId xmlns:a16="http://schemas.microsoft.com/office/drawing/2014/main" id="{11BCB22D-AC8B-E903-F356-B5CDAA010EAE}"/>
              </a:ext>
            </a:extLst>
          </p:cNvPr>
          <p:cNvSpPr txBox="1">
            <a:spLocks/>
          </p:cNvSpPr>
          <p:nvPr/>
        </p:nvSpPr>
        <p:spPr>
          <a:xfrm>
            <a:off x="541734" y="3035112"/>
            <a:ext cx="1826717" cy="244970"/>
          </a:xfrm>
          <a:prstGeom prst="rect">
            <a:avLst/>
          </a:prstGeom>
          <a:solidFill>
            <a:schemeClr val="accent2"/>
          </a:solidFill>
          <a:ln w="9525">
            <a:noFill/>
            <a:miter lim="800000"/>
            <a:headEnd/>
            <a:tailEnd/>
          </a:ln>
          <a:effectLst/>
        </p:spPr>
        <p:txBody>
          <a:bodyPr vert="horz" wrap="square" lIns="0" tIns="0" rIns="0" bIns="0" numCol="1" anchor="ctr" anchorCtr="0" compatLnSpc="1">
            <a:prstTxWarp prst="textNoShape">
              <a:avLst/>
            </a:prstTxWarp>
            <a:no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47" rtl="0" eaLnBrk="1" fontAlgn="auto" latinLnBrk="0" hangingPunct="1">
              <a:lnSpc>
                <a:spcPct val="100000"/>
              </a:lnSpc>
              <a:spcBef>
                <a:spcPts val="0"/>
              </a:spcBef>
              <a:spcAft>
                <a:spcPts val="600"/>
              </a:spcAft>
              <a:buClr>
                <a:srgbClr val="000000"/>
              </a:buClr>
              <a:buSzTx/>
              <a:buFontTx/>
              <a:buNone/>
              <a:tabLst/>
              <a:defRPr/>
            </a:pPr>
            <a:r>
              <a:rPr kumimoji="0" lang="en-US" sz="1100" b="1" i="0" u="none" strike="noStrike" kern="0" cap="none" spc="0" normalizeH="0" baseline="0" noProof="0">
                <a:ln>
                  <a:noFill/>
                </a:ln>
                <a:solidFill>
                  <a:srgbClr val="FFFFFF"/>
                </a:solidFill>
                <a:effectLst/>
                <a:uLnTx/>
                <a:uFillTx/>
                <a:latin typeface="Tahoma"/>
                <a:ea typeface="+mn-ea"/>
                <a:cs typeface="Tahoma" panose="020B0604030504040204" pitchFamily="34" charset="0"/>
                <a:sym typeface="Arial"/>
              </a:rPr>
              <a:t>Talent</a:t>
            </a:r>
          </a:p>
        </p:txBody>
      </p:sp>
      <p:sp>
        <p:nvSpPr>
          <p:cNvPr id="175" name="Rectangle 160769">
            <a:extLst>
              <a:ext uri="{FF2B5EF4-FFF2-40B4-BE49-F238E27FC236}">
                <a16:creationId xmlns:a16="http://schemas.microsoft.com/office/drawing/2014/main" id="{EE064A81-5169-7FA7-7D24-05CDA366F65F}"/>
              </a:ext>
            </a:extLst>
          </p:cNvPr>
          <p:cNvSpPr txBox="1">
            <a:spLocks/>
          </p:cNvSpPr>
          <p:nvPr/>
        </p:nvSpPr>
        <p:spPr>
          <a:xfrm>
            <a:off x="541734" y="3667985"/>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Attraction and Onboarding</a:t>
            </a:r>
          </a:p>
        </p:txBody>
      </p:sp>
      <p:sp>
        <p:nvSpPr>
          <p:cNvPr id="176" name="Rectangle 160769">
            <a:extLst>
              <a:ext uri="{FF2B5EF4-FFF2-40B4-BE49-F238E27FC236}">
                <a16:creationId xmlns:a16="http://schemas.microsoft.com/office/drawing/2014/main" id="{890B4C96-323F-C1C3-69F2-D618F0127CAB}"/>
              </a:ext>
            </a:extLst>
          </p:cNvPr>
          <p:cNvSpPr txBox="1">
            <a:spLocks/>
          </p:cNvSpPr>
          <p:nvPr/>
        </p:nvSpPr>
        <p:spPr>
          <a:xfrm>
            <a:off x="541734" y="3987344"/>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Talent Development</a:t>
            </a:r>
          </a:p>
        </p:txBody>
      </p:sp>
      <p:sp>
        <p:nvSpPr>
          <p:cNvPr id="177" name="Rectangle 160769">
            <a:extLst>
              <a:ext uri="{FF2B5EF4-FFF2-40B4-BE49-F238E27FC236}">
                <a16:creationId xmlns:a16="http://schemas.microsoft.com/office/drawing/2014/main" id="{A6756FA8-8D74-382A-2A91-1F6F0FD322A5}"/>
              </a:ext>
            </a:extLst>
          </p:cNvPr>
          <p:cNvSpPr txBox="1">
            <a:spLocks/>
          </p:cNvSpPr>
          <p:nvPr/>
        </p:nvSpPr>
        <p:spPr>
          <a:xfrm>
            <a:off x="541734" y="4299533"/>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Talent Management</a:t>
            </a:r>
          </a:p>
        </p:txBody>
      </p:sp>
      <p:sp>
        <p:nvSpPr>
          <p:cNvPr id="181" name="Rectangle 160769">
            <a:extLst>
              <a:ext uri="{FF2B5EF4-FFF2-40B4-BE49-F238E27FC236}">
                <a16:creationId xmlns:a16="http://schemas.microsoft.com/office/drawing/2014/main" id="{1D2249CB-3E14-FEB2-9B9E-FB6F1392BB8A}"/>
              </a:ext>
            </a:extLst>
          </p:cNvPr>
          <p:cNvSpPr txBox="1">
            <a:spLocks/>
          </p:cNvSpPr>
          <p:nvPr/>
        </p:nvSpPr>
        <p:spPr>
          <a:xfrm>
            <a:off x="541736" y="3345711"/>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Talent Planning</a:t>
            </a:r>
          </a:p>
        </p:txBody>
      </p:sp>
      <p:sp>
        <p:nvSpPr>
          <p:cNvPr id="195" name="Rectangle 160769">
            <a:extLst>
              <a:ext uri="{FF2B5EF4-FFF2-40B4-BE49-F238E27FC236}">
                <a16:creationId xmlns:a16="http://schemas.microsoft.com/office/drawing/2014/main" id="{C83F7220-1EB4-19FF-0EA3-757DBE0AE5D2}"/>
              </a:ext>
            </a:extLst>
          </p:cNvPr>
          <p:cNvSpPr txBox="1">
            <a:spLocks/>
          </p:cNvSpPr>
          <p:nvPr/>
        </p:nvSpPr>
        <p:spPr>
          <a:xfrm>
            <a:off x="541734" y="4616963"/>
            <a:ext cx="182671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AI-augmented Roles</a:t>
            </a:r>
          </a:p>
        </p:txBody>
      </p:sp>
      <p:sp>
        <p:nvSpPr>
          <p:cNvPr id="188" name="Rectangle 16">
            <a:extLst>
              <a:ext uri="{FF2B5EF4-FFF2-40B4-BE49-F238E27FC236}">
                <a16:creationId xmlns:a16="http://schemas.microsoft.com/office/drawing/2014/main" id="{4A50E2F8-E258-FBCE-60CA-600619647168}"/>
              </a:ext>
            </a:extLst>
          </p:cNvPr>
          <p:cNvSpPr txBox="1">
            <a:spLocks/>
          </p:cNvSpPr>
          <p:nvPr/>
        </p:nvSpPr>
        <p:spPr>
          <a:xfrm>
            <a:off x="4418553" y="3035112"/>
            <a:ext cx="2166177" cy="244970"/>
          </a:xfrm>
          <a:prstGeom prst="rect">
            <a:avLst/>
          </a:prstGeom>
          <a:solidFill>
            <a:schemeClr val="accent2"/>
          </a:solidFill>
          <a:ln w="9525">
            <a:noFill/>
            <a:miter lim="800000"/>
            <a:headEnd/>
            <a:tailEnd/>
          </a:ln>
          <a:effectLst/>
        </p:spPr>
        <p:txBody>
          <a:bodyPr vert="horz" wrap="square" lIns="0" tIns="0" rIns="0" bIns="0" numCol="1" anchor="ctr" anchorCtr="0" compatLnSpc="1">
            <a:prstTxWarp prst="textNoShape">
              <a:avLst/>
            </a:prstTxWarp>
            <a:no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ctr" defTabSz="895347" rtl="0" eaLnBrk="1" fontAlgn="auto" latinLnBrk="0" hangingPunct="1">
              <a:lnSpc>
                <a:spcPct val="100000"/>
              </a:lnSpc>
              <a:spcBef>
                <a:spcPts val="0"/>
              </a:spcBef>
              <a:spcAft>
                <a:spcPts val="600"/>
              </a:spcAft>
              <a:buClr>
                <a:srgbClr val="000000"/>
              </a:buClr>
              <a:buSzTx/>
              <a:buFontTx/>
              <a:buNone/>
              <a:tabLst/>
              <a:defRPr/>
            </a:pPr>
            <a:r>
              <a:rPr kumimoji="0" lang="en-US" sz="1100" b="1" i="0" u="none" strike="noStrike" kern="0" cap="none" spc="0" normalizeH="0" baseline="0" noProof="0">
                <a:ln>
                  <a:noFill/>
                </a:ln>
                <a:solidFill>
                  <a:srgbClr val="FFFFFF"/>
                </a:solidFill>
                <a:effectLst/>
                <a:uLnTx/>
                <a:uFillTx/>
                <a:latin typeface="Tahoma"/>
                <a:ea typeface="+mn-ea"/>
                <a:cs typeface="Tahoma" panose="020B0604030504040204" pitchFamily="34" charset="0"/>
                <a:sym typeface="Arial"/>
              </a:rPr>
              <a:t>Technology</a:t>
            </a:r>
          </a:p>
        </p:txBody>
      </p:sp>
      <p:sp>
        <p:nvSpPr>
          <p:cNvPr id="182" name="Rectangle 160769">
            <a:extLst>
              <a:ext uri="{FF2B5EF4-FFF2-40B4-BE49-F238E27FC236}">
                <a16:creationId xmlns:a16="http://schemas.microsoft.com/office/drawing/2014/main" id="{8F05F472-7167-689E-BD0D-696CD41F82C1}"/>
              </a:ext>
            </a:extLst>
          </p:cNvPr>
          <p:cNvSpPr txBox="1">
            <a:spLocks/>
          </p:cNvSpPr>
          <p:nvPr/>
        </p:nvSpPr>
        <p:spPr>
          <a:xfrm>
            <a:off x="4418558" y="3345711"/>
            <a:ext cx="216617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Platform Architecture</a:t>
            </a:r>
          </a:p>
        </p:txBody>
      </p:sp>
      <p:sp>
        <p:nvSpPr>
          <p:cNvPr id="183" name="Rectangle 160769">
            <a:extLst>
              <a:ext uri="{FF2B5EF4-FFF2-40B4-BE49-F238E27FC236}">
                <a16:creationId xmlns:a16="http://schemas.microsoft.com/office/drawing/2014/main" id="{6479C954-3760-156C-F168-E3AEFDF08469}"/>
              </a:ext>
            </a:extLst>
          </p:cNvPr>
          <p:cNvSpPr txBox="1">
            <a:spLocks/>
          </p:cNvSpPr>
          <p:nvPr/>
        </p:nvSpPr>
        <p:spPr>
          <a:xfrm>
            <a:off x="4418558" y="3667985"/>
            <a:ext cx="216617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defTabSz="685705" fontAlgn="auto">
              <a:spcBef>
                <a:spcPts val="0"/>
              </a:spcBef>
              <a:spcAft>
                <a:spcPts val="0"/>
              </a:spcAft>
              <a:defRPr sz="1000" kern="0">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Infrastructure</a:t>
            </a:r>
          </a:p>
        </p:txBody>
      </p:sp>
      <p:sp>
        <p:nvSpPr>
          <p:cNvPr id="184" name="Rectangle 160769">
            <a:extLst>
              <a:ext uri="{FF2B5EF4-FFF2-40B4-BE49-F238E27FC236}">
                <a16:creationId xmlns:a16="http://schemas.microsoft.com/office/drawing/2014/main" id="{8D6295D7-989B-1A42-0AD9-0826ED4A63CD}"/>
              </a:ext>
            </a:extLst>
          </p:cNvPr>
          <p:cNvSpPr txBox="1">
            <a:spLocks/>
          </p:cNvSpPr>
          <p:nvPr/>
        </p:nvSpPr>
        <p:spPr>
          <a:xfrm>
            <a:off x="4418558" y="3987344"/>
            <a:ext cx="216617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marR="0" lvl="0" indent="0" defTabSz="685702" fontAlgn="auto">
              <a:lnSpc>
                <a:spcPct val="100000"/>
              </a:lnSpc>
              <a:spcBef>
                <a:spcPts val="0"/>
              </a:spcBef>
              <a:spcAft>
                <a:spcPts val="0"/>
              </a:spcAft>
              <a:buClrTx/>
              <a:buSzTx/>
              <a:buFontTx/>
              <a:buNone/>
              <a:tabLst/>
              <a:defRPr kumimoji="0" sz="1100" b="0" i="0" u="none" strike="noStrike" kern="0" cap="none" spc="0" normalizeH="0" baseline="0">
                <a:ln>
                  <a:noFill/>
                </a:ln>
                <a:solidFill>
                  <a:srgbClr val="00B050"/>
                </a:solidFill>
                <a:effectLst/>
                <a:uLnTx/>
                <a:uFillTx/>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err="1">
                <a:ln>
                  <a:noFill/>
                </a:ln>
                <a:solidFill>
                  <a:srgbClr val="000000"/>
                </a:solidFill>
                <a:effectLst/>
                <a:uLnTx/>
                <a:uFillTx/>
                <a:latin typeface="Tahoma"/>
                <a:ea typeface="+mn-ea"/>
                <a:cs typeface="Tahoma" panose="020B0604030504040204" pitchFamily="34" charset="0"/>
              </a:rPr>
              <a:t>MLOps</a:t>
            </a:r>
            <a:r>
              <a:rPr kumimoji="0" lang="en-IN"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a:t>
            </a:r>
            <a:r>
              <a:rPr kumimoji="0" lang="en-IN" sz="1100" b="0" i="0" u="none" strike="noStrike" kern="0" cap="none" spc="0" normalizeH="0" baseline="0" noProof="0" err="1">
                <a:ln>
                  <a:noFill/>
                </a:ln>
                <a:solidFill>
                  <a:srgbClr val="000000"/>
                </a:solidFill>
                <a:effectLst/>
                <a:uLnTx/>
                <a:uFillTx/>
                <a:latin typeface="Tahoma"/>
                <a:ea typeface="+mn-ea"/>
                <a:cs typeface="Tahoma" panose="020B0604030504040204" pitchFamily="34" charset="0"/>
              </a:rPr>
              <a:t>LLMOps</a:t>
            </a:r>
            <a:endPar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endParaRPr>
          </a:p>
        </p:txBody>
      </p:sp>
      <p:sp>
        <p:nvSpPr>
          <p:cNvPr id="191" name="Rectangle 160769">
            <a:extLst>
              <a:ext uri="{FF2B5EF4-FFF2-40B4-BE49-F238E27FC236}">
                <a16:creationId xmlns:a16="http://schemas.microsoft.com/office/drawing/2014/main" id="{1028658A-2525-8B64-CAB9-88D0E1B4B3DA}"/>
              </a:ext>
            </a:extLst>
          </p:cNvPr>
          <p:cNvSpPr txBox="1">
            <a:spLocks/>
          </p:cNvSpPr>
          <p:nvPr/>
        </p:nvSpPr>
        <p:spPr>
          <a:xfrm>
            <a:off x="4418558" y="4299533"/>
            <a:ext cx="216617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marR="0" lvl="0" indent="0" defTabSz="685702" fontAlgn="auto">
              <a:lnSpc>
                <a:spcPct val="100000"/>
              </a:lnSpc>
              <a:spcBef>
                <a:spcPts val="0"/>
              </a:spcBef>
              <a:spcAft>
                <a:spcPts val="0"/>
              </a:spcAft>
              <a:buClrTx/>
              <a:buSzTx/>
              <a:buFontTx/>
              <a:buNone/>
              <a:tabLst/>
              <a:defRPr kumimoji="0" sz="1100" b="0" i="0" u="none" strike="noStrike" kern="0" cap="none" spc="0" normalizeH="0" baseline="0">
                <a:ln>
                  <a:noFill/>
                </a:ln>
                <a:solidFill>
                  <a:srgbClr val="00B050"/>
                </a:solidFill>
                <a:effectLst/>
                <a:uLnTx/>
                <a:uFillTx/>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AI Enabled SDLC</a:t>
            </a:r>
          </a:p>
        </p:txBody>
      </p:sp>
      <p:sp>
        <p:nvSpPr>
          <p:cNvPr id="196" name="Rectangle 160769">
            <a:extLst>
              <a:ext uri="{FF2B5EF4-FFF2-40B4-BE49-F238E27FC236}">
                <a16:creationId xmlns:a16="http://schemas.microsoft.com/office/drawing/2014/main" id="{97317EA4-2589-E17E-B412-ED07C6064F66}"/>
              </a:ext>
            </a:extLst>
          </p:cNvPr>
          <p:cNvSpPr txBox="1">
            <a:spLocks/>
          </p:cNvSpPr>
          <p:nvPr/>
        </p:nvSpPr>
        <p:spPr>
          <a:xfrm>
            <a:off x="4418558" y="4616963"/>
            <a:ext cx="2166178" cy="262606"/>
          </a:xfrm>
          <a:prstGeom prst="rect">
            <a:avLst/>
          </a:prstGeom>
          <a:solidFill>
            <a:srgbClr val="FFFFFF"/>
          </a:solidFill>
          <a:ln w="6350" cap="flat" cmpd="sng" algn="ctr">
            <a:solidFill>
              <a:schemeClr val="bg1">
                <a:lumMod val="75000"/>
              </a:schemeClr>
            </a:solidFill>
            <a:prstDash val="solid"/>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defPPr>
              <a:defRPr lang="en-US"/>
            </a:defPPr>
            <a:lvl1pPr marR="0" lvl="0" indent="0" defTabSz="685702" fontAlgn="auto">
              <a:lnSpc>
                <a:spcPct val="100000"/>
              </a:lnSpc>
              <a:spcBef>
                <a:spcPts val="0"/>
              </a:spcBef>
              <a:spcAft>
                <a:spcPts val="0"/>
              </a:spcAft>
              <a:buClrTx/>
              <a:buSzTx/>
              <a:buFontTx/>
              <a:buNone/>
              <a:tabLst/>
              <a:defRPr kumimoji="0" sz="1100" b="0" i="0" u="none" strike="noStrike" kern="0" cap="none" spc="0" normalizeH="0" baseline="0">
                <a:ln>
                  <a:noFill/>
                </a:ln>
                <a:solidFill>
                  <a:srgbClr val="00B050"/>
                </a:solidFill>
                <a:effectLst/>
                <a:uLnTx/>
                <a:uFillTx/>
                <a:latin typeface="Arial"/>
                <a:cs typeface="Gisha" pitchFamily="34" charset="-79"/>
              </a:defRPr>
            </a:lvl1pPr>
          </a:lstStyle>
          <a:p>
            <a:pPr marL="0" marR="0" lvl="0" indent="0" algn="l" defTabSz="685702"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Engineering &amp; Delivery Maturity</a:t>
            </a:r>
          </a:p>
        </p:txBody>
      </p:sp>
      <p:sp>
        <p:nvSpPr>
          <p:cNvPr id="9" name="5. Source">
            <a:extLst>
              <a:ext uri="{FF2B5EF4-FFF2-40B4-BE49-F238E27FC236}">
                <a16:creationId xmlns:a16="http://schemas.microsoft.com/office/drawing/2014/main" id="{333F5B49-60F2-FCFA-EC7D-BA43897EE91B}"/>
              </a:ext>
            </a:extLst>
          </p:cNvPr>
          <p:cNvSpPr txBox="1"/>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Source: McKinsey Tech &amp; AI Quotient</a:t>
            </a:r>
          </a:p>
        </p:txBody>
      </p:sp>
      <p:cxnSp>
        <p:nvCxnSpPr>
          <p:cNvPr id="56" name="LineBasicDefault 13">
            <a:extLst>
              <a:ext uri="{FF2B5EF4-FFF2-40B4-BE49-F238E27FC236}">
                <a16:creationId xmlns:a16="http://schemas.microsoft.com/office/drawing/2014/main" id="{8112CA09-F164-5CD9-A1DD-48DFF3BD135D}"/>
              </a:ext>
            </a:extLst>
          </p:cNvPr>
          <p:cNvCxnSpPr>
            <a:cxnSpLocks/>
          </p:cNvCxnSpPr>
          <p:nvPr>
            <p:custDataLst>
              <p:tags r:id="rId6"/>
            </p:custDataLst>
          </p:nvPr>
        </p:nvCxnSpPr>
        <p:spPr>
          <a:xfrm>
            <a:off x="8718033" y="2163155"/>
            <a:ext cx="2919231" cy="0"/>
          </a:xfrm>
          <a:prstGeom prst="straightConnector1">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8FCA25DD-286F-5D1D-AA11-B3F9BF52841C}"/>
              </a:ext>
            </a:extLst>
          </p:cNvPr>
          <p:cNvSpPr txBox="1">
            <a:spLocks/>
          </p:cNvSpPr>
          <p:nvPr/>
        </p:nvSpPr>
        <p:spPr>
          <a:xfrm>
            <a:off x="8718033" y="1923834"/>
            <a:ext cx="2919231" cy="13849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None/>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Survey scoring methodology</a:t>
            </a:r>
          </a:p>
        </p:txBody>
      </p:sp>
      <p:cxnSp>
        <p:nvCxnSpPr>
          <p:cNvPr id="73" name="LineBasicDefault 13">
            <a:extLst>
              <a:ext uri="{FF2B5EF4-FFF2-40B4-BE49-F238E27FC236}">
                <a16:creationId xmlns:a16="http://schemas.microsoft.com/office/drawing/2014/main" id="{EDA96F75-9021-4021-B049-0F6BC359EAFD}"/>
              </a:ext>
            </a:extLst>
          </p:cNvPr>
          <p:cNvCxnSpPr>
            <a:cxnSpLocks/>
          </p:cNvCxnSpPr>
          <p:nvPr>
            <p:custDataLst>
              <p:tags r:id="rId7"/>
            </p:custDataLst>
          </p:nvPr>
        </p:nvCxnSpPr>
        <p:spPr>
          <a:xfrm>
            <a:off x="8718033" y="5108953"/>
            <a:ext cx="2919231" cy="0"/>
          </a:xfrm>
          <a:prstGeom prst="straightConnector1">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A65CB82E-96E4-AECC-BFEE-D6ED199B33D6}"/>
              </a:ext>
            </a:extLst>
          </p:cNvPr>
          <p:cNvSpPr txBox="1">
            <a:spLocks/>
          </p:cNvSpPr>
          <p:nvPr/>
        </p:nvSpPr>
        <p:spPr>
          <a:xfrm>
            <a:off x="8718033" y="4902451"/>
            <a:ext cx="2919231"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None/>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Benchmarks</a:t>
            </a:r>
            <a:r>
              <a:rPr kumimoji="0" lang="en-US" sz="1100" b="1" i="0" u="none" strike="noStrike" kern="1200" cap="none" spc="0" normalizeH="0" baseline="30000" noProof="0">
                <a:ln>
                  <a:noFill/>
                </a:ln>
                <a:solidFill>
                  <a:srgbClr val="111918"/>
                </a:solidFill>
                <a:effectLst/>
                <a:uLnTx/>
                <a:uFillTx/>
                <a:latin typeface="Tahoma"/>
                <a:ea typeface="+mn-ea"/>
                <a:cs typeface="Tahoma" panose="020B0604030504040204" pitchFamily="34" charset="0"/>
              </a:rPr>
              <a:t>1</a:t>
            </a:r>
          </a:p>
        </p:txBody>
      </p:sp>
      <p:cxnSp>
        <p:nvCxnSpPr>
          <p:cNvPr id="208" name="LineBasicDefault 13">
            <a:extLst>
              <a:ext uri="{FF2B5EF4-FFF2-40B4-BE49-F238E27FC236}">
                <a16:creationId xmlns:a16="http://schemas.microsoft.com/office/drawing/2014/main" id="{4E36234A-6591-56CA-D37C-9F67D35A240F}"/>
              </a:ext>
            </a:extLst>
          </p:cNvPr>
          <p:cNvCxnSpPr>
            <a:cxnSpLocks/>
          </p:cNvCxnSpPr>
          <p:nvPr>
            <p:custDataLst>
              <p:tags r:id="rId8"/>
            </p:custDataLst>
          </p:nvPr>
        </p:nvCxnSpPr>
        <p:spPr>
          <a:xfrm>
            <a:off x="8718033" y="3559322"/>
            <a:ext cx="2919231" cy="0"/>
          </a:xfrm>
          <a:prstGeom prst="straightConnector1">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CAE5F32D-AC0F-EA00-CC79-11F77A0122E6}"/>
              </a:ext>
            </a:extLst>
          </p:cNvPr>
          <p:cNvSpPr txBox="1">
            <a:spLocks/>
          </p:cNvSpPr>
          <p:nvPr/>
        </p:nvSpPr>
        <p:spPr>
          <a:xfrm>
            <a:off x="8718033" y="3352820"/>
            <a:ext cx="2919231"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None/>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Survey response distribution</a:t>
            </a:r>
          </a:p>
        </p:txBody>
      </p:sp>
      <p:sp>
        <p:nvSpPr>
          <p:cNvPr id="16" name="TextBox 15">
            <a:extLst>
              <a:ext uri="{FF2B5EF4-FFF2-40B4-BE49-F238E27FC236}">
                <a16:creationId xmlns:a16="http://schemas.microsoft.com/office/drawing/2014/main" id="{DEB53FC7-683D-6BEF-06B2-B0E0C7096C07}"/>
              </a:ext>
            </a:extLst>
          </p:cNvPr>
          <p:cNvSpPr txBox="1">
            <a:spLocks/>
          </p:cNvSpPr>
          <p:nvPr/>
        </p:nvSpPr>
        <p:spPr>
          <a:xfrm>
            <a:off x="8718033" y="5146180"/>
            <a:ext cx="2919231" cy="71558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Peer Average: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Average of scores of 200+ banks </a:t>
            </a:r>
            <a:r>
              <a:rPr lang="en-US" sz="1100">
                <a:latin typeface="Tahoma"/>
              </a:rPr>
              <a:t>across geographies</a:t>
            </a:r>
            <a:endPar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endParaRP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Peer Leaders: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Average of top quintile scores of 200+ banks across geographies</a:t>
            </a:r>
          </a:p>
        </p:txBody>
      </p:sp>
      <p:sp>
        <p:nvSpPr>
          <p:cNvPr id="18" name="TextBox 17">
            <a:extLst>
              <a:ext uri="{FF2B5EF4-FFF2-40B4-BE49-F238E27FC236}">
                <a16:creationId xmlns:a16="http://schemas.microsoft.com/office/drawing/2014/main" id="{0A96D4A2-3D75-04BB-FE90-20DCE9B45D51}"/>
              </a:ext>
            </a:extLst>
          </p:cNvPr>
          <p:cNvSpPr txBox="1">
            <a:spLocks/>
          </p:cNvSpPr>
          <p:nvPr/>
        </p:nvSpPr>
        <p:spPr>
          <a:xfrm>
            <a:off x="8718033" y="3596547"/>
            <a:ext cx="2919231" cy="101566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lang="en-US" sz="1100" b="1" dirty="0">
                <a:latin typeface="Tahoma"/>
              </a:rPr>
              <a:t>60</a:t>
            </a:r>
            <a:r>
              <a:rPr kumimoji="0" lang="en-US" sz="1100" b="1" i="0" u="none" strike="noStrike" kern="1200" cap="none" spc="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rPr>
              <a:t> responses across </a:t>
            </a:r>
            <a:r>
              <a:rPr lang="en-US" sz="1100" b="1" dirty="0">
                <a:latin typeface="Tahoma"/>
              </a:rPr>
              <a:t>6</a:t>
            </a:r>
            <a:r>
              <a:rPr kumimoji="0" lang="en-US" sz="1100" b="1" i="0" u="none" strike="noStrike" kern="1200" cap="none" spc="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rPr>
              <a:t> functions </a:t>
            </a:r>
            <a:r>
              <a:rPr kumimoji="0" lang="en-US" sz="1100" b="0" i="0" u="none" strike="noStrike" kern="1200" cap="none" spc="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rPr>
              <a:t>(Finance/ Audit/ Treasury/ Risk, General management/ Corporate, Marketing and Sales, Operations/ Support, Technology, Others) and </a:t>
            </a:r>
            <a:r>
              <a:rPr kumimoji="0" lang="en-US" sz="1100" b="1" i="0" u="none" strike="noStrike" kern="1200" cap="none" spc="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rPr>
              <a:t>2 positions </a:t>
            </a:r>
            <a:r>
              <a:rPr kumimoji="0" lang="en-US" sz="1100" b="0" i="0" u="none" strike="noStrike" kern="1200" cap="none" spc="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rPr>
              <a:t>(Senior management and Others)</a:t>
            </a:r>
          </a:p>
        </p:txBody>
      </p:sp>
      <p:sp>
        <p:nvSpPr>
          <p:cNvPr id="21" name="TextBox 20">
            <a:extLst>
              <a:ext uri="{FF2B5EF4-FFF2-40B4-BE49-F238E27FC236}">
                <a16:creationId xmlns:a16="http://schemas.microsoft.com/office/drawing/2014/main" id="{33F1EBBB-0816-C91A-D627-A68C9F87623C}"/>
              </a:ext>
            </a:extLst>
          </p:cNvPr>
          <p:cNvSpPr txBox="1">
            <a:spLocks/>
          </p:cNvSpPr>
          <p:nvPr/>
        </p:nvSpPr>
        <p:spPr>
          <a:xfrm>
            <a:off x="8718033" y="2222988"/>
            <a:ext cx="2919231" cy="10926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60 questions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across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30 management practices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6 dimensions</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1-5 maturity scale, 5 as “best practice”​ score</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Converted to 0-100 scale using a non-linear scale </a:t>
            </a:r>
          </a:p>
        </p:txBody>
      </p:sp>
      <p:sp>
        <p:nvSpPr>
          <p:cNvPr id="198" name="Rectangle 197">
            <a:extLst>
              <a:ext uri="{FF2B5EF4-FFF2-40B4-BE49-F238E27FC236}">
                <a16:creationId xmlns:a16="http://schemas.microsoft.com/office/drawing/2014/main" id="{37FC3B9D-C975-E5DA-00EC-ABD2740EA533}"/>
              </a:ext>
            </a:extLst>
          </p:cNvPr>
          <p:cNvSpPr>
            <a:spLocks/>
          </p:cNvSpPr>
          <p:nvPr/>
        </p:nvSpPr>
        <p:spPr>
          <a:xfrm>
            <a:off x="3741491" y="1682185"/>
            <a:ext cx="1954468" cy="372275"/>
          </a:xfrm>
          <a:prstGeom prst="rect">
            <a:avLst/>
          </a:prstGeom>
          <a:solidFill>
            <a:srgbClr val="FFFFFF"/>
          </a:solidFill>
          <a:ln w="9525" cap="flat" cmpd="sng" algn="ctr">
            <a:noFill/>
            <a:prstDash val="solid"/>
          </a:ln>
          <a:effectLst/>
        </p:spPr>
        <p:txBody>
          <a:bodyPr rtlCol="0" anchor="ctr"/>
          <a:lstStyle/>
          <a:p>
            <a:pPr marL="519113" marR="0" lvl="0" indent="0" algn="l" defTabSz="8962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Tahoma"/>
                <a:ea typeface="+mn-ea"/>
                <a:cs typeface="Tahoma" panose="020B0604030504040204" pitchFamily="34" charset="0"/>
              </a:rPr>
              <a:t>Tech &amp; AI Quotient</a:t>
            </a:r>
          </a:p>
        </p:txBody>
      </p:sp>
      <p:pic>
        <p:nvPicPr>
          <p:cNvPr id="200" name="Picture 199">
            <a:extLst>
              <a:ext uri="{FF2B5EF4-FFF2-40B4-BE49-F238E27FC236}">
                <a16:creationId xmlns:a16="http://schemas.microsoft.com/office/drawing/2014/main" id="{918F2557-3134-3D4E-6CC7-33F0257E0E15}"/>
              </a:ext>
            </a:extLst>
          </p:cNvPr>
          <p:cNvPicPr>
            <a:picLocks/>
          </p:cNvPicPr>
          <p:nvPr/>
        </p:nvPicPr>
        <p:blipFill rotWithShape="1">
          <a:blip r:embed="rId13">
            <a:grayscl/>
            <a:extLst>
              <a:ext uri="{28A0092B-C50C-407E-A947-70E740481C1C}">
                <a14:useLocalDpi xmlns:a14="http://schemas.microsoft.com/office/drawing/2010/main" val="0"/>
              </a:ext>
            </a:extLst>
          </a:blip>
          <a:srcRect t="1" r="71298" b="-7084"/>
          <a:stretch/>
        </p:blipFill>
        <p:spPr>
          <a:xfrm>
            <a:off x="3796247" y="1682408"/>
            <a:ext cx="514619" cy="390248"/>
          </a:xfrm>
          <a:prstGeom prst="rect">
            <a:avLst/>
          </a:prstGeom>
        </p:spPr>
      </p:pic>
    </p:spTree>
    <p:custDataLst>
      <p:tags r:id="rId1"/>
    </p:custDataLst>
    <p:extLst>
      <p:ext uri="{BB962C8B-B14F-4D97-AF65-F5344CB8AC3E}">
        <p14:creationId xmlns:p14="http://schemas.microsoft.com/office/powerpoint/2010/main" val="1157440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0BB6C-7C2B-9101-C4A4-5F4D43FC32B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F4F0FE7-0930-00E8-2D22-1C92C4B7CA1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4" imgH="405" progId="TCLayout.ActiveDocument.1">
                  <p:embed/>
                </p:oleObj>
              </mc:Choice>
              <mc:Fallback>
                <p:oleObj name="think-cell Slide" r:id="rId13" imgW="404" imgH="405" progId="TCLayout.ActiveDocument.1">
                  <p:embed/>
                  <p:pic>
                    <p:nvPicPr>
                      <p:cNvPr id="6" name="think-cell data - do not delete" hidden="1">
                        <a:extLst>
                          <a:ext uri="{FF2B5EF4-FFF2-40B4-BE49-F238E27FC236}">
                            <a16:creationId xmlns:a16="http://schemas.microsoft.com/office/drawing/2014/main" id="{2F4F0FE7-0930-00E8-2D22-1C92C4B7CA1C}"/>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45397F5B-23BF-B658-B360-E6DDB7643474}"/>
              </a:ext>
            </a:extLst>
          </p:cNvPr>
          <p:cNvSpPr>
            <a:spLocks noGrp="1"/>
          </p:cNvSpPr>
          <p:nvPr>
            <p:ph type="title"/>
            <p:custDataLst>
              <p:tags r:id="rId3"/>
            </p:custDataLst>
          </p:nvPr>
        </p:nvSpPr>
        <p:spPr>
          <a:xfrm>
            <a:off x="554736" y="928487"/>
            <a:ext cx="3465576" cy="2585323"/>
          </a:xfrm>
          <a:noFill/>
          <a:ln/>
          <a:extLst>
            <a:ext uri="{909E8E84-426E-40DD-AFC4-6F175D3DCCD1}">
              <a14:hiddenFill xmlns:a14="http://schemas.microsoft.com/office/drawing/2010/main">
                <a:solidFill>
                  <a:srgbClr val="FFFFFF"/>
                </a:solidFill>
              </a14:hiddenFill>
            </a:ext>
          </a:extLst>
        </p:spPr>
        <p:txBody>
          <a:bodyPr vert="horz"/>
          <a:lstStyle/>
          <a:p>
            <a:r>
              <a:rPr lang="en-AU" noProof="0">
                <a:cs typeface="Tahoma" panose="020B0604030504040204" pitchFamily="34" charset="0"/>
              </a:rPr>
              <a:t>2.The assessment </a:t>
            </a:r>
            <a:br>
              <a:rPr lang="en-AU" noProof="0">
                <a:cs typeface="Tahoma" panose="020B0604030504040204" pitchFamily="34" charset="0"/>
              </a:rPr>
            </a:br>
            <a:r>
              <a:rPr lang="en-AU">
                <a:cs typeface="Tahoma" panose="020B0604030504040204" pitchFamily="34" charset="0"/>
              </a:rPr>
              <a:t>was</a:t>
            </a:r>
            <a:r>
              <a:rPr lang="en-AU" noProof="0">
                <a:cs typeface="Tahoma" panose="020B0604030504040204" pitchFamily="34" charset="0"/>
              </a:rPr>
              <a:t> supplemented with interviews with senior leaders </a:t>
            </a:r>
            <a:r>
              <a:rPr lang="en-US">
                <a:cs typeface="Tahoma" panose="020B0604030504040204" pitchFamily="34" charset="0"/>
              </a:rPr>
              <a:t>to assess priorities, challenges, and </a:t>
            </a:r>
            <a:br>
              <a:rPr lang="en-US">
                <a:cs typeface="Tahoma" panose="020B0604030504040204" pitchFamily="34" charset="0"/>
              </a:rPr>
            </a:br>
            <a:r>
              <a:rPr lang="en-US">
                <a:cs typeface="Tahoma" panose="020B0604030504040204" pitchFamily="34" charset="0"/>
              </a:rPr>
              <a:t>Tech &amp; AI ambition</a:t>
            </a:r>
            <a:endParaRPr lang="en-AU" noProof="0">
              <a:cs typeface="Tahoma" panose="020B0604030504040204" pitchFamily="34" charset="0"/>
            </a:endParaRPr>
          </a:p>
        </p:txBody>
      </p:sp>
      <p:pic>
        <p:nvPicPr>
          <p:cNvPr id="5" name="Picture 4">
            <a:extLst>
              <a:ext uri="{FF2B5EF4-FFF2-40B4-BE49-F238E27FC236}">
                <a16:creationId xmlns:a16="http://schemas.microsoft.com/office/drawing/2014/main" id="{B3769D2F-AEAF-FD7E-919E-4D1329B8E412}"/>
              </a:ext>
            </a:extLst>
          </p:cNvPr>
          <p:cNvPicPr>
            <a:picLocks noChangeAspect="1"/>
          </p:cNvPicPr>
          <p:nvPr/>
        </p:nvPicPr>
        <p:blipFill rotWithShape="1">
          <a:blip r:embed="rId15" cstate="screen">
            <a:extLst>
              <a:ext uri="{28A0092B-C50C-407E-A947-70E740481C1C}">
                <a14:useLocalDpi xmlns:a14="http://schemas.microsoft.com/office/drawing/2010/main"/>
              </a:ext>
            </a:extLst>
          </a:blip>
          <a:srcRect/>
          <a:stretch/>
        </p:blipFill>
        <p:spPr>
          <a:xfrm>
            <a:off x="3176" y="3720725"/>
            <a:ext cx="3478697" cy="3158557"/>
          </a:xfrm>
          <a:prstGeom prst="rect">
            <a:avLst/>
          </a:prstGeom>
        </p:spPr>
      </p:pic>
      <p:sp>
        <p:nvSpPr>
          <p:cNvPr id="10" name="TextBox 9">
            <a:extLst>
              <a:ext uri="{FF2B5EF4-FFF2-40B4-BE49-F238E27FC236}">
                <a16:creationId xmlns:a16="http://schemas.microsoft.com/office/drawing/2014/main" id="{4AE1E5AF-5F2C-1BCC-60BF-15A095CC464F}"/>
              </a:ext>
            </a:extLst>
          </p:cNvPr>
          <p:cNvSpPr txBox="1">
            <a:spLocks/>
          </p:cNvSpPr>
          <p:nvPr/>
        </p:nvSpPr>
        <p:spPr bwMode="gray">
          <a:xfrm>
            <a:off x="7824845" y="853179"/>
            <a:ext cx="3809943" cy="276999"/>
          </a:xfrm>
          <a:prstGeom prst="rect">
            <a:avLst/>
          </a:prstGeom>
          <a:noFill/>
          <a:ln>
            <a:noFill/>
          </a:ln>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AU" sz="18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Role</a:t>
            </a:r>
          </a:p>
        </p:txBody>
      </p:sp>
      <p:sp>
        <p:nvSpPr>
          <p:cNvPr id="11" name="TextBox 10">
            <a:extLst>
              <a:ext uri="{FF2B5EF4-FFF2-40B4-BE49-F238E27FC236}">
                <a16:creationId xmlns:a16="http://schemas.microsoft.com/office/drawing/2014/main" id="{F6E88E96-2659-BA40-9D62-91CBAC9D855E}"/>
              </a:ext>
            </a:extLst>
          </p:cNvPr>
          <p:cNvSpPr txBox="1">
            <a:spLocks/>
          </p:cNvSpPr>
          <p:nvPr/>
        </p:nvSpPr>
        <p:spPr bwMode="gray">
          <a:xfrm>
            <a:off x="4878295" y="853179"/>
            <a:ext cx="1377866" cy="276999"/>
          </a:xfrm>
          <a:prstGeom prst="rect">
            <a:avLst/>
          </a:prstGeom>
          <a:noFill/>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AU" sz="18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Names</a:t>
            </a:r>
          </a:p>
        </p:txBody>
      </p:sp>
      <p:sp>
        <p:nvSpPr>
          <p:cNvPr id="12" name="TextBox 11">
            <a:extLst>
              <a:ext uri="{FF2B5EF4-FFF2-40B4-BE49-F238E27FC236}">
                <a16:creationId xmlns:a16="http://schemas.microsoft.com/office/drawing/2014/main" id="{F9717882-3C50-2AC7-5460-CEADB4EB624B}"/>
              </a:ext>
            </a:extLst>
          </p:cNvPr>
          <p:cNvSpPr txBox="1">
            <a:spLocks/>
          </p:cNvSpPr>
          <p:nvPr/>
        </p:nvSpPr>
        <p:spPr>
          <a:xfrm>
            <a:off x="7824845" y="2429160"/>
            <a:ext cx="3809943" cy="221214"/>
          </a:xfrm>
          <a:prstGeom prst="rect">
            <a:avLst/>
          </a:prstGeom>
          <a:noFill/>
          <a:ln w="12700" cmpd="sng">
            <a:noFill/>
          </a:ln>
        </p:spPr>
        <p:txBody>
          <a:bodyPr vert="horz" wrap="square" lIns="5715" tIns="5715" rIns="5715"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Director of Reporting</a:t>
            </a:r>
          </a:p>
        </p:txBody>
      </p:sp>
      <p:sp>
        <p:nvSpPr>
          <p:cNvPr id="13" name="TextBox 12">
            <a:extLst>
              <a:ext uri="{FF2B5EF4-FFF2-40B4-BE49-F238E27FC236}">
                <a16:creationId xmlns:a16="http://schemas.microsoft.com/office/drawing/2014/main" id="{DC1EA9E2-77EA-FE3B-D06E-72BF63CE7800}"/>
              </a:ext>
            </a:extLst>
          </p:cNvPr>
          <p:cNvSpPr txBox="1"/>
          <p:nvPr/>
        </p:nvSpPr>
        <p:spPr>
          <a:xfrm>
            <a:off x="4878294" y="2021711"/>
            <a:ext cx="2671392" cy="221214"/>
          </a:xfrm>
          <a:prstGeom prst="rect">
            <a:avLst/>
          </a:prstGeom>
          <a:noFill/>
          <a:ln w="12700" cmpd="sng">
            <a:noFill/>
          </a:ln>
        </p:spPr>
        <p:txBody>
          <a:bodyPr vert="horz" wrap="square" lIns="5715" tIns="5715" rIns="5715"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Aydin Suleymanov</a:t>
            </a:r>
          </a:p>
        </p:txBody>
      </p:sp>
      <p:sp>
        <p:nvSpPr>
          <p:cNvPr id="17" name="TextBox 16">
            <a:extLst>
              <a:ext uri="{FF2B5EF4-FFF2-40B4-BE49-F238E27FC236}">
                <a16:creationId xmlns:a16="http://schemas.microsoft.com/office/drawing/2014/main" id="{61C1296A-2D4D-F5E4-8123-6A68FDC9CD9D}"/>
              </a:ext>
            </a:extLst>
          </p:cNvPr>
          <p:cNvSpPr txBox="1"/>
          <p:nvPr/>
        </p:nvSpPr>
        <p:spPr>
          <a:xfrm>
            <a:off x="4877593" y="2423383"/>
            <a:ext cx="2671392" cy="221214"/>
          </a:xfrm>
          <a:prstGeom prst="rect">
            <a:avLst/>
          </a:prstGeom>
          <a:noFill/>
          <a:ln w="12700" cmpd="sng">
            <a:noFill/>
          </a:ln>
        </p:spPr>
        <p:txBody>
          <a:bodyPr vert="horz" wrap="square" lIns="5715" tIns="5715" rIns="5715"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Sanan Mustafayev</a:t>
            </a:r>
          </a:p>
        </p:txBody>
      </p:sp>
      <p:sp>
        <p:nvSpPr>
          <p:cNvPr id="20" name="TextBox 19">
            <a:extLst>
              <a:ext uri="{FF2B5EF4-FFF2-40B4-BE49-F238E27FC236}">
                <a16:creationId xmlns:a16="http://schemas.microsoft.com/office/drawing/2014/main" id="{B3B5776E-704D-BD1C-4FD9-4EDD54E15DF5}"/>
              </a:ext>
            </a:extLst>
          </p:cNvPr>
          <p:cNvSpPr txBox="1">
            <a:spLocks/>
          </p:cNvSpPr>
          <p:nvPr/>
        </p:nvSpPr>
        <p:spPr>
          <a:xfrm>
            <a:off x="7824845" y="3231220"/>
            <a:ext cx="3809943" cy="221214"/>
          </a:xfrm>
          <a:prstGeom prst="rect">
            <a:avLst/>
          </a:prstGeom>
          <a:noFill/>
          <a:ln w="12700" cmpd="sng">
            <a:noFill/>
          </a:ln>
        </p:spPr>
        <p:txBody>
          <a:bodyPr vert="horz" wrap="square" lIns="5715" tIns="5715" rIns="5715"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Head of Data </a:t>
            </a:r>
            <a:r>
              <a:rPr kumimoji="0" lang="en-AU" sz="1400" b="0" i="0" u="none" strike="noStrike" kern="1200" cap="none" spc="0" normalizeH="0" baseline="0" noProof="0" dirty="0" err="1">
                <a:ln>
                  <a:noFill/>
                </a:ln>
                <a:solidFill>
                  <a:srgbClr val="111918"/>
                </a:solidFill>
                <a:effectLst/>
                <a:uLnTx/>
                <a:uFillTx/>
                <a:latin typeface="Tahoma" panose="020B0604030504040204" pitchFamily="34" charset="0"/>
                <a:ea typeface="+mn-ea"/>
                <a:cs typeface="Tahoma" panose="020B0604030504040204" pitchFamily="34" charset="0"/>
              </a:rPr>
              <a:t>Scienc</a:t>
            </a: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e </a:t>
            </a:r>
          </a:p>
        </p:txBody>
      </p:sp>
      <p:sp>
        <p:nvSpPr>
          <p:cNvPr id="21" name="TextBox 20">
            <a:extLst>
              <a:ext uri="{FF2B5EF4-FFF2-40B4-BE49-F238E27FC236}">
                <a16:creationId xmlns:a16="http://schemas.microsoft.com/office/drawing/2014/main" id="{4D54BA9A-74A5-307D-1BAE-E33F3CA08033}"/>
              </a:ext>
            </a:extLst>
          </p:cNvPr>
          <p:cNvSpPr txBox="1"/>
          <p:nvPr/>
        </p:nvSpPr>
        <p:spPr>
          <a:xfrm>
            <a:off x="4878294" y="2825055"/>
            <a:ext cx="2671392" cy="221214"/>
          </a:xfrm>
          <a:prstGeom prst="rect">
            <a:avLst/>
          </a:prstGeom>
          <a:noFill/>
          <a:ln w="12700" cmpd="sng">
            <a:noFill/>
          </a:ln>
        </p:spPr>
        <p:txBody>
          <a:bodyPr vert="horz" wrap="square" lIns="5715" tIns="5715" rIns="5715"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Jeyhun Baloglanov</a:t>
            </a:r>
          </a:p>
        </p:txBody>
      </p:sp>
      <p:sp>
        <p:nvSpPr>
          <p:cNvPr id="26" name="TextBox 25">
            <a:extLst>
              <a:ext uri="{FF2B5EF4-FFF2-40B4-BE49-F238E27FC236}">
                <a16:creationId xmlns:a16="http://schemas.microsoft.com/office/drawing/2014/main" id="{E019C20D-19EA-ECE5-7E20-30CF8CDFC937}"/>
              </a:ext>
            </a:extLst>
          </p:cNvPr>
          <p:cNvSpPr txBox="1">
            <a:spLocks/>
          </p:cNvSpPr>
          <p:nvPr/>
        </p:nvSpPr>
        <p:spPr>
          <a:xfrm>
            <a:off x="7824845" y="1627100"/>
            <a:ext cx="3809943" cy="221214"/>
          </a:xfrm>
          <a:prstGeom prst="rect">
            <a:avLst/>
          </a:prstGeom>
          <a:noFill/>
          <a:ln w="12700" cmpd="sng">
            <a:noFill/>
          </a:ln>
        </p:spPr>
        <p:txBody>
          <a:bodyPr vert="horz" wrap="square" lIns="5715" tIns="5715" rIns="5715"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Chief Operations Officer</a:t>
            </a:r>
          </a:p>
        </p:txBody>
      </p:sp>
      <p:sp>
        <p:nvSpPr>
          <p:cNvPr id="27" name="TextBox 26">
            <a:extLst>
              <a:ext uri="{FF2B5EF4-FFF2-40B4-BE49-F238E27FC236}">
                <a16:creationId xmlns:a16="http://schemas.microsoft.com/office/drawing/2014/main" id="{787F5915-04E4-AEFA-FDAA-F9B631BC4F3A}"/>
              </a:ext>
            </a:extLst>
          </p:cNvPr>
          <p:cNvSpPr txBox="1"/>
          <p:nvPr/>
        </p:nvSpPr>
        <p:spPr>
          <a:xfrm>
            <a:off x="4878294" y="1620039"/>
            <a:ext cx="2671392" cy="221214"/>
          </a:xfrm>
          <a:prstGeom prst="rect">
            <a:avLst/>
          </a:prstGeom>
          <a:noFill/>
          <a:ln w="12700" cmpd="sng">
            <a:noFill/>
          </a:ln>
        </p:spPr>
        <p:txBody>
          <a:bodyPr vert="horz" wrap="square" lIns="5715" tIns="5715" rIns="5715"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Farid Jafarov</a:t>
            </a:r>
          </a:p>
        </p:txBody>
      </p:sp>
      <p:sp>
        <p:nvSpPr>
          <p:cNvPr id="28" name="TextBox 27">
            <a:extLst>
              <a:ext uri="{FF2B5EF4-FFF2-40B4-BE49-F238E27FC236}">
                <a16:creationId xmlns:a16="http://schemas.microsoft.com/office/drawing/2014/main" id="{B35FA6C9-008F-11E1-AD52-FCF8EC43FF5B}"/>
              </a:ext>
            </a:extLst>
          </p:cNvPr>
          <p:cNvSpPr txBox="1"/>
          <p:nvPr/>
        </p:nvSpPr>
        <p:spPr>
          <a:xfrm>
            <a:off x="4878294" y="3226727"/>
            <a:ext cx="2671392" cy="221214"/>
          </a:xfrm>
          <a:prstGeom prst="rect">
            <a:avLst/>
          </a:prstGeom>
          <a:noFill/>
          <a:ln w="12700" cmpd="sng">
            <a:noFill/>
          </a:ln>
        </p:spPr>
        <p:txBody>
          <a:bodyPr vert="horz" wrap="square" lIns="5715" tIns="5715" rIns="5715"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Eldar Babayev</a:t>
            </a:r>
          </a:p>
        </p:txBody>
      </p:sp>
      <p:sp>
        <p:nvSpPr>
          <p:cNvPr id="29" name="TextBox 28">
            <a:extLst>
              <a:ext uri="{FF2B5EF4-FFF2-40B4-BE49-F238E27FC236}">
                <a16:creationId xmlns:a16="http://schemas.microsoft.com/office/drawing/2014/main" id="{32FE4413-E885-6750-58F3-3C629A760953}"/>
              </a:ext>
            </a:extLst>
          </p:cNvPr>
          <p:cNvSpPr txBox="1">
            <a:spLocks/>
          </p:cNvSpPr>
          <p:nvPr/>
        </p:nvSpPr>
        <p:spPr>
          <a:xfrm>
            <a:off x="7824845" y="2830190"/>
            <a:ext cx="3809943" cy="221214"/>
          </a:xfrm>
          <a:prstGeom prst="rect">
            <a:avLst/>
          </a:prstGeom>
          <a:noFill/>
          <a:ln w="12700" cmpd="sng">
            <a:noFill/>
          </a:ln>
        </p:spPr>
        <p:txBody>
          <a:bodyPr vert="horz" wrap="square" lIns="5715" tIns="5715" rIns="5715"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Tribe Lead of Digital Lending</a:t>
            </a:r>
          </a:p>
        </p:txBody>
      </p:sp>
      <p:sp>
        <p:nvSpPr>
          <p:cNvPr id="31" name="TextBox 30">
            <a:extLst>
              <a:ext uri="{FF2B5EF4-FFF2-40B4-BE49-F238E27FC236}">
                <a16:creationId xmlns:a16="http://schemas.microsoft.com/office/drawing/2014/main" id="{E89E87DD-F48C-AE9D-2C1F-3BF9365F7779}"/>
              </a:ext>
            </a:extLst>
          </p:cNvPr>
          <p:cNvSpPr txBox="1">
            <a:spLocks/>
          </p:cNvSpPr>
          <p:nvPr/>
        </p:nvSpPr>
        <p:spPr>
          <a:xfrm>
            <a:off x="7824845" y="1226070"/>
            <a:ext cx="3809943" cy="221214"/>
          </a:xfrm>
          <a:prstGeom prst="rect">
            <a:avLst/>
          </a:prstGeom>
          <a:noFill/>
          <a:ln w="12700" cmpd="sng">
            <a:noFill/>
          </a:ln>
        </p:spPr>
        <p:txBody>
          <a:bodyPr vert="horz" wrap="square" lIns="5715" tIns="5715" rIns="5715"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Chief Security Officer</a:t>
            </a:r>
          </a:p>
        </p:txBody>
      </p:sp>
      <p:sp>
        <p:nvSpPr>
          <p:cNvPr id="32" name="TextBox 31">
            <a:extLst>
              <a:ext uri="{FF2B5EF4-FFF2-40B4-BE49-F238E27FC236}">
                <a16:creationId xmlns:a16="http://schemas.microsoft.com/office/drawing/2014/main" id="{2DB58680-A192-FAA2-B3EE-AB7B83B307B6}"/>
              </a:ext>
            </a:extLst>
          </p:cNvPr>
          <p:cNvSpPr txBox="1"/>
          <p:nvPr/>
        </p:nvSpPr>
        <p:spPr>
          <a:xfrm>
            <a:off x="4878294" y="1218367"/>
            <a:ext cx="2671392" cy="221214"/>
          </a:xfrm>
          <a:prstGeom prst="rect">
            <a:avLst/>
          </a:prstGeom>
          <a:noFill/>
          <a:ln w="12700" cmpd="sng">
            <a:noFill/>
          </a:ln>
        </p:spPr>
        <p:txBody>
          <a:bodyPr vert="horz" wrap="square" lIns="5715" tIns="5715" rIns="5715"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Vasif Gasimov</a:t>
            </a:r>
            <a:endPar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cxnSp>
        <p:nvCxnSpPr>
          <p:cNvPr id="9" name="LineContentSeparatorDefault 93">
            <a:extLst>
              <a:ext uri="{FF2B5EF4-FFF2-40B4-BE49-F238E27FC236}">
                <a16:creationId xmlns:a16="http://schemas.microsoft.com/office/drawing/2014/main" id="{6FD12904-B11F-3B16-CA1D-BB6F22ED9448}"/>
              </a:ext>
            </a:extLst>
          </p:cNvPr>
          <p:cNvCxnSpPr>
            <a:cxnSpLocks/>
          </p:cNvCxnSpPr>
          <p:nvPr>
            <p:custDataLst>
              <p:tags r:id="rId4"/>
            </p:custDataLst>
          </p:nvPr>
        </p:nvCxnSpPr>
        <p:spPr>
          <a:xfrm>
            <a:off x="4882042" y="1151146"/>
            <a:ext cx="6752746" cy="0"/>
          </a:xfrm>
          <a:prstGeom prst="straightConnector1">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LineContentSeparatorDefault 93">
            <a:extLst>
              <a:ext uri="{FF2B5EF4-FFF2-40B4-BE49-F238E27FC236}">
                <a16:creationId xmlns:a16="http://schemas.microsoft.com/office/drawing/2014/main" id="{47FF0B00-2583-B15E-EF3D-F5D6A17142B4}"/>
              </a:ext>
            </a:extLst>
          </p:cNvPr>
          <p:cNvCxnSpPr>
            <a:cxnSpLocks/>
          </p:cNvCxnSpPr>
          <p:nvPr>
            <p:custDataLst>
              <p:tags r:id="rId5"/>
            </p:custDataLst>
          </p:nvPr>
        </p:nvCxnSpPr>
        <p:spPr>
          <a:xfrm>
            <a:off x="4882042" y="1543339"/>
            <a:ext cx="6752746"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LineContentSeparatorDefault 93">
            <a:extLst>
              <a:ext uri="{FF2B5EF4-FFF2-40B4-BE49-F238E27FC236}">
                <a16:creationId xmlns:a16="http://schemas.microsoft.com/office/drawing/2014/main" id="{999C649C-5C69-4F18-622E-6A5FDFE7A1BE}"/>
              </a:ext>
            </a:extLst>
          </p:cNvPr>
          <p:cNvCxnSpPr>
            <a:cxnSpLocks/>
          </p:cNvCxnSpPr>
          <p:nvPr>
            <p:custDataLst>
              <p:tags r:id="rId6"/>
            </p:custDataLst>
          </p:nvPr>
        </p:nvCxnSpPr>
        <p:spPr>
          <a:xfrm>
            <a:off x="4882042" y="1949087"/>
            <a:ext cx="6752746"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LineContentSeparatorDefault 93">
            <a:extLst>
              <a:ext uri="{FF2B5EF4-FFF2-40B4-BE49-F238E27FC236}">
                <a16:creationId xmlns:a16="http://schemas.microsoft.com/office/drawing/2014/main" id="{45C024A4-1D11-9A05-76E4-602590D74E2E}"/>
              </a:ext>
            </a:extLst>
          </p:cNvPr>
          <p:cNvCxnSpPr>
            <a:cxnSpLocks/>
          </p:cNvCxnSpPr>
          <p:nvPr>
            <p:custDataLst>
              <p:tags r:id="rId7"/>
            </p:custDataLst>
          </p:nvPr>
        </p:nvCxnSpPr>
        <p:spPr>
          <a:xfrm>
            <a:off x="4882042" y="2373562"/>
            <a:ext cx="6752746"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8" name="LineContentSeparatorDefault 93">
            <a:extLst>
              <a:ext uri="{FF2B5EF4-FFF2-40B4-BE49-F238E27FC236}">
                <a16:creationId xmlns:a16="http://schemas.microsoft.com/office/drawing/2014/main" id="{FE978A27-3B31-6B58-5A65-2DAF7FFD861A}"/>
              </a:ext>
            </a:extLst>
          </p:cNvPr>
          <p:cNvCxnSpPr>
            <a:cxnSpLocks/>
          </p:cNvCxnSpPr>
          <p:nvPr>
            <p:custDataLst>
              <p:tags r:id="rId8"/>
            </p:custDataLst>
          </p:nvPr>
        </p:nvCxnSpPr>
        <p:spPr>
          <a:xfrm>
            <a:off x="4882042" y="2745853"/>
            <a:ext cx="6752746"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LineContentSeparatorDefault 93">
            <a:extLst>
              <a:ext uri="{FF2B5EF4-FFF2-40B4-BE49-F238E27FC236}">
                <a16:creationId xmlns:a16="http://schemas.microsoft.com/office/drawing/2014/main" id="{2683D5FD-AD75-7FD6-0043-1DCF107CDB9F}"/>
              </a:ext>
            </a:extLst>
          </p:cNvPr>
          <p:cNvCxnSpPr>
            <a:cxnSpLocks/>
          </p:cNvCxnSpPr>
          <p:nvPr>
            <p:custDataLst>
              <p:tags r:id="rId9"/>
            </p:custDataLst>
          </p:nvPr>
        </p:nvCxnSpPr>
        <p:spPr>
          <a:xfrm>
            <a:off x="4882042" y="3148026"/>
            <a:ext cx="6752746"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LineContentSeparatorDefault 93">
            <a:extLst>
              <a:ext uri="{FF2B5EF4-FFF2-40B4-BE49-F238E27FC236}">
                <a16:creationId xmlns:a16="http://schemas.microsoft.com/office/drawing/2014/main" id="{99CF8C30-0A52-4130-BC64-4A29E8FD790F}"/>
              </a:ext>
            </a:extLst>
          </p:cNvPr>
          <p:cNvCxnSpPr>
            <a:cxnSpLocks/>
          </p:cNvCxnSpPr>
          <p:nvPr>
            <p:custDataLst>
              <p:tags r:id="rId10"/>
            </p:custDataLst>
          </p:nvPr>
        </p:nvCxnSpPr>
        <p:spPr>
          <a:xfrm>
            <a:off x="4882042" y="3561350"/>
            <a:ext cx="6752746"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4" name="4. Footnote">
            <a:extLst>
              <a:ext uri="{FF2B5EF4-FFF2-40B4-BE49-F238E27FC236}">
                <a16:creationId xmlns:a16="http://schemas.microsoft.com/office/drawing/2014/main" id="{D071C1D5-B418-746F-162A-94E1C5024168}"/>
              </a:ext>
            </a:extLst>
          </p:cNvPr>
          <p:cNvSpPr txBox="1">
            <a:spLocks noChangeArrowheads="1"/>
          </p:cNvSpPr>
          <p:nvPr/>
        </p:nvSpPr>
        <p:spPr bwMode="auto">
          <a:xfrm>
            <a:off x="554735" y="6556595"/>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Source: PASHA Bank Tech &amp; AI Quotient Interviews</a:t>
            </a:r>
          </a:p>
        </p:txBody>
      </p:sp>
      <p:sp>
        <p:nvSpPr>
          <p:cNvPr id="8" name="TextBox 7">
            <a:extLst>
              <a:ext uri="{FF2B5EF4-FFF2-40B4-BE49-F238E27FC236}">
                <a16:creationId xmlns:a16="http://schemas.microsoft.com/office/drawing/2014/main" id="{7BE79764-89FD-60D9-6575-4C7E70D37477}"/>
              </a:ext>
            </a:extLst>
          </p:cNvPr>
          <p:cNvSpPr txBox="1">
            <a:spLocks/>
          </p:cNvSpPr>
          <p:nvPr/>
        </p:nvSpPr>
        <p:spPr>
          <a:xfrm>
            <a:off x="7824845" y="2070082"/>
            <a:ext cx="3809943" cy="221214"/>
          </a:xfrm>
          <a:prstGeom prst="rect">
            <a:avLst/>
          </a:prstGeom>
          <a:noFill/>
          <a:ln w="12700" cmpd="sng">
            <a:noFill/>
          </a:ln>
        </p:spPr>
        <p:txBody>
          <a:bodyPr vert="horz" wrap="square" lIns="5715" tIns="5715" rIns="5715"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Managing Director of IT Operations</a:t>
            </a:r>
          </a:p>
        </p:txBody>
      </p:sp>
    </p:spTree>
    <p:custDataLst>
      <p:tags r:id="rId1"/>
    </p:custDataLst>
    <p:extLst>
      <p:ext uri="{BB962C8B-B14F-4D97-AF65-F5344CB8AC3E}">
        <p14:creationId xmlns:p14="http://schemas.microsoft.com/office/powerpoint/2010/main" val="366702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A136C-B037-CEBD-4F35-0AE7C040AFAA}"/>
            </a:ext>
          </a:extLst>
        </p:cNvPr>
        <p:cNvGrpSpPr/>
        <p:nvPr/>
      </p:nvGrpSpPr>
      <p:grpSpPr>
        <a:xfrm>
          <a:off x="0" y="0"/>
          <a:ext cx="0" cy="0"/>
          <a:chOff x="0" y="0"/>
          <a:chExt cx="0" cy="0"/>
        </a:xfrm>
      </p:grpSpPr>
      <p:graphicFrame>
        <p:nvGraphicFramePr>
          <p:cNvPr id="18" name="Object 7" hidden="1">
            <a:extLst>
              <a:ext uri="{FF2B5EF4-FFF2-40B4-BE49-F238E27FC236}">
                <a16:creationId xmlns:a16="http://schemas.microsoft.com/office/drawing/2014/main" id="{3DBB8878-DFF3-9E3A-9681-4240B0E95CF5}"/>
              </a:ext>
            </a:extLst>
          </p:cNvPr>
          <p:cNvGraphicFramePr>
            <a:graphicFrameLocks noChangeAspect="1"/>
          </p:cNvGraphicFramePr>
          <p:nvPr>
            <p:custDataLst>
              <p:tags r:id="rId2"/>
            </p:custDataLst>
            <p:extLst>
              <p:ext uri="{D42A27DB-BD31-4B8C-83A1-F6EECF244321}">
                <p14:modId xmlns:p14="http://schemas.microsoft.com/office/powerpoint/2010/main" val="535861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23" imgH="424" progId="TCLayout.ActiveDocument.1">
                  <p:embed/>
                </p:oleObj>
              </mc:Choice>
              <mc:Fallback>
                <p:oleObj name="think-cell Slide" r:id="rId12" imgW="423" imgH="424" progId="TCLayout.ActiveDocument.1">
                  <p:embed/>
                  <p:pic>
                    <p:nvPicPr>
                      <p:cNvPr id="18" name="Object 7" hidden="1">
                        <a:extLst>
                          <a:ext uri="{FF2B5EF4-FFF2-40B4-BE49-F238E27FC236}">
                            <a16:creationId xmlns:a16="http://schemas.microsoft.com/office/drawing/2014/main" id="{3DBB8878-DFF3-9E3A-9681-4240B0E95CF5}"/>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9" name="Rectangle 1" hidden="1">
            <a:extLst>
              <a:ext uri="{FF2B5EF4-FFF2-40B4-BE49-F238E27FC236}">
                <a16:creationId xmlns:a16="http://schemas.microsoft.com/office/drawing/2014/main" id="{D23A2F1D-1EE5-ED3D-5A29-035EDE0E1BF9}"/>
              </a:ext>
            </a:extLst>
          </p:cNvPr>
          <p:cNvSpPr/>
          <p:nvPr>
            <p:custDataLst>
              <p:tags r:id="rId3"/>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AU" sz="1600" b="0"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panose="020B0604020202020204" pitchFamily="34" charset="0"/>
            </a:endParaRPr>
          </a:p>
        </p:txBody>
      </p:sp>
      <p:sp>
        <p:nvSpPr>
          <p:cNvPr id="7" name="Text Placeholder 2">
            <a:extLst>
              <a:ext uri="{FF2B5EF4-FFF2-40B4-BE49-F238E27FC236}">
                <a16:creationId xmlns:a16="http://schemas.microsoft.com/office/drawing/2014/main" id="{C88CFD5A-AC3C-1A00-3A01-E3F2FA7A0A97}"/>
              </a:ext>
            </a:extLst>
          </p:cNvPr>
          <p:cNvSpPr>
            <a:spLocks noGrp="1"/>
          </p:cNvSpPr>
          <p:nvPr>
            <p:custDataLst>
              <p:tags r:id="rId4"/>
            </p:custDataLst>
          </p:nvPr>
        </p:nvSpPr>
        <p:spPr bwMode="auto">
          <a:xfrm>
            <a:off x="4445887" y="159861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Approach &amp; Methodology</a:t>
            </a:r>
          </a:p>
        </p:txBody>
      </p:sp>
      <p:sp>
        <p:nvSpPr>
          <p:cNvPr id="30" name="Text Placeholder 2">
            <a:hlinkClick r:id="rId14" action="ppaction://hlinksldjump"/>
            <a:extLst>
              <a:ext uri="{FF2B5EF4-FFF2-40B4-BE49-F238E27FC236}">
                <a16:creationId xmlns:a16="http://schemas.microsoft.com/office/drawing/2014/main" id="{4B057462-0473-84E7-D527-919683FF8B50}"/>
              </a:ext>
            </a:extLst>
          </p:cNvPr>
          <p:cNvSpPr>
            <a:spLocks noGrp="1"/>
          </p:cNvSpPr>
          <p:nvPr>
            <p:custDataLst>
              <p:tags r:id="rId5"/>
            </p:custDataLst>
          </p:nvPr>
        </p:nvSpPr>
        <p:spPr bwMode="auto">
          <a:xfrm>
            <a:off x="4445887" y="2328863"/>
            <a:ext cx="7191375" cy="457200"/>
          </a:xfrm>
          <a:prstGeom prst="rect">
            <a:avLst/>
          </a:prstGeom>
          <a:solidFill>
            <a:schemeClr val="accent4"/>
          </a:solidFill>
          <a:ln w="6350" algn="ctr">
            <a:noFill/>
          </a:ln>
        </p:spPr>
        <p:txBody>
          <a:bodyPr vert="horz" wrap="none" lIns="92075" tIns="92075" rIns="0" bIns="90488"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Summary: Tech &amp; AI Results</a:t>
            </a:r>
          </a:p>
        </p:txBody>
      </p:sp>
      <p:sp>
        <p:nvSpPr>
          <p:cNvPr id="3" name="Text Placeholder 2">
            <a:hlinkClick r:id="rId15" action="ppaction://hlinksldjump"/>
            <a:extLst>
              <a:ext uri="{FF2B5EF4-FFF2-40B4-BE49-F238E27FC236}">
                <a16:creationId xmlns:a16="http://schemas.microsoft.com/office/drawing/2014/main" id="{22C08F77-2C64-392E-7C9A-A3066D505D60}"/>
              </a:ext>
            </a:extLst>
          </p:cNvPr>
          <p:cNvSpPr>
            <a:spLocks noGrp="1"/>
          </p:cNvSpPr>
          <p:nvPr>
            <p:custDataLst>
              <p:tags r:id="rId6"/>
            </p:custDataLst>
          </p:nvPr>
        </p:nvSpPr>
        <p:spPr bwMode="auto">
          <a:xfrm>
            <a:off x="4445887" y="3059113"/>
            <a:ext cx="7191375" cy="458788"/>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2075"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Recommendations &amp; Roadmap</a:t>
            </a:r>
          </a:p>
        </p:txBody>
      </p:sp>
      <p:sp>
        <p:nvSpPr>
          <p:cNvPr id="56" name="Text Placeholder 2">
            <a:hlinkClick r:id="rId14" action="ppaction://hlinksldjump"/>
            <a:extLst>
              <a:ext uri="{FF2B5EF4-FFF2-40B4-BE49-F238E27FC236}">
                <a16:creationId xmlns:a16="http://schemas.microsoft.com/office/drawing/2014/main" id="{54473B23-977F-8EF2-C763-9209EEAE4E33}"/>
              </a:ext>
            </a:extLst>
          </p:cNvPr>
          <p:cNvSpPr>
            <a:spLocks noGrp="1"/>
          </p:cNvSpPr>
          <p:nvPr>
            <p:custDataLst>
              <p:tags r:id="rId7"/>
            </p:custDataLst>
          </p:nvPr>
        </p:nvSpPr>
        <p:spPr bwMode="auto">
          <a:xfrm>
            <a:off x="4445887" y="3790951"/>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1: Tech &amp; AI Results by Dimension</a:t>
            </a:r>
          </a:p>
        </p:txBody>
      </p:sp>
      <p:sp>
        <p:nvSpPr>
          <p:cNvPr id="5" name="2. Slide Title">
            <a:extLst>
              <a:ext uri="{FF2B5EF4-FFF2-40B4-BE49-F238E27FC236}">
                <a16:creationId xmlns:a16="http://schemas.microsoft.com/office/drawing/2014/main" id="{34B2A3A9-96C5-419B-B930-EFDED3C16E9A}"/>
              </a:ext>
            </a:extLst>
          </p:cNvPr>
          <p:cNvSpPr>
            <a:spLocks noGrp="1"/>
          </p:cNvSpPr>
          <p:nvPr>
            <p:ph type="title"/>
            <p:custDataLst>
              <p:tags r:id="rId8"/>
            </p:custDataLst>
          </p:nvPr>
        </p:nvSpPr>
        <p:spPr>
          <a:xfrm>
            <a:off x="554736" y="3175256"/>
            <a:ext cx="2514600" cy="33855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AU" noProof="0">
                <a:latin typeface="+mj-lt"/>
              </a:rPr>
              <a:t>Contents</a:t>
            </a:r>
          </a:p>
        </p:txBody>
      </p:sp>
      <p:sp>
        <p:nvSpPr>
          <p:cNvPr id="2" name="Subtitle 1">
            <a:extLst>
              <a:ext uri="{FF2B5EF4-FFF2-40B4-BE49-F238E27FC236}">
                <a16:creationId xmlns:a16="http://schemas.microsoft.com/office/drawing/2014/main" id="{C065F772-086C-09BA-5DC1-0FBA5BD5C535}"/>
              </a:ext>
            </a:extLst>
          </p:cNvPr>
          <p:cNvSpPr>
            <a:spLocks noGrp="1"/>
          </p:cNvSpPr>
          <p:nvPr>
            <p:ph type="subTitle" idx="1"/>
          </p:nvPr>
        </p:nvSpPr>
        <p:spPr/>
        <p:txBody>
          <a:bodyPr/>
          <a:lstStyle/>
          <a:p>
            <a:endParaRPr lang="en-CA"/>
          </a:p>
        </p:txBody>
      </p:sp>
      <p:sp>
        <p:nvSpPr>
          <p:cNvPr id="4" name="Text Placeholder 3">
            <a:extLst>
              <a:ext uri="{FF2B5EF4-FFF2-40B4-BE49-F238E27FC236}">
                <a16:creationId xmlns:a16="http://schemas.microsoft.com/office/drawing/2014/main" id="{089249E9-BCB9-3C1A-4394-A573D4EA7828}"/>
              </a:ext>
            </a:extLst>
          </p:cNvPr>
          <p:cNvSpPr>
            <a:spLocks noGrp="1"/>
          </p:cNvSpPr>
          <p:nvPr>
            <p:ph type="body" sz="quarter" idx="10"/>
          </p:nvPr>
        </p:nvSpPr>
        <p:spPr/>
        <p:txBody>
          <a:bodyPr/>
          <a:lstStyle/>
          <a:p>
            <a:endParaRPr lang="en-CA"/>
          </a:p>
        </p:txBody>
      </p:sp>
      <p:sp>
        <p:nvSpPr>
          <p:cNvPr id="9" name="Text Placeholder 2">
            <a:hlinkClick r:id="" action="ppaction://noaction"/>
            <a:extLst>
              <a:ext uri="{FF2B5EF4-FFF2-40B4-BE49-F238E27FC236}">
                <a16:creationId xmlns:a16="http://schemas.microsoft.com/office/drawing/2014/main" id="{7EC28C8B-3F4B-D934-5BAD-34445A44C41F}"/>
              </a:ext>
            </a:extLst>
          </p:cNvPr>
          <p:cNvSpPr>
            <a:spLocks noGrp="1"/>
          </p:cNvSpPr>
          <p:nvPr>
            <p:custDataLst>
              <p:tags r:id="rId9"/>
            </p:custDataLst>
          </p:nvPr>
        </p:nvSpPr>
        <p:spPr bwMode="auto">
          <a:xfrm>
            <a:off x="4445887" y="4521200"/>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2: Best Practice Definitions</a:t>
            </a:r>
          </a:p>
        </p:txBody>
      </p:sp>
    </p:spTree>
    <p:custDataLst>
      <p:tags r:id="rId1"/>
    </p:custDataLst>
    <p:extLst>
      <p:ext uri="{BB962C8B-B14F-4D97-AF65-F5344CB8AC3E}">
        <p14:creationId xmlns:p14="http://schemas.microsoft.com/office/powerpoint/2010/main" val="3140366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C966CF71-87FE-4484-9F34-7849F2C385B6}"/>
              </a:ext>
            </a:extLst>
          </p:cNvPr>
          <p:cNvGraphicFramePr>
            <a:graphicFrameLocks noChangeAspect="1"/>
          </p:cNvGraphicFramePr>
          <p:nvPr>
            <p:custDataLst>
              <p:tags r:id="rId2"/>
            </p:custDataLst>
            <p:extLst>
              <p:ext uri="{D42A27DB-BD31-4B8C-83A1-F6EECF244321}">
                <p14:modId xmlns:p14="http://schemas.microsoft.com/office/powerpoint/2010/main" val="1859775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23" imgH="424" progId="TCLayout.ActiveDocument.1">
                  <p:embed/>
                </p:oleObj>
              </mc:Choice>
              <mc:Fallback>
                <p:oleObj name="think-cell Slide" r:id="rId16" imgW="423" imgH="424" progId="TCLayout.ActiveDocument.1">
                  <p:embed/>
                  <p:pic>
                    <p:nvPicPr>
                      <p:cNvPr id="2" name="Object 6" hidden="1">
                        <a:extLst>
                          <a:ext uri="{FF2B5EF4-FFF2-40B4-BE49-F238E27FC236}">
                            <a16:creationId xmlns:a16="http://schemas.microsoft.com/office/drawing/2014/main" id="{C966CF71-87FE-4484-9F34-7849F2C385B6}"/>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FCD0AEF6-0F3B-4D93-BE58-C441F73F09C5}"/>
              </a:ext>
            </a:extLst>
          </p:cNvPr>
          <p:cNvSpPr/>
          <p:nvPr>
            <p:custDataLst>
              <p:tags r:id="rId3"/>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3" name="2. Slide Title">
            <a:extLst>
              <a:ext uri="{FF2B5EF4-FFF2-40B4-BE49-F238E27FC236}">
                <a16:creationId xmlns:a16="http://schemas.microsoft.com/office/drawing/2014/main" id="{9112DCFD-8BAC-47D4-A950-EC6847E659B0}"/>
              </a:ext>
            </a:extLst>
          </p:cNvPr>
          <p:cNvSpPr>
            <a:spLocks noGrp="1"/>
          </p:cNvSpPr>
          <p:nvPr>
            <p:ph type="title"/>
            <p:custDataLst>
              <p:tags r:id="rId4"/>
            </p:custDataLst>
          </p:nvPr>
        </p:nvSpPr>
        <p:spPr>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US" dirty="0"/>
              <a:t>We have tailored a peer group of 200+ banks to compare PASHA Bank’s AIQ results</a:t>
            </a:r>
          </a:p>
        </p:txBody>
      </p:sp>
      <p:sp>
        <p:nvSpPr>
          <p:cNvPr id="10" name="1. On-page tracker">
            <a:extLst>
              <a:ext uri="{FF2B5EF4-FFF2-40B4-BE49-F238E27FC236}">
                <a16:creationId xmlns:a16="http://schemas.microsoft.com/office/drawing/2014/main" id="{B4DF6F9E-5F68-D47A-D3BD-4A610CEB3DFC}"/>
              </a:ext>
            </a:extLst>
          </p:cNvPr>
          <p:cNvSpPr>
            <a:spLocks noGrp="1"/>
          </p:cNvSpPr>
          <p:nvPr>
            <p:ph type="body" sz="quarter" idx="10"/>
            <p:custDataLst>
              <p:tags r:id="rId5"/>
            </p:custDataLst>
          </p:nvPr>
        </p:nvSpPr>
        <p:spPr/>
        <p:txBody>
          <a:bodyPr/>
          <a:lstStyle/>
          <a:p>
            <a:endParaRPr lang="en-US"/>
          </a:p>
        </p:txBody>
      </p:sp>
      <p:cxnSp>
        <p:nvCxnSpPr>
          <p:cNvPr id="45" name="Straight Connector 44">
            <a:extLst>
              <a:ext uri="{FF2B5EF4-FFF2-40B4-BE49-F238E27FC236}">
                <a16:creationId xmlns:a16="http://schemas.microsoft.com/office/drawing/2014/main" id="{6D24DA9E-9F6F-4D10-AAA2-69380E968900}"/>
              </a:ext>
            </a:extLst>
          </p:cNvPr>
          <p:cNvCxnSpPr>
            <a:cxnSpLocks/>
          </p:cNvCxnSpPr>
          <p:nvPr/>
        </p:nvCxnSpPr>
        <p:spPr>
          <a:xfrm>
            <a:off x="4823459" y="1876531"/>
            <a:ext cx="6793775" cy="0"/>
          </a:xfrm>
          <a:prstGeom prst="line">
            <a:avLst/>
          </a:prstGeom>
          <a:ln w="12700" cap="flat" cmpd="sng" algn="ctr">
            <a:solidFill>
              <a:srgbClr val="7F7F7F"/>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 Placeholder 2">
            <a:extLst>
              <a:ext uri="{FF2B5EF4-FFF2-40B4-BE49-F238E27FC236}">
                <a16:creationId xmlns:a16="http://schemas.microsoft.com/office/drawing/2014/main" id="{C45E9433-69F9-41CD-BEB1-7E18F17D7224}"/>
              </a:ext>
            </a:extLst>
          </p:cNvPr>
          <p:cNvSpPr txBox="1">
            <a:spLocks/>
          </p:cNvSpPr>
          <p:nvPr/>
        </p:nvSpPr>
        <p:spPr>
          <a:xfrm>
            <a:off x="4820428" y="1384883"/>
            <a:ext cx="6787098" cy="449354"/>
          </a:xfrm>
          <a:prstGeom prst="rect">
            <a:avLst/>
          </a:prstGeom>
        </p:spPr>
        <p:txBody>
          <a:bodyPr wrap="square" lIns="0" tIns="0" rIns="0" bIns="18288" anchor="t" anchorCtr="0">
            <a:sp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Peer set includes 200+ banks across multiple geographies. Sample description of select peers below:</a:t>
            </a:r>
          </a:p>
        </p:txBody>
      </p:sp>
      <p:cxnSp>
        <p:nvCxnSpPr>
          <p:cNvPr id="101" name="Straight Connector 100">
            <a:extLst>
              <a:ext uri="{FF2B5EF4-FFF2-40B4-BE49-F238E27FC236}">
                <a16:creationId xmlns:a16="http://schemas.microsoft.com/office/drawing/2014/main" id="{914AAA54-4FF5-413B-A3EF-91362D446C8C}"/>
              </a:ext>
            </a:extLst>
          </p:cNvPr>
          <p:cNvCxnSpPr>
            <a:cxnSpLocks/>
          </p:cNvCxnSpPr>
          <p:nvPr/>
        </p:nvCxnSpPr>
        <p:spPr>
          <a:xfrm>
            <a:off x="4830122" y="3963647"/>
            <a:ext cx="678709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24FCD3D-60CF-4471-A65B-63A6B7EF92E2}"/>
              </a:ext>
            </a:extLst>
          </p:cNvPr>
          <p:cNvCxnSpPr>
            <a:cxnSpLocks/>
          </p:cNvCxnSpPr>
          <p:nvPr/>
        </p:nvCxnSpPr>
        <p:spPr>
          <a:xfrm>
            <a:off x="4830122" y="2734871"/>
            <a:ext cx="678709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C7A4AE-4BD4-4D70-B005-C0840C49003A}"/>
              </a:ext>
            </a:extLst>
          </p:cNvPr>
          <p:cNvCxnSpPr>
            <a:cxnSpLocks/>
          </p:cNvCxnSpPr>
          <p:nvPr/>
        </p:nvCxnSpPr>
        <p:spPr>
          <a:xfrm>
            <a:off x="4823947" y="5495981"/>
            <a:ext cx="678709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51DA72E-C704-49CF-A36A-1AEF8CFEEA15}"/>
              </a:ext>
            </a:extLst>
          </p:cNvPr>
          <p:cNvCxnSpPr>
            <a:cxnSpLocks/>
          </p:cNvCxnSpPr>
          <p:nvPr/>
        </p:nvCxnSpPr>
        <p:spPr>
          <a:xfrm>
            <a:off x="4823946" y="4623031"/>
            <a:ext cx="678709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B39769B-B3F3-457F-A4CE-F5CB9B3BC074}"/>
              </a:ext>
            </a:extLst>
          </p:cNvPr>
          <p:cNvSpPr txBox="1">
            <a:spLocks/>
          </p:cNvSpPr>
          <p:nvPr/>
        </p:nvSpPr>
        <p:spPr>
          <a:xfrm>
            <a:off x="4829359" y="4723851"/>
            <a:ext cx="6793765" cy="67131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IN" sz="1400" dirty="0"/>
              <a:t>Americas based Commercial bank concentrated on corporate, middle-market and business (SME) banking, with treasury and trade services and a deliberately thin retail footprint</a:t>
            </a:r>
            <a:endParaRPr kumimoji="0" lang="en-US"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7" name="TextBox 16">
            <a:extLst>
              <a:ext uri="{FF2B5EF4-FFF2-40B4-BE49-F238E27FC236}">
                <a16:creationId xmlns:a16="http://schemas.microsoft.com/office/drawing/2014/main" id="{A53FB7AC-F192-4641-8A7B-0616C635E5C6}"/>
              </a:ext>
            </a:extLst>
          </p:cNvPr>
          <p:cNvSpPr txBox="1">
            <a:spLocks/>
          </p:cNvSpPr>
          <p:nvPr/>
        </p:nvSpPr>
        <p:spPr>
          <a:xfrm>
            <a:off x="4829359" y="4064467"/>
            <a:ext cx="6793765" cy="45774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IN" sz="1400" dirty="0"/>
              <a:t>APAC based Large EM commercial bank with substantial corporate and SME/business-banking arms and a mature enterprise AI and analytics agenda</a:t>
            </a:r>
            <a:endParaRPr kumimoji="0" lang="en-US"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9" name="TextBox 18">
            <a:extLst>
              <a:ext uri="{FF2B5EF4-FFF2-40B4-BE49-F238E27FC236}">
                <a16:creationId xmlns:a16="http://schemas.microsoft.com/office/drawing/2014/main" id="{36BFD88D-7F57-43AB-993E-47BACC4997C9}"/>
              </a:ext>
            </a:extLst>
          </p:cNvPr>
          <p:cNvSpPr txBox="1">
            <a:spLocks/>
          </p:cNvSpPr>
          <p:nvPr/>
        </p:nvSpPr>
        <p:spPr>
          <a:xfrm>
            <a:off x="4829359" y="1994938"/>
            <a:ext cx="6793765" cy="63911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IN" sz="1400" dirty="0"/>
              <a:t>EMEA based Corporate and SME-focused group operating across Central &amp; Eastern Europe and the CIS, with deep trade-finance and corporate transaction-banking franchises</a:t>
            </a:r>
            <a:endParaRPr kumimoji="0" lang="en-US"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2" name="TextBox 21">
            <a:extLst>
              <a:ext uri="{FF2B5EF4-FFF2-40B4-BE49-F238E27FC236}">
                <a16:creationId xmlns:a16="http://schemas.microsoft.com/office/drawing/2014/main" id="{66E90039-2568-4BB5-9C7B-81E433E15CD9}"/>
              </a:ext>
            </a:extLst>
          </p:cNvPr>
          <p:cNvSpPr txBox="1">
            <a:spLocks/>
          </p:cNvSpPr>
          <p:nvPr/>
        </p:nvSpPr>
        <p:spPr>
          <a:xfrm>
            <a:off x="4823460" y="2835691"/>
            <a:ext cx="6793765" cy="44459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IN" sz="1400" dirty="0"/>
              <a:t>EMEA based Mid-cap emerging-market banking group with a corporate and SME core and a multi-country footprint, expanding in trade and structured finance</a:t>
            </a:r>
            <a:endParaRPr kumimoji="0" lang="en-US"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82" name="TextBox 81">
            <a:extLst>
              <a:ext uri="{FF2B5EF4-FFF2-40B4-BE49-F238E27FC236}">
                <a16:creationId xmlns:a16="http://schemas.microsoft.com/office/drawing/2014/main" id="{40ECC9C0-BFAB-4A1E-A8EE-52BCF96C2650}"/>
              </a:ext>
            </a:extLst>
          </p:cNvPr>
          <p:cNvSpPr txBox="1"/>
          <p:nvPr/>
        </p:nvSpPr>
        <p:spPr>
          <a:xfrm>
            <a:off x="531812" y="1403350"/>
            <a:ext cx="362585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Geographical distribution: </a:t>
            </a:r>
          </a:p>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 of peer group)</a:t>
            </a:r>
          </a:p>
        </p:txBody>
      </p:sp>
      <p:graphicFrame>
        <p:nvGraphicFramePr>
          <p:cNvPr id="61" name="Chart 60">
            <a:extLst>
              <a:ext uri="{FF2B5EF4-FFF2-40B4-BE49-F238E27FC236}">
                <a16:creationId xmlns:a16="http://schemas.microsoft.com/office/drawing/2014/main" id="{789B8356-71CF-2FB6-9134-BF8C6183C2E3}"/>
              </a:ext>
            </a:extLst>
          </p:cNvPr>
          <p:cNvGraphicFramePr/>
          <p:nvPr>
            <p:custDataLst>
              <p:tags r:id="rId6"/>
            </p:custDataLst>
          </p:nvPr>
        </p:nvGraphicFramePr>
        <p:xfrm>
          <a:off x="769938" y="1527175"/>
          <a:ext cx="3662362" cy="4275138"/>
        </p:xfrm>
        <a:graphic>
          <a:graphicData uri="http://schemas.openxmlformats.org/drawingml/2006/chart">
            <c:chart xmlns:c="http://schemas.openxmlformats.org/drawingml/2006/chart" xmlns:r="http://schemas.openxmlformats.org/officeDocument/2006/relationships" r:id="rId18"/>
          </a:graphicData>
        </a:graphic>
      </p:graphicFrame>
      <p:sp>
        <p:nvSpPr>
          <p:cNvPr id="41" name="TextBox 40">
            <a:extLst>
              <a:ext uri="{FF2B5EF4-FFF2-40B4-BE49-F238E27FC236}">
                <a16:creationId xmlns:a16="http://schemas.microsoft.com/office/drawing/2014/main" id="{3BE55C0C-27FA-4498-B11B-61B16785F54B}"/>
              </a:ext>
            </a:extLst>
          </p:cNvPr>
          <p:cNvSpPr txBox="1">
            <a:spLocks/>
          </p:cNvSpPr>
          <p:nvPr/>
        </p:nvSpPr>
        <p:spPr>
          <a:xfrm>
            <a:off x="4823460" y="5596798"/>
            <a:ext cx="6793765" cy="47906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IN" sz="1400" dirty="0"/>
              <a:t>Americas based EM bank specialised in corporate and middle-market lending, trade finance and treasury, serving business clients rather than mass retail</a:t>
            </a:r>
            <a:endParaRPr kumimoji="0" lang="en-US"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30" name="Rectangle 29">
            <a:extLst>
              <a:ext uri="{FF2B5EF4-FFF2-40B4-BE49-F238E27FC236}">
                <a16:creationId xmlns:a16="http://schemas.microsoft.com/office/drawing/2014/main" id="{FBD574A1-027E-96A4-8732-89411DE31B4F}"/>
              </a:ext>
            </a:extLst>
          </p:cNvPr>
          <p:cNvSpPr/>
          <p:nvPr>
            <p:custDataLst>
              <p:tags r:id="rId7"/>
            </p:custDataLst>
          </p:nvPr>
        </p:nvSpPr>
        <p:spPr bwMode="auto">
          <a:xfrm>
            <a:off x="625475" y="5670549"/>
            <a:ext cx="192088" cy="192088"/>
          </a:xfrm>
          <a:prstGeom prst="rect">
            <a:avLst/>
          </a:prstGeom>
          <a:solidFill>
            <a:srgbClr val="B9D0CD"/>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32" name="Rectangle 31">
            <a:extLst>
              <a:ext uri="{FF2B5EF4-FFF2-40B4-BE49-F238E27FC236}">
                <a16:creationId xmlns:a16="http://schemas.microsoft.com/office/drawing/2014/main" id="{79D62F1D-7B7E-2DDE-09DB-CD4E09051211}"/>
              </a:ext>
            </a:extLst>
          </p:cNvPr>
          <p:cNvSpPr/>
          <p:nvPr>
            <p:custDataLst>
              <p:tags r:id="rId8"/>
            </p:custDataLst>
          </p:nvPr>
        </p:nvSpPr>
        <p:spPr bwMode="auto">
          <a:xfrm>
            <a:off x="1382713" y="5670550"/>
            <a:ext cx="192088" cy="192088"/>
          </a:xfrm>
          <a:prstGeom prst="rect">
            <a:avLst/>
          </a:prstGeom>
          <a:solidFill>
            <a:schemeClr val="accent2"/>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6336267C-D4BF-D18D-BF4B-44A9615CF417}"/>
              </a:ext>
            </a:extLst>
          </p:cNvPr>
          <p:cNvSpPr/>
          <p:nvPr>
            <p:custDataLst>
              <p:tags r:id="rId9"/>
            </p:custDataLst>
          </p:nvPr>
        </p:nvSpPr>
        <p:spPr bwMode="auto">
          <a:xfrm>
            <a:off x="2170113" y="5670549"/>
            <a:ext cx="192088" cy="192088"/>
          </a:xfrm>
          <a:prstGeom prst="rect">
            <a:avLst/>
          </a:prstGeom>
          <a:solidFill>
            <a:schemeClr val="accent1"/>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51C2C"/>
              </a:solidFill>
              <a:effectLst/>
              <a:uLnTx/>
              <a:uFillTx/>
              <a:latin typeface="Arial"/>
              <a:ea typeface="+mn-ea"/>
              <a:cs typeface="+mn-cs"/>
            </a:endParaRPr>
          </a:p>
        </p:txBody>
      </p:sp>
      <p:sp>
        <p:nvSpPr>
          <p:cNvPr id="15" name="Text Placeholder 2">
            <a:extLst>
              <a:ext uri="{FF2B5EF4-FFF2-40B4-BE49-F238E27FC236}">
                <a16:creationId xmlns:a16="http://schemas.microsoft.com/office/drawing/2014/main" id="{D000A4A5-600D-7BAE-4CB7-FB63A28BA3D6}"/>
              </a:ext>
            </a:extLst>
          </p:cNvPr>
          <p:cNvSpPr txBox="1">
            <a:spLocks/>
          </p:cNvSpPr>
          <p:nvPr>
            <p:custDataLst>
              <p:tags r:id="rId10"/>
            </p:custDataLst>
          </p:nvPr>
        </p:nvSpPr>
        <p:spPr bwMode="auto">
          <a:xfrm>
            <a:off x="868363" y="5667375"/>
            <a:ext cx="4127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800" b="0" kern="1200" dirty="0">
                <a:solidFill>
                  <a:schemeClr val="tx1"/>
                </a:solidFill>
                <a:latin typeface="+mj-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85F8EE44-A895-45DA-9F31-EF126965067C}" type="datetime'''''''A''''''PA''''''''''''''''C'''''''''''''''''''''">
              <a:rPr kumimoji="0" lang="en-US" altLang="en-US" sz="1400" b="0" i="0" u="none" strike="noStrike" kern="1200" cap="none" spc="0" normalizeH="0" baseline="0" noProof="0" smtClean="0">
                <a:ln>
                  <a:noFill/>
                </a:ln>
                <a:solidFill>
                  <a:srgbClr val="191C1E"/>
                </a:solidFill>
                <a:effectLst/>
                <a:uLnTx/>
                <a:uFillTx/>
                <a:latin typeface="Tahoma" panose="020B0604030504040204" pitchFamily="34" charset="0"/>
                <a:ea typeface="+mn-ea"/>
                <a:cs typeface="Tahoma" panose="020B0604030504040204" pitchFamily="34" charset="0"/>
                <a:sym typeface="+mn-lt"/>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APAC</a:t>
            </a:fld>
            <a:endParaRPr kumimoji="0" lang="en-US" sz="1400" b="0" i="0" u="none" strike="noStrike" kern="1200" cap="none" spc="0" normalizeH="0" baseline="0" noProof="0">
              <a:ln>
                <a:noFill/>
              </a:ln>
              <a:solidFill>
                <a:srgbClr val="191C1E"/>
              </a:solidFill>
              <a:effectLst/>
              <a:uLnTx/>
              <a:uFillTx/>
              <a:latin typeface="Tahoma" panose="020B0604030504040204" pitchFamily="34" charset="0"/>
              <a:ea typeface="+mn-ea"/>
              <a:cs typeface="Tahoma" panose="020B0604030504040204" pitchFamily="34" charset="0"/>
              <a:sym typeface="+mn-lt"/>
            </a:endParaRPr>
          </a:p>
        </p:txBody>
      </p:sp>
      <p:sp>
        <p:nvSpPr>
          <p:cNvPr id="18" name="Text Placeholder 2">
            <a:extLst>
              <a:ext uri="{FF2B5EF4-FFF2-40B4-BE49-F238E27FC236}">
                <a16:creationId xmlns:a16="http://schemas.microsoft.com/office/drawing/2014/main" id="{68FF1FE3-B126-EF32-C423-83D329312228}"/>
              </a:ext>
            </a:extLst>
          </p:cNvPr>
          <p:cNvSpPr txBox="1">
            <a:spLocks/>
          </p:cNvSpPr>
          <p:nvPr>
            <p:custDataLst>
              <p:tags r:id="rId11"/>
            </p:custDataLst>
          </p:nvPr>
        </p:nvSpPr>
        <p:spPr bwMode="auto">
          <a:xfrm>
            <a:off x="1625600" y="5667375"/>
            <a:ext cx="4429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800" b="0" kern="1200" dirty="0">
                <a:solidFill>
                  <a:schemeClr val="tx1"/>
                </a:solidFill>
                <a:latin typeface="+mj-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247A999-A9C8-470F-B9C8-C488DA786993}" type="datetime'''E''''''''''M''E''''''''''''''''''''''''''A'''''''''''">
              <a:rPr kumimoji="0" lang="en-US" altLang="en-US" sz="1400" b="0" i="0" u="none" strike="noStrike" kern="1200" cap="none" spc="0" normalizeH="0" baseline="0" noProof="0" smtClean="0">
                <a:ln>
                  <a:noFill/>
                </a:ln>
                <a:solidFill>
                  <a:srgbClr val="191C1E"/>
                </a:solidFill>
                <a:effectLst/>
                <a:uLnTx/>
                <a:uFillTx/>
                <a:latin typeface="Tahoma" panose="020B0604030504040204" pitchFamily="34" charset="0"/>
                <a:ea typeface="+mn-ea"/>
                <a:cs typeface="Tahoma" panose="020B0604030504040204" pitchFamily="34" charset="0"/>
                <a:sym typeface="+mn-lt"/>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EMEA</a:t>
            </a:fld>
            <a:endParaRPr kumimoji="0" lang="en-US" sz="1400" b="0" i="0" u="none" strike="noStrike" kern="1200" cap="none" spc="0" normalizeH="0" baseline="0" noProof="0">
              <a:ln>
                <a:noFill/>
              </a:ln>
              <a:solidFill>
                <a:srgbClr val="191C1E"/>
              </a:solidFill>
              <a:effectLst/>
              <a:uLnTx/>
              <a:uFillTx/>
              <a:latin typeface="Tahoma" panose="020B0604030504040204" pitchFamily="34" charset="0"/>
              <a:ea typeface="+mn-ea"/>
              <a:cs typeface="Tahoma" panose="020B0604030504040204" pitchFamily="34" charset="0"/>
              <a:sym typeface="+mn-lt"/>
            </a:endParaRPr>
          </a:p>
        </p:txBody>
      </p:sp>
      <p:sp>
        <p:nvSpPr>
          <p:cNvPr id="20" name="Text Placeholder 2">
            <a:extLst>
              <a:ext uri="{FF2B5EF4-FFF2-40B4-BE49-F238E27FC236}">
                <a16:creationId xmlns:a16="http://schemas.microsoft.com/office/drawing/2014/main" id="{3F095C19-62FC-07C6-506E-EFC4BB3E78D5}"/>
              </a:ext>
            </a:extLst>
          </p:cNvPr>
          <p:cNvSpPr txBox="1">
            <a:spLocks/>
          </p:cNvSpPr>
          <p:nvPr>
            <p:custDataLst>
              <p:tags r:id="rId12"/>
            </p:custDataLst>
          </p:nvPr>
        </p:nvSpPr>
        <p:spPr bwMode="auto">
          <a:xfrm>
            <a:off x="2413000" y="5667375"/>
            <a:ext cx="7096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800" b="0" kern="1200" dirty="0">
                <a:solidFill>
                  <a:schemeClr val="tx1"/>
                </a:solidFill>
                <a:latin typeface="+mj-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34798DB6-72D4-4850-BF83-EBF23D2A5F7E}" type="datetime'''''''''''''''''''''''''''''''''''A''''m''e''''''ri''''ca''s'">
              <a:rPr kumimoji="0" lang="en-US" altLang="en-US" sz="1400" b="0" i="0" u="none" strike="noStrike" kern="1200" cap="none" spc="0" normalizeH="0" baseline="0" noProof="0" smtClean="0">
                <a:ln>
                  <a:noFill/>
                </a:ln>
                <a:solidFill>
                  <a:srgbClr val="191C1E"/>
                </a:solidFill>
                <a:effectLst/>
                <a:uLnTx/>
                <a:uFillTx/>
                <a:latin typeface="Tahoma" panose="020B0604030504040204" pitchFamily="34" charset="0"/>
                <a:ea typeface="+mn-ea"/>
                <a:cs typeface="Tahoma" panose="020B0604030504040204" pitchFamily="34" charset="0"/>
                <a:sym typeface="+mn-lt"/>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Americas</a:t>
            </a:fld>
            <a:endParaRPr kumimoji="0" lang="en-US" sz="1400" b="0" i="0" u="none" strike="noStrike" kern="1200" cap="none" spc="0" normalizeH="0" baseline="0" noProof="0">
              <a:ln>
                <a:noFill/>
              </a:ln>
              <a:solidFill>
                <a:srgbClr val="191C1E"/>
              </a:solidFill>
              <a:effectLst/>
              <a:uLnTx/>
              <a:uFillTx/>
              <a:latin typeface="Tahoma" panose="020B0604030504040204" pitchFamily="34" charset="0"/>
              <a:ea typeface="+mn-ea"/>
              <a:cs typeface="Tahoma" panose="020B0604030504040204" pitchFamily="34" charset="0"/>
              <a:sym typeface="+mn-lt"/>
            </a:endParaRPr>
          </a:p>
        </p:txBody>
      </p:sp>
      <p:sp>
        <p:nvSpPr>
          <p:cNvPr id="109" name="TextBox 108">
            <a:extLst>
              <a:ext uri="{FF2B5EF4-FFF2-40B4-BE49-F238E27FC236}">
                <a16:creationId xmlns:a16="http://schemas.microsoft.com/office/drawing/2014/main" id="{7594375C-2CCF-6504-2C73-B31EAE4BB531}"/>
              </a:ext>
            </a:extLst>
          </p:cNvPr>
          <p:cNvSpPr txBox="1">
            <a:spLocks/>
          </p:cNvSpPr>
          <p:nvPr/>
        </p:nvSpPr>
        <p:spPr>
          <a:xfrm>
            <a:off x="4823460" y="3481922"/>
            <a:ext cx="6793765" cy="38090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IN" sz="1400" dirty="0"/>
              <a:t>APAC based Commercial bank widely regarded as the regional reference point for SME banking, with one of APAC's most advanced data/AI platforms</a:t>
            </a:r>
            <a:endParaRPr kumimoji="0" lang="en-US" sz="14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cxnSp>
        <p:nvCxnSpPr>
          <p:cNvPr id="110" name="Straight Connector 109">
            <a:extLst>
              <a:ext uri="{FF2B5EF4-FFF2-40B4-BE49-F238E27FC236}">
                <a16:creationId xmlns:a16="http://schemas.microsoft.com/office/drawing/2014/main" id="{64CF8112-AB2F-6936-3149-EC01C0D5EE14}"/>
              </a:ext>
            </a:extLst>
          </p:cNvPr>
          <p:cNvCxnSpPr>
            <a:cxnSpLocks/>
          </p:cNvCxnSpPr>
          <p:nvPr/>
        </p:nvCxnSpPr>
        <p:spPr>
          <a:xfrm>
            <a:off x="4830122" y="3381102"/>
            <a:ext cx="678709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5. Source">
            <a:extLst>
              <a:ext uri="{FF2B5EF4-FFF2-40B4-BE49-F238E27FC236}">
                <a16:creationId xmlns:a16="http://schemas.microsoft.com/office/drawing/2014/main" id="{3DDE82E5-9E58-2275-039F-034B8C138EE4}"/>
              </a:ext>
            </a:extLst>
          </p:cNvPr>
          <p:cNvSpPr txBox="1">
            <a:spLocks/>
          </p:cNvSpPr>
          <p:nvPr>
            <p:custDataLst>
              <p:tags r:id="rId13"/>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Source: PASHA Bank Tech &amp; AI Quotient Survey</a:t>
            </a:r>
          </a:p>
        </p:txBody>
      </p:sp>
    </p:spTree>
    <p:custDataLst>
      <p:tags r:id="rId1"/>
    </p:custDataLst>
    <p:extLst>
      <p:ext uri="{BB962C8B-B14F-4D97-AF65-F5344CB8AC3E}">
        <p14:creationId xmlns:p14="http://schemas.microsoft.com/office/powerpoint/2010/main" val="1386111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DE028-1C91-6E1F-66CD-4B5D571D83B9}"/>
            </a:ext>
          </a:extLst>
        </p:cNvPr>
        <p:cNvGrpSpPr/>
        <p:nvPr/>
      </p:nvGrpSpPr>
      <p:grpSpPr>
        <a:xfrm>
          <a:off x="0" y="0"/>
          <a:ext cx="0" cy="0"/>
          <a:chOff x="0" y="0"/>
          <a:chExt cx="0" cy="0"/>
        </a:xfrm>
      </p:grpSpPr>
      <p:graphicFrame>
        <p:nvGraphicFramePr>
          <p:cNvPr id="52" name="Object 51" hidden="1">
            <a:extLst>
              <a:ext uri="{FF2B5EF4-FFF2-40B4-BE49-F238E27FC236}">
                <a16:creationId xmlns:a16="http://schemas.microsoft.com/office/drawing/2014/main" id="{B5B43AD7-F137-6B90-926D-586E0B060AC0}"/>
              </a:ext>
            </a:extLst>
          </p:cNvPr>
          <p:cNvGraphicFramePr>
            <a:graphicFrameLocks noChangeAspect="1"/>
          </p:cNvGraphicFramePr>
          <p:nvPr>
            <p:custDataLst>
              <p:tags r:id="rId2"/>
            </p:custDataLst>
            <p:extLst>
              <p:ext uri="{D42A27DB-BD31-4B8C-83A1-F6EECF244321}">
                <p14:modId xmlns:p14="http://schemas.microsoft.com/office/powerpoint/2010/main" val="4160384051"/>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52" name="Object 51" hidden="1">
                        <a:extLst>
                          <a:ext uri="{FF2B5EF4-FFF2-40B4-BE49-F238E27FC236}">
                            <a16:creationId xmlns:a16="http://schemas.microsoft.com/office/drawing/2014/main" id="{B5B43AD7-F137-6B90-926D-586E0B060AC0}"/>
                          </a:ext>
                        </a:extLst>
                      </p:cNvPr>
                      <p:cNvPicPr/>
                      <p:nvPr/>
                    </p:nvPicPr>
                    <p:blipFill>
                      <a:blip r:embed="rId11"/>
                      <a:stretch>
                        <a:fillRect/>
                      </a:stretch>
                    </p:blipFill>
                    <p:spPr>
                      <a:xfrm>
                        <a:off x="1525892" y="1622"/>
                        <a:ext cx="1619" cy="1619"/>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F3568B4-1799-9EBB-B370-F85D09060B3D}"/>
              </a:ext>
            </a:extLst>
          </p:cNvPr>
          <p:cNvSpPr/>
          <p:nvPr>
            <p:custDataLst>
              <p:tags r:id="rId3"/>
            </p:custDataLst>
          </p:nvPr>
        </p:nvSpPr>
        <p:spPr bwMode="auto">
          <a:xfrm>
            <a:off x="1524270" y="1"/>
            <a:ext cx="161974" cy="161974"/>
          </a:xfrm>
          <a:prstGeom prst="rect">
            <a:avLst/>
          </a:prstGeom>
          <a:solidFill>
            <a:schemeClr val="accent1"/>
          </a:solid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23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22" name="4. Footnote">
            <a:extLst>
              <a:ext uri="{FF2B5EF4-FFF2-40B4-BE49-F238E27FC236}">
                <a16:creationId xmlns:a16="http://schemas.microsoft.com/office/drawing/2014/main" id="{FFB0CB8C-FD9A-E8BC-9BA4-191A0285B3CC}"/>
              </a:ext>
            </a:extLst>
          </p:cNvPr>
          <p:cNvSpPr txBox="1">
            <a:spLocks noChangeArrowheads="1"/>
          </p:cNvSpPr>
          <p:nvPr/>
        </p:nvSpPr>
        <p:spPr bwMode="auto">
          <a:xfrm>
            <a:off x="554736" y="6330793"/>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15" name="2. Slide Title">
            <a:extLst>
              <a:ext uri="{FF2B5EF4-FFF2-40B4-BE49-F238E27FC236}">
                <a16:creationId xmlns:a16="http://schemas.microsoft.com/office/drawing/2014/main" id="{040D0469-33A1-5876-89B2-92AB94A20544}"/>
              </a:ext>
            </a:extLst>
          </p:cNvPr>
          <p:cNvSpPr>
            <a:spLocks noGrp="1"/>
          </p:cNvSpPr>
          <p:nvPr>
            <p:ph type="title"/>
            <p:custDataLst>
              <p:tags r:id="rId4"/>
            </p:custDataLst>
          </p:nvPr>
        </p:nvSpPr>
        <p:spPr/>
        <p:txBody>
          <a:bodyPr vert="horz">
            <a:noAutofit/>
          </a:bodyPr>
          <a:lstStyle/>
          <a:p>
            <a:r>
              <a:rPr lang="en-AU" sz="2300" dirty="0">
                <a:solidFill>
                  <a:schemeClr val="tx1"/>
                </a:solidFill>
              </a:rPr>
              <a:t>PASHA Bank’s Tech &amp; AI maturity is perceived to be at an early stage, trailing both banking peer average and leaders</a:t>
            </a:r>
            <a:endParaRPr lang="en-US" sz="2300" dirty="0"/>
          </a:p>
        </p:txBody>
      </p:sp>
      <p:grpSp>
        <p:nvGrpSpPr>
          <p:cNvPr id="17" name="Group 16">
            <a:extLst>
              <a:ext uri="{FF2B5EF4-FFF2-40B4-BE49-F238E27FC236}">
                <a16:creationId xmlns:a16="http://schemas.microsoft.com/office/drawing/2014/main" id="{20701D41-2062-3A9C-EDCB-15E00B253B0A}"/>
              </a:ext>
            </a:extLst>
          </p:cNvPr>
          <p:cNvGrpSpPr/>
          <p:nvPr/>
        </p:nvGrpSpPr>
        <p:grpSpPr>
          <a:xfrm>
            <a:off x="4820767" y="1341129"/>
            <a:ext cx="4107159" cy="183600"/>
            <a:chOff x="7382217" y="1044982"/>
            <a:chExt cx="4107159" cy="183600"/>
          </a:xfrm>
        </p:grpSpPr>
        <p:sp>
          <p:nvSpPr>
            <p:cNvPr id="18" name="TextBox 17">
              <a:extLst>
                <a:ext uri="{FF2B5EF4-FFF2-40B4-BE49-F238E27FC236}">
                  <a16:creationId xmlns:a16="http://schemas.microsoft.com/office/drawing/2014/main" id="{26BDF8A7-C950-70F2-A8C0-71A8DE25AAAE}"/>
                </a:ext>
              </a:extLst>
            </p:cNvPr>
            <p:cNvSpPr txBox="1"/>
            <p:nvPr/>
          </p:nvSpPr>
          <p:spPr>
            <a:xfrm>
              <a:off x="8290537" y="1059838"/>
              <a:ext cx="761106"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Experimenter</a:t>
              </a:r>
            </a:p>
          </p:txBody>
        </p:sp>
        <p:sp>
          <p:nvSpPr>
            <p:cNvPr id="19" name="Rectangle 18">
              <a:extLst>
                <a:ext uri="{FF2B5EF4-FFF2-40B4-BE49-F238E27FC236}">
                  <a16:creationId xmlns:a16="http://schemas.microsoft.com/office/drawing/2014/main" id="{F536A0A5-ADE1-433C-53D2-09EC6EA924CA}"/>
                </a:ext>
              </a:extLst>
            </p:cNvPr>
            <p:cNvSpPr/>
            <p:nvPr/>
          </p:nvSpPr>
          <p:spPr>
            <a:xfrm>
              <a:off x="8069025" y="1044982"/>
              <a:ext cx="183600" cy="183600"/>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0" name="TextBox 19">
              <a:extLst>
                <a:ext uri="{FF2B5EF4-FFF2-40B4-BE49-F238E27FC236}">
                  <a16:creationId xmlns:a16="http://schemas.microsoft.com/office/drawing/2014/main" id="{DBEB87CF-4A3E-277B-865F-BD16D7E9B37C}"/>
                </a:ext>
              </a:extLst>
            </p:cNvPr>
            <p:cNvSpPr txBox="1"/>
            <p:nvPr/>
          </p:nvSpPr>
          <p:spPr>
            <a:xfrm>
              <a:off x="9463354" y="1059838"/>
              <a:ext cx="491801"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Emerger</a:t>
              </a:r>
            </a:p>
          </p:txBody>
        </p:sp>
        <p:sp>
          <p:nvSpPr>
            <p:cNvPr id="21" name="Rectangle 20">
              <a:extLst>
                <a:ext uri="{FF2B5EF4-FFF2-40B4-BE49-F238E27FC236}">
                  <a16:creationId xmlns:a16="http://schemas.microsoft.com/office/drawing/2014/main" id="{45074C24-6CA9-8B6C-059F-B9965E4A5F11}"/>
                </a:ext>
              </a:extLst>
            </p:cNvPr>
            <p:cNvSpPr/>
            <p:nvPr/>
          </p:nvSpPr>
          <p:spPr>
            <a:xfrm>
              <a:off x="9241841" y="1044982"/>
              <a:ext cx="183600" cy="183600"/>
            </a:xfrm>
            <a:prstGeom prst="rect">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6" name="TextBox 25">
              <a:extLst>
                <a:ext uri="{FF2B5EF4-FFF2-40B4-BE49-F238E27FC236}">
                  <a16:creationId xmlns:a16="http://schemas.microsoft.com/office/drawing/2014/main" id="{654F3F62-153E-5D18-899F-7D548A205EB1}"/>
                </a:ext>
              </a:extLst>
            </p:cNvPr>
            <p:cNvSpPr txBox="1"/>
            <p:nvPr/>
          </p:nvSpPr>
          <p:spPr>
            <a:xfrm>
              <a:off x="10312364" y="1059838"/>
              <a:ext cx="342723"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Scaler</a:t>
              </a:r>
            </a:p>
          </p:txBody>
        </p:sp>
        <p:sp>
          <p:nvSpPr>
            <p:cNvPr id="28" name="Rectangle 27">
              <a:extLst>
                <a:ext uri="{FF2B5EF4-FFF2-40B4-BE49-F238E27FC236}">
                  <a16:creationId xmlns:a16="http://schemas.microsoft.com/office/drawing/2014/main" id="{877A06F0-14AA-96DC-B9EA-560B7783EF32}"/>
                </a:ext>
              </a:extLst>
            </p:cNvPr>
            <p:cNvSpPr/>
            <p:nvPr/>
          </p:nvSpPr>
          <p:spPr>
            <a:xfrm>
              <a:off x="10090851" y="1044982"/>
              <a:ext cx="183600" cy="183600"/>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9" name="TextBox 28">
              <a:extLst>
                <a:ext uri="{FF2B5EF4-FFF2-40B4-BE49-F238E27FC236}">
                  <a16:creationId xmlns:a16="http://schemas.microsoft.com/office/drawing/2014/main" id="{2761AFD6-C477-4D61-190F-BEF77D00D8D2}"/>
                </a:ext>
              </a:extLst>
            </p:cNvPr>
            <p:cNvSpPr txBox="1"/>
            <p:nvPr/>
          </p:nvSpPr>
          <p:spPr>
            <a:xfrm>
              <a:off x="7382217" y="1059838"/>
              <a:ext cx="557525"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Maturity</a:t>
              </a:r>
              <a:r>
                <a:rPr kumimoji="0" lang="en-US" sz="10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rPr>
                <a:t>1</a:t>
              </a: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t>
              </a:r>
            </a:p>
          </p:txBody>
        </p:sp>
        <p:sp>
          <p:nvSpPr>
            <p:cNvPr id="30" name="TextBox 29">
              <a:extLst>
                <a:ext uri="{FF2B5EF4-FFF2-40B4-BE49-F238E27FC236}">
                  <a16:creationId xmlns:a16="http://schemas.microsoft.com/office/drawing/2014/main" id="{1A97CECD-01B4-B95C-C86D-76B0F1EFF300}"/>
                </a:ext>
              </a:extLst>
            </p:cNvPr>
            <p:cNvSpPr txBox="1"/>
            <p:nvPr/>
          </p:nvSpPr>
          <p:spPr>
            <a:xfrm>
              <a:off x="11092151" y="1059838"/>
              <a:ext cx="397225"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Leader</a:t>
              </a:r>
            </a:p>
          </p:txBody>
        </p:sp>
        <p:sp>
          <p:nvSpPr>
            <p:cNvPr id="31" name="Rectangle 30">
              <a:extLst>
                <a:ext uri="{FF2B5EF4-FFF2-40B4-BE49-F238E27FC236}">
                  <a16:creationId xmlns:a16="http://schemas.microsoft.com/office/drawing/2014/main" id="{BC640C32-1453-BF0C-4C7A-52E2D475A1DD}"/>
                </a:ext>
              </a:extLst>
            </p:cNvPr>
            <p:cNvSpPr/>
            <p:nvPr/>
          </p:nvSpPr>
          <p:spPr>
            <a:xfrm>
              <a:off x="10870637" y="1044982"/>
              <a:ext cx="183600" cy="183600"/>
            </a:xfrm>
            <a:prstGeom prst="rect">
              <a:avLst/>
            </a:prstGeom>
            <a:solidFill>
              <a:srgbClr val="11502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grpSp>
      <p:sp>
        <p:nvSpPr>
          <p:cNvPr id="32" name="TextBox 31">
            <a:extLst>
              <a:ext uri="{FF2B5EF4-FFF2-40B4-BE49-F238E27FC236}">
                <a16:creationId xmlns:a16="http://schemas.microsoft.com/office/drawing/2014/main" id="{CDED2141-4AEE-2A5F-6549-F64C9A6CAFB0}"/>
              </a:ext>
            </a:extLst>
          </p:cNvPr>
          <p:cNvSpPr txBox="1">
            <a:spLocks/>
          </p:cNvSpPr>
          <p:nvPr/>
        </p:nvSpPr>
        <p:spPr bwMode="gray">
          <a:xfrm>
            <a:off x="554736" y="1325406"/>
            <a:ext cx="8379291" cy="215444"/>
          </a:xfrm>
          <a:prstGeom prst="rect">
            <a:avLst/>
          </a:prstGeom>
        </p:spPr>
        <p:txBody>
          <a:bodyPr vert="horz" wrap="none" lIns="0" tIns="0" rIns="0" bIns="0" rtlCol="0" anchor="b">
            <a:noAutofit/>
          </a:bodyPr>
          <a:lstStyle>
            <a:lvl1pPr marL="0" lvl="0" indent="0" defTabSz="1193860" eaLnBrk="1" latinLnBrk="0" hangingPunct="1">
              <a:spcBef>
                <a:spcPts val="600"/>
              </a:spcBef>
              <a:spcAft>
                <a:spcPts val="600"/>
              </a:spcAft>
              <a:buClr>
                <a:schemeClr val="tx2"/>
              </a:buClr>
              <a:buSzTx/>
              <a:defRPr lang="x-none" b="1" baseline="0">
                <a:latin typeface="+mn-lt"/>
              </a:defRPr>
            </a:lvl1pPr>
            <a:lvl2pPr marL="2116" lvl="1" indent="0" defTabSz="1193860" eaLnBrk="1" latinLnBrk="0" hangingPunct="1">
              <a:spcBef>
                <a:spcPts val="600"/>
              </a:spcBef>
              <a:spcAft>
                <a:spcPts val="600"/>
              </a:spcAft>
              <a:buClr>
                <a:schemeClr val="tx2"/>
              </a:buClr>
              <a:buSzPct val="125000"/>
              <a:buFontTx/>
              <a:buNone/>
              <a:defRPr lang="x-none" b="0" baseline="0">
                <a:solidFill>
                  <a:schemeClr val="accent6"/>
                </a:solidFill>
                <a:latin typeface="+mn-lt"/>
              </a:defRPr>
            </a:lvl2pPr>
            <a:lvl3pPr marL="168275" lvl="2" indent="-168275" defTabSz="1193860" eaLnBrk="1" latinLnBrk="0" hangingPunct="1">
              <a:spcAft>
                <a:spcPts val="600"/>
              </a:spcAft>
              <a:buClrTx/>
              <a:buSzTx/>
              <a:buFont typeface="Arial" pitchFamily="34" charset="0"/>
              <a:buChar char="•"/>
              <a:defRPr lang="x-none" baseline="0">
                <a:solidFill>
                  <a:schemeClr val="accent6"/>
                </a:solidFill>
                <a:latin typeface="+mn-lt"/>
              </a:defRPr>
            </a:lvl3pPr>
            <a:lvl4pPr marL="350838" lvl="3" indent="-182563" defTabSz="1193860" eaLnBrk="1" latinLnBrk="0" hangingPunct="1">
              <a:spcAft>
                <a:spcPts val="600"/>
              </a:spcAft>
              <a:buClr>
                <a:schemeClr val="accent6"/>
              </a:buClr>
              <a:buSzTx/>
              <a:buFont typeface="Arial" pitchFamily="34" charset="0"/>
              <a:buChar char="•"/>
              <a:defRPr lang="x-none" baseline="0">
                <a:solidFill>
                  <a:schemeClr val="accent6"/>
                </a:solidFill>
                <a:latin typeface="+mn-lt"/>
              </a:defRPr>
            </a:lvl4pPr>
            <a:lvl5pPr marL="579438" lvl="4" indent="-228600" defTabSz="1193860" eaLnBrk="1" latinLnBrk="0" hangingPunct="1">
              <a:spcAft>
                <a:spcPts val="600"/>
              </a:spcAft>
              <a:buClr>
                <a:schemeClr val="accent6"/>
              </a:buClr>
              <a:buSzTx/>
              <a:buFont typeface="Times New Roman" panose="02020603050405020304" pitchFamily="18" charset="0"/>
              <a:buChar char="─"/>
              <a:defRPr lang="x-none" baseline="0">
                <a:solidFill>
                  <a:schemeClr val="accent6"/>
                </a:solidFill>
                <a:latin typeface="+mn-lt"/>
              </a:defRPr>
            </a:lvl5pPr>
            <a:lvl6pPr marL="999794" indent="-173575" defTabSz="1193860" fontAlgn="base">
              <a:spcBef>
                <a:spcPct val="0"/>
              </a:spcBef>
              <a:spcAft>
                <a:spcPct val="0"/>
              </a:spcAft>
              <a:buClr>
                <a:schemeClr val="tx2"/>
              </a:buClr>
              <a:buSzPct val="89000"/>
              <a:buFont typeface="Arial"/>
              <a:buChar char="-"/>
              <a:defRPr lang="x-none" sz="2133" baseline="0">
                <a:latin typeface="+mn-lt"/>
              </a:defRPr>
            </a:lvl6pPr>
            <a:lvl7pPr marL="999794" indent="-173575" defTabSz="1193860" fontAlgn="base">
              <a:spcBef>
                <a:spcPct val="0"/>
              </a:spcBef>
              <a:spcAft>
                <a:spcPct val="0"/>
              </a:spcAft>
              <a:buClr>
                <a:schemeClr val="tx2"/>
              </a:buClr>
              <a:buSzPct val="89000"/>
              <a:buFont typeface="Arial"/>
              <a:buChar char="-"/>
              <a:defRPr lang="x-none" sz="2133" baseline="0">
                <a:latin typeface="+mn-lt"/>
              </a:defRPr>
            </a:lvl7pPr>
            <a:lvl8pPr marL="999794" indent="-173575" defTabSz="1193860" fontAlgn="base">
              <a:spcBef>
                <a:spcPct val="0"/>
              </a:spcBef>
              <a:spcAft>
                <a:spcPct val="0"/>
              </a:spcAft>
              <a:buClr>
                <a:schemeClr val="tx2"/>
              </a:buClr>
              <a:buSzPct val="89000"/>
              <a:buFont typeface="Arial"/>
              <a:buChar char="-"/>
              <a:defRPr lang="x-none" sz="2133" baseline="0">
                <a:latin typeface="+mn-lt"/>
              </a:defRPr>
            </a:lvl8pPr>
            <a:lvl9pPr marL="999794" indent="-173575" defTabSz="1193860" fontAlgn="base">
              <a:spcBef>
                <a:spcPct val="0"/>
              </a:spcBef>
              <a:spcAft>
                <a:spcPct val="0"/>
              </a:spcAft>
              <a:buClr>
                <a:schemeClr val="tx2"/>
              </a:buClr>
              <a:buSzPct val="89000"/>
              <a:buFont typeface="Arial"/>
              <a:buChar char="-"/>
              <a:defRPr lang="x-none" sz="2133" baseline="0">
                <a:latin typeface="+mn-lt"/>
              </a:defRPr>
            </a:lvl9pPr>
          </a:lstStyle>
          <a:p>
            <a:pPr marL="0" marR="0" lvl="0" indent="0" algn="l" defTabSz="1193860" rtl="0" eaLnBrk="1" fontAlgn="auto" latinLnBrk="0" hangingPunct="1">
              <a:lnSpc>
                <a:spcPct val="100000"/>
              </a:lnSpc>
              <a:spcBef>
                <a:spcPts val="600"/>
              </a:spcBef>
              <a:spcAft>
                <a:spcPts val="600"/>
              </a:spcAft>
              <a:buClr>
                <a:srgbClr val="0065BD"/>
              </a:buClr>
              <a:buSzTx/>
              <a:buFontTx/>
              <a:buNone/>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Distribution of AIQ score (out of 100)</a:t>
            </a:r>
          </a:p>
        </p:txBody>
      </p:sp>
      <p:cxnSp>
        <p:nvCxnSpPr>
          <p:cNvPr id="35" name="LineBasicDefault 13">
            <a:extLst>
              <a:ext uri="{FF2B5EF4-FFF2-40B4-BE49-F238E27FC236}">
                <a16:creationId xmlns:a16="http://schemas.microsoft.com/office/drawing/2014/main" id="{117D7A37-DEFF-8550-7195-D7E2035854D8}"/>
              </a:ext>
            </a:extLst>
          </p:cNvPr>
          <p:cNvCxnSpPr>
            <a:cxnSpLocks/>
          </p:cNvCxnSpPr>
          <p:nvPr>
            <p:custDataLst>
              <p:tags r:id="rId5"/>
            </p:custDataLst>
          </p:nvPr>
        </p:nvCxnSpPr>
        <p:spPr>
          <a:xfrm>
            <a:off x="554736" y="1591385"/>
            <a:ext cx="8379291" cy="0"/>
          </a:xfrm>
          <a:prstGeom prst="straightConnector1">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E42C293-5942-1049-2D08-6FDFAED0B75A}"/>
              </a:ext>
            </a:extLst>
          </p:cNvPr>
          <p:cNvSpPr txBox="1">
            <a:spLocks/>
          </p:cNvSpPr>
          <p:nvPr/>
        </p:nvSpPr>
        <p:spPr>
          <a:xfrm>
            <a:off x="9286892" y="1350517"/>
            <a:ext cx="2333608" cy="21544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None/>
              <a:defRPr lang="en-US" sz="1400" dirty="0">
                <a:cs typeface="Arial" panose="020B0604020202020204" pitchFamily="34" charset="0"/>
              </a:defRPr>
            </a:lvl1pPr>
            <a:lvl2pPr marL="179388" lvl="1" indent="-176213">
              <a:lnSpc>
                <a:spcPct val="100000"/>
              </a:lnSpc>
              <a:spcBef>
                <a:spcPts val="0"/>
              </a:spcBef>
              <a:spcAft>
                <a:spcPts val="300"/>
              </a:spcAft>
              <a:buClr>
                <a:schemeClr val="tx1"/>
              </a:buClr>
              <a:buSzPct val="110000"/>
              <a:buFont typeface="Wingdings" panose="05000000000000000000" pitchFamily="2" charset="2"/>
              <a:buChar char=""/>
              <a:defRPr lang="en-US" sz="1400" dirty="0"/>
            </a:lvl2pPr>
            <a:lvl3pPr marL="358775" lvl="2" indent="-179388">
              <a:lnSpc>
                <a:spcPct val="100000"/>
              </a:lnSpc>
              <a:spcBef>
                <a:spcPts val="0"/>
              </a:spcBef>
              <a:spcAft>
                <a:spcPts val="300"/>
              </a:spcAft>
              <a:buClr>
                <a:schemeClr val="tx1"/>
              </a:buClr>
              <a:buSzPct val="110000"/>
              <a:buFont typeface="Arial" panose="020B0604020202020204" pitchFamily="34" charset="0"/>
              <a:buChar char="‒"/>
              <a:defRPr lang="en-US" sz="14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4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4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Key Insights</a:t>
            </a:r>
          </a:p>
        </p:txBody>
      </p:sp>
      <p:cxnSp>
        <p:nvCxnSpPr>
          <p:cNvPr id="42" name="LineBasicDefault 13">
            <a:extLst>
              <a:ext uri="{FF2B5EF4-FFF2-40B4-BE49-F238E27FC236}">
                <a16:creationId xmlns:a16="http://schemas.microsoft.com/office/drawing/2014/main" id="{5182D5AA-9FED-020A-8847-0E46A11ABC6A}"/>
              </a:ext>
            </a:extLst>
          </p:cNvPr>
          <p:cNvCxnSpPr>
            <a:cxnSpLocks/>
          </p:cNvCxnSpPr>
          <p:nvPr>
            <p:custDataLst>
              <p:tags r:id="rId6"/>
            </p:custDataLst>
          </p:nvPr>
        </p:nvCxnSpPr>
        <p:spPr>
          <a:xfrm>
            <a:off x="9286892" y="1591385"/>
            <a:ext cx="2333608" cy="0"/>
          </a:xfrm>
          <a:prstGeom prst="straightConnector1">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B2D84CA-2339-6440-50AB-CB998823E701}"/>
              </a:ext>
            </a:extLst>
          </p:cNvPr>
          <p:cNvCxnSpPr>
            <a:cxnSpLocks/>
          </p:cNvCxnSpPr>
          <p:nvPr/>
        </p:nvCxnSpPr>
        <p:spPr>
          <a:xfrm>
            <a:off x="9107408" y="1520147"/>
            <a:ext cx="0" cy="4271381"/>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F90774BC-4CFA-463C-B8CB-9DFDC4E1F637}"/>
              </a:ext>
            </a:extLst>
          </p:cNvPr>
          <p:cNvSpPr txBox="1">
            <a:spLocks/>
          </p:cNvSpPr>
          <p:nvPr/>
        </p:nvSpPr>
        <p:spPr>
          <a:xfrm>
            <a:off x="9286892" y="1641699"/>
            <a:ext cx="2333608" cy="409226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marR="0" lvl="0" indent="-285750" algn="l" defTabSz="914400" rtl="0" eaLnBrk="1" fontAlgn="auto" latinLnBrk="0" hangingPunct="1">
              <a:lnSpc>
                <a:spcPct val="100000"/>
              </a:lnSpc>
              <a:spcBef>
                <a:spcPts val="300"/>
              </a:spcBef>
              <a:spcAft>
                <a:spcPts val="300"/>
              </a:spcAft>
              <a:buClr>
                <a:srgbClr val="111918"/>
              </a:buClr>
              <a:buSzPct val="100000"/>
              <a:buFont typeface="Arial" panose="020B0604020202020204" pitchFamily="34" charset="0"/>
              <a:buChar char="•"/>
              <a:tabLst/>
              <a:defRPr/>
            </a:pPr>
            <a:r>
              <a:rPr lang="en-US" sz="1400" dirty="0">
                <a:solidFill>
                  <a:srgbClr val="111918"/>
                </a:solidFill>
                <a:latin typeface="Tahoma"/>
                <a:cs typeface="Tahoma" panose="020B0604030504040204" pitchFamily="34" charset="0"/>
              </a:rPr>
              <a:t>PASHA Bank</a:t>
            </a: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’s AIQ score </a:t>
            </a: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sits below both banking peers</a:t>
            </a: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 and cross-sector averages, indicating </a:t>
            </a: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early-stage maturity </a:t>
            </a:r>
          </a:p>
          <a:p>
            <a:pPr marL="285750" marR="0" lvl="0" indent="-285750" algn="l" defTabSz="914400" rtl="0" eaLnBrk="1" fontAlgn="auto" latinLnBrk="0" hangingPunct="1">
              <a:lnSpc>
                <a:spcPct val="100000"/>
              </a:lnSpc>
              <a:spcBef>
                <a:spcPts val="300"/>
              </a:spcBef>
              <a:spcAft>
                <a:spcPts val="300"/>
              </a:spcAft>
              <a:buClr>
                <a:srgbClr val="111918"/>
              </a:buClr>
              <a:buSzPct val="100000"/>
              <a:buFont typeface="Arial" panose="020B0604020202020204" pitchFamily="34" charset="0"/>
              <a:buChar char="•"/>
              <a:tabLst/>
              <a:defRPr/>
            </a:pP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The </a:t>
            </a: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gap to top performing banking peers remains significant</a:t>
            </a: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 highlighting headroom to scale Tech &amp; AI impact </a:t>
            </a:r>
          </a:p>
          <a:p>
            <a:pPr marL="285750" marR="0" lvl="0" indent="-285750" algn="l" defTabSz="914400" rtl="0" eaLnBrk="1" fontAlgn="auto" latinLnBrk="0" hangingPunct="1">
              <a:lnSpc>
                <a:spcPct val="100000"/>
              </a:lnSpc>
              <a:spcBef>
                <a:spcPts val="300"/>
              </a:spcBef>
              <a:spcAft>
                <a:spcPts val="300"/>
              </a:spcAft>
              <a:buClr>
                <a:srgbClr val="111918"/>
              </a:buClr>
              <a:buSzPct val="100000"/>
              <a:buFont typeface="Arial" panose="020B0604020202020204"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Most organizations cluster in the mid-range</a:t>
            </a: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 with a small group of leaders significantly ahead </a:t>
            </a:r>
          </a:p>
        </p:txBody>
      </p:sp>
      <p:graphicFrame>
        <p:nvGraphicFramePr>
          <p:cNvPr id="75" name="DATA: tbl_histogram">
            <a:extLst>
              <a:ext uri="{FF2B5EF4-FFF2-40B4-BE49-F238E27FC236}">
                <a16:creationId xmlns:a16="http://schemas.microsoft.com/office/drawing/2014/main" id="{1270C61C-59EC-4868-4B84-FDDD6E592CC6}"/>
              </a:ext>
            </a:extLst>
          </p:cNvPr>
          <p:cNvGraphicFramePr>
            <a:graphicFrameLocks/>
          </p:cNvGraphicFramePr>
          <p:nvPr>
            <p:extLst>
              <p:ext uri="{D42A27DB-BD31-4B8C-83A1-F6EECF244321}">
                <p14:modId xmlns:p14="http://schemas.microsoft.com/office/powerpoint/2010/main" val="2623515697"/>
              </p:ext>
            </p:extLst>
          </p:nvPr>
        </p:nvGraphicFramePr>
        <p:xfrm>
          <a:off x="744577" y="1626763"/>
          <a:ext cx="8183348" cy="4010845"/>
        </p:xfrm>
        <a:graphic>
          <a:graphicData uri="http://schemas.openxmlformats.org/drawingml/2006/chart">
            <c:chart xmlns:c="http://schemas.openxmlformats.org/drawingml/2006/chart" xmlns:r="http://schemas.openxmlformats.org/officeDocument/2006/relationships" r:id="rId12"/>
          </a:graphicData>
        </a:graphic>
      </p:graphicFrame>
      <p:sp>
        <p:nvSpPr>
          <p:cNvPr id="46" name="TextBox 45">
            <a:extLst>
              <a:ext uri="{FF2B5EF4-FFF2-40B4-BE49-F238E27FC236}">
                <a16:creationId xmlns:a16="http://schemas.microsoft.com/office/drawing/2014/main" id="{EB1B459E-1DBF-4C31-C146-5F33ADAFCE43}"/>
              </a:ext>
            </a:extLst>
          </p:cNvPr>
          <p:cNvSpPr txBox="1">
            <a:spLocks/>
          </p:cNvSpPr>
          <p:nvPr/>
        </p:nvSpPr>
        <p:spPr>
          <a:xfrm>
            <a:off x="615925" y="5530141"/>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0</a:t>
            </a:r>
          </a:p>
        </p:txBody>
      </p:sp>
      <p:sp>
        <p:nvSpPr>
          <p:cNvPr id="47" name="TextBox 46">
            <a:extLst>
              <a:ext uri="{FF2B5EF4-FFF2-40B4-BE49-F238E27FC236}">
                <a16:creationId xmlns:a16="http://schemas.microsoft.com/office/drawing/2014/main" id="{568B6226-DE1F-03C0-15E8-E5E8FEBD7758}"/>
              </a:ext>
            </a:extLst>
          </p:cNvPr>
          <p:cNvSpPr txBox="1">
            <a:spLocks/>
          </p:cNvSpPr>
          <p:nvPr/>
        </p:nvSpPr>
        <p:spPr>
          <a:xfrm>
            <a:off x="615925" y="5144041"/>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10</a:t>
            </a:r>
          </a:p>
        </p:txBody>
      </p:sp>
      <p:sp>
        <p:nvSpPr>
          <p:cNvPr id="48" name="TextBox 47">
            <a:extLst>
              <a:ext uri="{FF2B5EF4-FFF2-40B4-BE49-F238E27FC236}">
                <a16:creationId xmlns:a16="http://schemas.microsoft.com/office/drawing/2014/main" id="{C31A1193-5553-B622-9CEC-09BB1FC248AB}"/>
              </a:ext>
            </a:extLst>
          </p:cNvPr>
          <p:cNvSpPr txBox="1">
            <a:spLocks/>
          </p:cNvSpPr>
          <p:nvPr/>
        </p:nvSpPr>
        <p:spPr>
          <a:xfrm>
            <a:off x="615925" y="4757938"/>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20</a:t>
            </a:r>
          </a:p>
        </p:txBody>
      </p:sp>
      <p:sp>
        <p:nvSpPr>
          <p:cNvPr id="49" name="TextBox 48">
            <a:extLst>
              <a:ext uri="{FF2B5EF4-FFF2-40B4-BE49-F238E27FC236}">
                <a16:creationId xmlns:a16="http://schemas.microsoft.com/office/drawing/2014/main" id="{158ABDAB-B421-D29A-0314-3572F1E6D4CB}"/>
              </a:ext>
            </a:extLst>
          </p:cNvPr>
          <p:cNvSpPr txBox="1">
            <a:spLocks/>
          </p:cNvSpPr>
          <p:nvPr/>
        </p:nvSpPr>
        <p:spPr>
          <a:xfrm>
            <a:off x="615925" y="4371835"/>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30</a:t>
            </a:r>
          </a:p>
        </p:txBody>
      </p:sp>
      <p:sp>
        <p:nvSpPr>
          <p:cNvPr id="50" name="TextBox 49">
            <a:extLst>
              <a:ext uri="{FF2B5EF4-FFF2-40B4-BE49-F238E27FC236}">
                <a16:creationId xmlns:a16="http://schemas.microsoft.com/office/drawing/2014/main" id="{56A3075F-A1B7-FF2E-56AA-EE59CBD42365}"/>
              </a:ext>
            </a:extLst>
          </p:cNvPr>
          <p:cNvSpPr txBox="1">
            <a:spLocks/>
          </p:cNvSpPr>
          <p:nvPr/>
        </p:nvSpPr>
        <p:spPr>
          <a:xfrm>
            <a:off x="615925" y="3985732"/>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40</a:t>
            </a:r>
          </a:p>
        </p:txBody>
      </p:sp>
      <p:sp>
        <p:nvSpPr>
          <p:cNvPr id="51" name="TextBox 50">
            <a:extLst>
              <a:ext uri="{FF2B5EF4-FFF2-40B4-BE49-F238E27FC236}">
                <a16:creationId xmlns:a16="http://schemas.microsoft.com/office/drawing/2014/main" id="{953E5135-B4AA-A3D8-411D-B06C3C8632AA}"/>
              </a:ext>
            </a:extLst>
          </p:cNvPr>
          <p:cNvSpPr txBox="1">
            <a:spLocks/>
          </p:cNvSpPr>
          <p:nvPr/>
        </p:nvSpPr>
        <p:spPr>
          <a:xfrm>
            <a:off x="615925" y="3599629"/>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50</a:t>
            </a:r>
          </a:p>
        </p:txBody>
      </p:sp>
      <p:sp>
        <p:nvSpPr>
          <p:cNvPr id="53" name="TextBox 52">
            <a:extLst>
              <a:ext uri="{FF2B5EF4-FFF2-40B4-BE49-F238E27FC236}">
                <a16:creationId xmlns:a16="http://schemas.microsoft.com/office/drawing/2014/main" id="{339D7DCD-FD77-8455-20DA-60CBD56CF9FA}"/>
              </a:ext>
            </a:extLst>
          </p:cNvPr>
          <p:cNvSpPr txBox="1">
            <a:spLocks/>
          </p:cNvSpPr>
          <p:nvPr/>
        </p:nvSpPr>
        <p:spPr>
          <a:xfrm>
            <a:off x="615925" y="3213526"/>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60</a:t>
            </a:r>
          </a:p>
        </p:txBody>
      </p:sp>
      <p:sp>
        <p:nvSpPr>
          <p:cNvPr id="54" name="TextBox 53">
            <a:extLst>
              <a:ext uri="{FF2B5EF4-FFF2-40B4-BE49-F238E27FC236}">
                <a16:creationId xmlns:a16="http://schemas.microsoft.com/office/drawing/2014/main" id="{489DBD24-3ADB-F46F-F353-C163529E9962}"/>
              </a:ext>
            </a:extLst>
          </p:cNvPr>
          <p:cNvSpPr txBox="1">
            <a:spLocks/>
          </p:cNvSpPr>
          <p:nvPr/>
        </p:nvSpPr>
        <p:spPr>
          <a:xfrm>
            <a:off x="615925" y="2827423"/>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70</a:t>
            </a:r>
          </a:p>
        </p:txBody>
      </p:sp>
      <p:sp>
        <p:nvSpPr>
          <p:cNvPr id="55" name="TextBox 54">
            <a:extLst>
              <a:ext uri="{FF2B5EF4-FFF2-40B4-BE49-F238E27FC236}">
                <a16:creationId xmlns:a16="http://schemas.microsoft.com/office/drawing/2014/main" id="{FED37D94-D662-BA68-0B82-5EE28B7544EA}"/>
              </a:ext>
            </a:extLst>
          </p:cNvPr>
          <p:cNvSpPr txBox="1">
            <a:spLocks/>
          </p:cNvSpPr>
          <p:nvPr/>
        </p:nvSpPr>
        <p:spPr>
          <a:xfrm>
            <a:off x="615925" y="2441320"/>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80</a:t>
            </a:r>
          </a:p>
        </p:txBody>
      </p:sp>
      <p:sp>
        <p:nvSpPr>
          <p:cNvPr id="56" name="TextBox 55">
            <a:extLst>
              <a:ext uri="{FF2B5EF4-FFF2-40B4-BE49-F238E27FC236}">
                <a16:creationId xmlns:a16="http://schemas.microsoft.com/office/drawing/2014/main" id="{DBE0D239-D9C2-5F73-5749-D558CB786E2A}"/>
              </a:ext>
            </a:extLst>
          </p:cNvPr>
          <p:cNvSpPr txBox="1">
            <a:spLocks/>
          </p:cNvSpPr>
          <p:nvPr/>
        </p:nvSpPr>
        <p:spPr>
          <a:xfrm>
            <a:off x="615925" y="2055217"/>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90</a:t>
            </a:r>
          </a:p>
        </p:txBody>
      </p:sp>
      <p:sp>
        <p:nvSpPr>
          <p:cNvPr id="59" name="TextBox 58">
            <a:extLst>
              <a:ext uri="{FF2B5EF4-FFF2-40B4-BE49-F238E27FC236}">
                <a16:creationId xmlns:a16="http://schemas.microsoft.com/office/drawing/2014/main" id="{C892D0AD-B245-D041-AF14-95D9659E46B4}"/>
              </a:ext>
            </a:extLst>
          </p:cNvPr>
          <p:cNvSpPr txBox="1">
            <a:spLocks/>
          </p:cNvSpPr>
          <p:nvPr/>
        </p:nvSpPr>
        <p:spPr>
          <a:xfrm>
            <a:off x="615925" y="1669114"/>
            <a:ext cx="178633" cy="188913"/>
          </a:xfrm>
          <a:prstGeom prst="rect">
            <a:avLst/>
          </a:prstGeom>
        </p:spPr>
        <p:txBody>
          <a:bodyPr vert="horz" wrap="none" lIns="0" tIns="0" rIns="0" bIns="0" rtlCol="0" anchor="ctr" anchorCtr="0">
            <a:no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0" marR="0" lvl="0" indent="0" algn="r" defTabSz="671580" rtl="0" eaLnBrk="1" fontAlgn="auto" latinLnBrk="0" hangingPunct="1">
              <a:lnSpc>
                <a:spcPct val="100000"/>
              </a:lnSpc>
              <a:spcBef>
                <a:spcPts val="338"/>
              </a:spcBef>
              <a:spcAft>
                <a:spcPts val="338"/>
              </a:spcAft>
              <a:buClr>
                <a:srgbClr val="051C2C"/>
              </a:buClr>
              <a:buSzTx/>
              <a:buFontTx/>
              <a:buNone/>
              <a:tabLst/>
              <a:defRPr/>
            </a:pPr>
            <a:r>
              <a:rPr kumimoji="0" lang="en-US" sz="12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100</a:t>
            </a:r>
          </a:p>
        </p:txBody>
      </p:sp>
      <p:cxnSp>
        <p:nvCxnSpPr>
          <p:cNvPr id="70" name="Straight Connector 69">
            <a:extLst>
              <a:ext uri="{FF2B5EF4-FFF2-40B4-BE49-F238E27FC236}">
                <a16:creationId xmlns:a16="http://schemas.microsoft.com/office/drawing/2014/main" id="{40EC0A68-4FFA-86E8-3AA0-6C993543196B}"/>
              </a:ext>
            </a:extLst>
          </p:cNvPr>
          <p:cNvCxnSpPr>
            <a:cxnSpLocks/>
          </p:cNvCxnSpPr>
          <p:nvPr/>
        </p:nvCxnSpPr>
        <p:spPr>
          <a:xfrm>
            <a:off x="862805" y="1755559"/>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A49B26E-F8FF-E72B-D153-17672ADDA7E5}"/>
              </a:ext>
            </a:extLst>
          </p:cNvPr>
          <p:cNvCxnSpPr>
            <a:cxnSpLocks/>
          </p:cNvCxnSpPr>
          <p:nvPr/>
        </p:nvCxnSpPr>
        <p:spPr>
          <a:xfrm>
            <a:off x="862805" y="5624597"/>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D1EC606-36B1-E2A0-1A54-7FD68CDB143A}"/>
              </a:ext>
            </a:extLst>
          </p:cNvPr>
          <p:cNvCxnSpPr>
            <a:cxnSpLocks/>
          </p:cNvCxnSpPr>
          <p:nvPr/>
        </p:nvCxnSpPr>
        <p:spPr>
          <a:xfrm>
            <a:off x="862805" y="2142463"/>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B83880B-426B-E164-3CE1-A77B732AD058}"/>
              </a:ext>
            </a:extLst>
          </p:cNvPr>
          <p:cNvCxnSpPr>
            <a:cxnSpLocks/>
          </p:cNvCxnSpPr>
          <p:nvPr/>
        </p:nvCxnSpPr>
        <p:spPr>
          <a:xfrm>
            <a:off x="862805" y="2529367"/>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17A8A18-C881-C7AA-67BF-971FAA16070F}"/>
              </a:ext>
            </a:extLst>
          </p:cNvPr>
          <p:cNvCxnSpPr>
            <a:cxnSpLocks/>
          </p:cNvCxnSpPr>
          <p:nvPr/>
        </p:nvCxnSpPr>
        <p:spPr>
          <a:xfrm>
            <a:off x="862805" y="2916271"/>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F0EE812-58D8-7067-6133-5C811E6758EB}"/>
              </a:ext>
            </a:extLst>
          </p:cNvPr>
          <p:cNvCxnSpPr>
            <a:cxnSpLocks/>
          </p:cNvCxnSpPr>
          <p:nvPr/>
        </p:nvCxnSpPr>
        <p:spPr>
          <a:xfrm>
            <a:off x="862805" y="3303175"/>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7B7110D-42E4-B296-C408-1AD892873E75}"/>
              </a:ext>
            </a:extLst>
          </p:cNvPr>
          <p:cNvCxnSpPr>
            <a:cxnSpLocks/>
          </p:cNvCxnSpPr>
          <p:nvPr/>
        </p:nvCxnSpPr>
        <p:spPr>
          <a:xfrm>
            <a:off x="862805" y="3690079"/>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F2072FD-62E7-AB0C-9506-BB2D6F78872F}"/>
              </a:ext>
            </a:extLst>
          </p:cNvPr>
          <p:cNvCxnSpPr>
            <a:cxnSpLocks/>
          </p:cNvCxnSpPr>
          <p:nvPr/>
        </p:nvCxnSpPr>
        <p:spPr>
          <a:xfrm>
            <a:off x="862805" y="4076983"/>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59041F9-48A8-10AF-C90A-B5E5CCC690E3}"/>
              </a:ext>
            </a:extLst>
          </p:cNvPr>
          <p:cNvCxnSpPr>
            <a:cxnSpLocks/>
          </p:cNvCxnSpPr>
          <p:nvPr/>
        </p:nvCxnSpPr>
        <p:spPr>
          <a:xfrm>
            <a:off x="862805" y="4463887"/>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A52B782-F8C7-EE5A-B6D1-D282AF31E6F7}"/>
              </a:ext>
            </a:extLst>
          </p:cNvPr>
          <p:cNvCxnSpPr>
            <a:cxnSpLocks/>
          </p:cNvCxnSpPr>
          <p:nvPr/>
        </p:nvCxnSpPr>
        <p:spPr>
          <a:xfrm>
            <a:off x="862805" y="4850791"/>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49E2379-5C3E-15E3-7E0C-EB5ED86FA8C0}"/>
              </a:ext>
            </a:extLst>
          </p:cNvPr>
          <p:cNvCxnSpPr>
            <a:cxnSpLocks/>
          </p:cNvCxnSpPr>
          <p:nvPr/>
        </p:nvCxnSpPr>
        <p:spPr>
          <a:xfrm>
            <a:off x="862805" y="5237695"/>
            <a:ext cx="3216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AutoShape 2">
            <a:extLst>
              <a:ext uri="{FF2B5EF4-FFF2-40B4-BE49-F238E27FC236}">
                <a16:creationId xmlns:a16="http://schemas.microsoft.com/office/drawing/2014/main" id="{42CBB67F-704F-9F9B-C78B-194D011B3CFD}"/>
              </a:ext>
            </a:extLst>
          </p:cNvPr>
          <p:cNvSpPr>
            <a:spLocks noChangeAspect="1" noChangeArrowheads="1"/>
          </p:cNvSpPr>
          <p:nvPr/>
        </p:nvSpPr>
        <p:spPr bwMode="auto">
          <a:xfrm>
            <a:off x="4657369" y="3188628"/>
            <a:ext cx="228588"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0" name="AutoShape 4">
            <a:extLst>
              <a:ext uri="{FF2B5EF4-FFF2-40B4-BE49-F238E27FC236}">
                <a16:creationId xmlns:a16="http://schemas.microsoft.com/office/drawing/2014/main" id="{828A492F-641E-E042-A2AC-4F16217B5719}"/>
              </a:ext>
            </a:extLst>
          </p:cNvPr>
          <p:cNvSpPr>
            <a:spLocks noChangeAspect="1" noChangeArrowheads="1"/>
          </p:cNvSpPr>
          <p:nvPr/>
        </p:nvSpPr>
        <p:spPr bwMode="auto">
          <a:xfrm>
            <a:off x="4771663" y="3341028"/>
            <a:ext cx="228588"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cxnSp>
        <p:nvCxnSpPr>
          <p:cNvPr id="39" name="Straight Connector 38">
            <a:extLst>
              <a:ext uri="{FF2B5EF4-FFF2-40B4-BE49-F238E27FC236}">
                <a16:creationId xmlns:a16="http://schemas.microsoft.com/office/drawing/2014/main" id="{A221F8F4-1838-3BE9-0D29-85099CF818BB}"/>
              </a:ext>
            </a:extLst>
          </p:cNvPr>
          <p:cNvCxnSpPr>
            <a:cxnSpLocks/>
          </p:cNvCxnSpPr>
          <p:nvPr/>
        </p:nvCxnSpPr>
        <p:spPr>
          <a:xfrm>
            <a:off x="947589" y="1838727"/>
            <a:ext cx="33750" cy="0"/>
          </a:xfrm>
          <a:prstGeom prst="line">
            <a:avLst/>
          </a:prstGeom>
          <a:ln w="9525"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6B2BD742-4856-F2A1-B6AF-4E544A1873FD}"/>
              </a:ext>
            </a:extLst>
          </p:cNvPr>
          <p:cNvGrpSpPr/>
          <p:nvPr/>
        </p:nvGrpSpPr>
        <p:grpSpPr>
          <a:xfrm>
            <a:off x="5352064" y="4283075"/>
            <a:ext cx="1099440" cy="1060737"/>
            <a:chOff x="4532260" y="4283075"/>
            <a:chExt cx="1099440" cy="1060737"/>
          </a:xfrm>
        </p:grpSpPr>
        <p:sp>
          <p:nvSpPr>
            <p:cNvPr id="96" name="Freeform: Shape 95">
              <a:extLst>
                <a:ext uri="{FF2B5EF4-FFF2-40B4-BE49-F238E27FC236}">
                  <a16:creationId xmlns:a16="http://schemas.microsoft.com/office/drawing/2014/main" id="{3B4A618A-8C07-410D-B226-9E1B72E9F44F}"/>
                </a:ext>
              </a:extLst>
            </p:cNvPr>
            <p:cNvSpPr/>
            <p:nvPr/>
          </p:nvSpPr>
          <p:spPr>
            <a:xfrm>
              <a:off x="4677302" y="4283075"/>
              <a:ext cx="809355" cy="663776"/>
            </a:xfrm>
            <a:custGeom>
              <a:avLst/>
              <a:gdLst>
                <a:gd name="connsiteX0" fmla="*/ 0 w 1473200"/>
                <a:gd name="connsiteY0" fmla="*/ 800100 h 800100"/>
                <a:gd name="connsiteX1" fmla="*/ 1473200 w 1473200"/>
                <a:gd name="connsiteY1" fmla="*/ 800100 h 800100"/>
                <a:gd name="connsiteX2" fmla="*/ 1473200 w 1473200"/>
                <a:gd name="connsiteY2" fmla="*/ 0 h 800100"/>
              </a:gdLst>
              <a:ahLst/>
              <a:cxnLst>
                <a:cxn ang="0">
                  <a:pos x="connsiteX0" y="connsiteY0"/>
                </a:cxn>
                <a:cxn ang="0">
                  <a:pos x="connsiteX1" y="connsiteY1"/>
                </a:cxn>
                <a:cxn ang="0">
                  <a:pos x="connsiteX2" y="connsiteY2"/>
                </a:cxn>
              </a:cxnLst>
              <a:rect l="l" t="t" r="r" b="b"/>
              <a:pathLst>
                <a:path w="1473200" h="800100">
                  <a:moveTo>
                    <a:pt x="0" y="800100"/>
                  </a:moveTo>
                  <a:lnTo>
                    <a:pt x="1473200" y="800100"/>
                  </a:lnTo>
                  <a:lnTo>
                    <a:pt x="1473200" y="0"/>
                  </a:lnTo>
                </a:path>
              </a:pathLst>
            </a:cu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grpSp>
          <p:nvGrpSpPr>
            <p:cNvPr id="27" name="Group 26">
              <a:extLst>
                <a:ext uri="{FF2B5EF4-FFF2-40B4-BE49-F238E27FC236}">
                  <a16:creationId xmlns:a16="http://schemas.microsoft.com/office/drawing/2014/main" id="{DD0415D6-E05D-09EA-4D8F-D3A484913061}"/>
                </a:ext>
              </a:extLst>
            </p:cNvPr>
            <p:cNvGrpSpPr/>
            <p:nvPr/>
          </p:nvGrpSpPr>
          <p:grpSpPr>
            <a:xfrm>
              <a:off x="4532260" y="4439615"/>
              <a:ext cx="1099440" cy="904197"/>
              <a:chOff x="4532260" y="4439615"/>
              <a:chExt cx="1099440" cy="904197"/>
            </a:xfrm>
          </p:grpSpPr>
          <p:sp>
            <p:nvSpPr>
              <p:cNvPr id="92" name="TextBox 91">
                <a:extLst>
                  <a:ext uri="{FF2B5EF4-FFF2-40B4-BE49-F238E27FC236}">
                    <a16:creationId xmlns:a16="http://schemas.microsoft.com/office/drawing/2014/main" id="{8E1A395B-A748-E4F2-71BA-BFFDB4C9CA94}"/>
                  </a:ext>
                </a:extLst>
              </p:cNvPr>
              <p:cNvSpPr txBox="1">
                <a:spLocks/>
              </p:cNvSpPr>
              <p:nvPr/>
            </p:nvSpPr>
            <p:spPr>
              <a:xfrm>
                <a:off x="4808782" y="4439615"/>
                <a:ext cx="546397"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3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34</a:t>
                </a:r>
              </a:p>
            </p:txBody>
          </p:sp>
          <p:sp>
            <p:nvSpPr>
              <p:cNvPr id="93" name="TextBox 92">
                <a:extLst>
                  <a:ext uri="{FF2B5EF4-FFF2-40B4-BE49-F238E27FC236}">
                    <a16:creationId xmlns:a16="http://schemas.microsoft.com/office/drawing/2014/main" id="{B0AB462E-0DFE-E5D9-4942-DCA901E07D9A}"/>
                  </a:ext>
                </a:extLst>
              </p:cNvPr>
              <p:cNvSpPr txBox="1">
                <a:spLocks/>
              </p:cNvSpPr>
              <p:nvPr/>
            </p:nvSpPr>
            <p:spPr>
              <a:xfrm>
                <a:off x="4532260" y="4974480"/>
                <a:ext cx="109944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Cross-Sector Average</a:t>
                </a:r>
                <a:r>
                  <a:rPr kumimoji="0" lang="en-US" sz="1200" b="0" i="0" u="none" strike="noStrike" kern="1200" cap="none" spc="0" normalizeH="0" baseline="30000" noProof="0">
                    <a:ln>
                      <a:noFill/>
                    </a:ln>
                    <a:solidFill>
                      <a:srgbClr val="111918"/>
                    </a:solidFill>
                    <a:effectLst/>
                    <a:uLnTx/>
                    <a:uFillTx/>
                    <a:latin typeface="Tahoma"/>
                    <a:ea typeface="+mn-ea"/>
                    <a:cs typeface="Tahoma" panose="020B0604030504040204" pitchFamily="34" charset="0"/>
                  </a:rPr>
                  <a:t>4</a:t>
                </a:r>
                <a:endParaRPr kumimoji="0" lang="en-US" sz="12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grpSp>
      </p:grpSp>
      <p:sp>
        <p:nvSpPr>
          <p:cNvPr id="5" name="5. Source">
            <a:extLst>
              <a:ext uri="{FF2B5EF4-FFF2-40B4-BE49-F238E27FC236}">
                <a16:creationId xmlns:a16="http://schemas.microsoft.com/office/drawing/2014/main" id="{8B83984A-325D-3978-26C1-D821D9AE09F3}"/>
              </a:ext>
            </a:extLst>
          </p:cNvPr>
          <p:cNvSpPr txBox="1"/>
          <p:nvPr>
            <p:custDataLst>
              <p:tags r:id="rId7"/>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Source: </a:t>
            </a:r>
            <a:r>
              <a:rPr lang="en-US" sz="800">
                <a:solidFill>
                  <a:srgbClr val="111918"/>
                </a:solidFill>
                <a:latin typeface="Tahoma" panose="020B0604030504040204" pitchFamily="34" charset="0"/>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 Tech &amp; AI Quotient</a:t>
            </a:r>
          </a:p>
        </p:txBody>
      </p:sp>
      <p:sp>
        <p:nvSpPr>
          <p:cNvPr id="6" name="4. Footnote">
            <a:extLst>
              <a:ext uri="{FF2B5EF4-FFF2-40B4-BE49-F238E27FC236}">
                <a16:creationId xmlns:a16="http://schemas.microsoft.com/office/drawing/2014/main" id="{B80CC59B-7042-1CD8-0E4F-2EF105FF83C9}"/>
              </a:ext>
            </a:extLst>
          </p:cNvPr>
          <p:cNvSpPr txBox="1">
            <a:spLocks noChangeArrowheads="1"/>
          </p:cNvSpPr>
          <p:nvPr/>
        </p:nvSpPr>
        <p:spPr bwMode="auto">
          <a:xfrm>
            <a:off x="614283" y="5816274"/>
            <a:ext cx="10963433" cy="61555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190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effectLst/>
                <a:uLnTx/>
                <a:uFillTx/>
                <a:sym typeface="Arial"/>
              </a:rPr>
              <a:t>Tech &amp; AI maturity score mapped as following – Experimenter (score 1-2) | Emerger (score 2-3) | Scaler (score 3-4) | Leader (score 4-5): </a:t>
            </a:r>
            <a:r>
              <a:rPr kumimoji="0" lang="en-US" sz="800" b="0" i="0" u="none" strike="noStrike" kern="1200" cap="none" spc="0" normalizeH="0" baseline="0" noProof="0">
                <a:ln>
                  <a:noFill/>
                </a:ln>
                <a:effectLst/>
                <a:uLnTx/>
                <a:uFillTx/>
              </a:rPr>
              <a:t>AI is core to enterprise strategy, with enterprise-wide adoption, AI-ready architecture, and continuous value optimization</a:t>
            </a:r>
            <a:r>
              <a:rPr kumimoji="0" lang="en-US" sz="800" b="0" i="0" u="none" strike="noStrike" kern="1200" cap="none" spc="0" normalizeH="0" baseline="0" noProof="0">
                <a:ln>
                  <a:noFill/>
                </a:ln>
                <a:effectLst/>
                <a:uLnTx/>
                <a:uFillTx/>
                <a:sym typeface="Arial"/>
              </a:rPr>
              <a:t> </a:t>
            </a:r>
          </a:p>
          <a:p>
            <a:pPr marL="2190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effectLst/>
                <a:uLnTx/>
                <a:uFillTx/>
                <a:sym typeface="Arial"/>
              </a:rPr>
              <a:t>Peer Average includes </a:t>
            </a:r>
            <a:r>
              <a:rPr lang="en-US">
                <a:sym typeface="Arial"/>
              </a:rPr>
              <a:t>200+ banks</a:t>
            </a:r>
            <a:r>
              <a:rPr kumimoji="0" lang="en-US" sz="800" b="0" i="0" u="none" strike="noStrike" kern="1200" cap="none" spc="0" normalizeH="0" baseline="0" noProof="0">
                <a:ln>
                  <a:noFill/>
                </a:ln>
                <a:effectLst/>
                <a:uLnTx/>
                <a:uFillTx/>
                <a:sym typeface="Arial"/>
              </a:rPr>
              <a:t> in the AIQ database</a:t>
            </a:r>
          </a:p>
          <a:p>
            <a:pPr marL="2190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effectLst/>
                <a:uLnTx/>
                <a:uFillTx/>
                <a:sym typeface="Arial"/>
              </a:rPr>
              <a:t>Average of top quintile scores of 200+ banks by question across geographies in the AIQ database </a:t>
            </a:r>
          </a:p>
          <a:p>
            <a:pPr marL="219075"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effectLst/>
                <a:uLnTx/>
                <a:uFillTx/>
                <a:sym typeface="Arial"/>
              </a:rPr>
              <a:t>Cross-Sector average includes all companies across sectors and geographies in the AIQ database</a:t>
            </a:r>
          </a:p>
        </p:txBody>
      </p:sp>
      <p:sp>
        <p:nvSpPr>
          <p:cNvPr id="9" name="Freeform: Shape 96">
            <a:extLst>
              <a:ext uri="{FF2B5EF4-FFF2-40B4-BE49-F238E27FC236}">
                <a16:creationId xmlns:a16="http://schemas.microsoft.com/office/drawing/2014/main" id="{9E57E69D-8DB5-42ED-FD35-AF7BBA4B94E7}"/>
              </a:ext>
            </a:extLst>
          </p:cNvPr>
          <p:cNvSpPr/>
          <p:nvPr/>
        </p:nvSpPr>
        <p:spPr>
          <a:xfrm flipV="1">
            <a:off x="3190756" y="3773388"/>
            <a:ext cx="1582174" cy="521625"/>
          </a:xfrm>
          <a:custGeom>
            <a:avLst/>
            <a:gdLst>
              <a:gd name="connsiteX0" fmla="*/ 0 w 1473200"/>
              <a:gd name="connsiteY0" fmla="*/ 800100 h 800100"/>
              <a:gd name="connsiteX1" fmla="*/ 1473200 w 1473200"/>
              <a:gd name="connsiteY1" fmla="*/ 800100 h 800100"/>
              <a:gd name="connsiteX2" fmla="*/ 1473200 w 1473200"/>
              <a:gd name="connsiteY2" fmla="*/ 0 h 800100"/>
            </a:gdLst>
            <a:ahLst/>
            <a:cxnLst>
              <a:cxn ang="0">
                <a:pos x="connsiteX0" y="connsiteY0"/>
              </a:cxn>
              <a:cxn ang="0">
                <a:pos x="connsiteX1" y="connsiteY1"/>
              </a:cxn>
              <a:cxn ang="0">
                <a:pos x="connsiteX2" y="connsiteY2"/>
              </a:cxn>
            </a:cxnLst>
            <a:rect l="l" t="t" r="r" b="b"/>
            <a:pathLst>
              <a:path w="1473200" h="800100">
                <a:moveTo>
                  <a:pt x="0" y="800100"/>
                </a:moveTo>
                <a:lnTo>
                  <a:pt x="1473200" y="800100"/>
                </a:lnTo>
                <a:lnTo>
                  <a:pt x="1473200" y="0"/>
                </a:lnTo>
              </a:path>
            </a:pathLst>
          </a:cu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Arial"/>
            </a:endParaRPr>
          </a:p>
        </p:txBody>
      </p:sp>
      <p:sp>
        <p:nvSpPr>
          <p:cNvPr id="24" name="TextBox 23">
            <a:extLst>
              <a:ext uri="{FF2B5EF4-FFF2-40B4-BE49-F238E27FC236}">
                <a16:creationId xmlns:a16="http://schemas.microsoft.com/office/drawing/2014/main" id="{5C12EEFF-AFEC-032F-30AF-AFF3A504FA38}"/>
              </a:ext>
            </a:extLst>
          </p:cNvPr>
          <p:cNvSpPr txBox="1">
            <a:spLocks/>
          </p:cNvSpPr>
          <p:nvPr/>
        </p:nvSpPr>
        <p:spPr>
          <a:xfrm>
            <a:off x="3587754" y="3276770"/>
            <a:ext cx="776125" cy="4763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3200" b="1" i="0" u="none" strike="noStrike" kern="1200" cap="none" spc="0" normalizeH="0" baseline="0" noProof="0">
                <a:ln>
                  <a:noFill/>
                </a:ln>
                <a:effectLst/>
                <a:uLnTx/>
                <a:uFillTx/>
                <a:latin typeface="Arial"/>
                <a:ea typeface="+mn-ea"/>
                <a:cs typeface="Arial" pitchFamily="34" charset="0"/>
              </a:rPr>
              <a:t>28</a:t>
            </a:r>
          </a:p>
        </p:txBody>
      </p:sp>
      <p:pic>
        <p:nvPicPr>
          <p:cNvPr id="25" name="Picture 2" descr="File:PASHA Bank Georgia logo (English ...">
            <a:extLst>
              <a:ext uri="{FF2B5EF4-FFF2-40B4-BE49-F238E27FC236}">
                <a16:creationId xmlns:a16="http://schemas.microsoft.com/office/drawing/2014/main" id="{5A04094E-B75A-B98D-5AAD-C640211534F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81554" y="3857626"/>
            <a:ext cx="1388525" cy="334218"/>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oup 33">
            <a:extLst>
              <a:ext uri="{FF2B5EF4-FFF2-40B4-BE49-F238E27FC236}">
                <a16:creationId xmlns:a16="http://schemas.microsoft.com/office/drawing/2014/main" id="{4CE33373-B7AC-77E4-4398-FD0BE8C609EE}"/>
              </a:ext>
            </a:extLst>
          </p:cNvPr>
          <p:cNvGrpSpPr/>
          <p:nvPr/>
        </p:nvGrpSpPr>
        <p:grpSpPr>
          <a:xfrm>
            <a:off x="7364984" y="1746989"/>
            <a:ext cx="1127803" cy="837545"/>
            <a:chOff x="7225878" y="1589658"/>
            <a:chExt cx="1127803" cy="837545"/>
          </a:xfrm>
        </p:grpSpPr>
        <p:sp>
          <p:nvSpPr>
            <p:cNvPr id="36" name="TextBox 35">
              <a:extLst>
                <a:ext uri="{FF2B5EF4-FFF2-40B4-BE49-F238E27FC236}">
                  <a16:creationId xmlns:a16="http://schemas.microsoft.com/office/drawing/2014/main" id="{01BF125E-96E3-8C20-8482-E6C9FDB72F30}"/>
                </a:ext>
              </a:extLst>
            </p:cNvPr>
            <p:cNvSpPr txBox="1"/>
            <p:nvPr/>
          </p:nvSpPr>
          <p:spPr>
            <a:xfrm>
              <a:off x="7558274" y="1589658"/>
              <a:ext cx="463010"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3200" b="1" i="0" u="none" strike="noStrike" kern="1200" cap="none" spc="0" normalizeH="0" baseline="0" noProof="0">
                  <a:ln>
                    <a:noFill/>
                  </a:ln>
                  <a:effectLst/>
                  <a:uLnTx/>
                  <a:uFillTx/>
                  <a:latin typeface="Arial"/>
                  <a:ea typeface="+mn-ea"/>
                  <a:cs typeface="Arial" pitchFamily="34" charset="0"/>
                </a:rPr>
                <a:t>63</a:t>
              </a:r>
            </a:p>
          </p:txBody>
        </p:sp>
        <p:sp>
          <p:nvSpPr>
            <p:cNvPr id="37" name="TextBox 36">
              <a:extLst>
                <a:ext uri="{FF2B5EF4-FFF2-40B4-BE49-F238E27FC236}">
                  <a16:creationId xmlns:a16="http://schemas.microsoft.com/office/drawing/2014/main" id="{BE92E83D-9F6B-8BA9-68A2-649EB773BC88}"/>
                </a:ext>
              </a:extLst>
            </p:cNvPr>
            <p:cNvSpPr txBox="1"/>
            <p:nvPr/>
          </p:nvSpPr>
          <p:spPr>
            <a:xfrm>
              <a:off x="7225878" y="2242537"/>
              <a:ext cx="1127803"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0" i="0" u="none" strike="noStrike" kern="1200" cap="none" spc="0" normalizeH="0" baseline="0" noProof="0">
                  <a:ln>
                    <a:noFill/>
                  </a:ln>
                  <a:effectLst/>
                  <a:uLnTx/>
                  <a:uFillTx/>
                  <a:latin typeface="Arial"/>
                  <a:ea typeface="+mn-ea"/>
                  <a:cs typeface="Arial" pitchFamily="34" charset="0"/>
                </a:rPr>
                <a:t>Peer Leaders</a:t>
              </a:r>
              <a:r>
                <a:rPr lang="en-US" sz="1200" baseline="30000">
                  <a:latin typeface="Arial"/>
                </a:rPr>
                <a:t>3</a:t>
              </a:r>
              <a:endParaRPr kumimoji="0" lang="en-US" sz="1200" b="0" i="0" u="none" strike="noStrike" kern="1200" cap="none" spc="0" normalizeH="0" baseline="0" noProof="0">
                <a:ln>
                  <a:noFill/>
                </a:ln>
                <a:effectLst/>
                <a:uLnTx/>
                <a:uFillTx/>
                <a:latin typeface="Arial"/>
              </a:endParaRPr>
            </a:p>
          </p:txBody>
        </p:sp>
      </p:grpSp>
      <p:grpSp>
        <p:nvGrpSpPr>
          <p:cNvPr id="38" name="Group 37">
            <a:extLst>
              <a:ext uri="{FF2B5EF4-FFF2-40B4-BE49-F238E27FC236}">
                <a16:creationId xmlns:a16="http://schemas.microsoft.com/office/drawing/2014/main" id="{0D350C86-1C23-8978-A8C6-92091646F225}"/>
              </a:ext>
            </a:extLst>
          </p:cNvPr>
          <p:cNvGrpSpPr/>
          <p:nvPr/>
        </p:nvGrpSpPr>
        <p:grpSpPr>
          <a:xfrm flipV="1">
            <a:off x="7271585" y="2259857"/>
            <a:ext cx="1314601" cy="901827"/>
            <a:chOff x="7048262" y="4100129"/>
            <a:chExt cx="1009509" cy="956587"/>
          </a:xfrm>
        </p:grpSpPr>
        <p:cxnSp>
          <p:nvCxnSpPr>
            <p:cNvPr id="41" name="Straight Connector 40">
              <a:extLst>
                <a:ext uri="{FF2B5EF4-FFF2-40B4-BE49-F238E27FC236}">
                  <a16:creationId xmlns:a16="http://schemas.microsoft.com/office/drawing/2014/main" id="{4A233DDC-FF26-2952-DA23-58381C05BB23}"/>
                </a:ext>
              </a:extLst>
            </p:cNvPr>
            <p:cNvCxnSpPr>
              <a:cxnSpLocks/>
            </p:cNvCxnSpPr>
            <p:nvPr/>
          </p:nvCxnSpPr>
          <p:spPr>
            <a:xfrm>
              <a:off x="8057771" y="4100129"/>
              <a:ext cx="0" cy="956587"/>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1D2CBC1-5205-A616-9114-C2AB711190E6}"/>
                </a:ext>
              </a:extLst>
            </p:cNvPr>
            <p:cNvCxnSpPr>
              <a:cxnSpLocks/>
            </p:cNvCxnSpPr>
            <p:nvPr/>
          </p:nvCxnSpPr>
          <p:spPr>
            <a:xfrm flipV="1">
              <a:off x="7048262" y="5052674"/>
              <a:ext cx="1009509" cy="0"/>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83F92AFA-F077-06B9-F59D-DF83E58CDB79}"/>
              </a:ext>
            </a:extLst>
          </p:cNvPr>
          <p:cNvGrpSpPr/>
          <p:nvPr/>
        </p:nvGrpSpPr>
        <p:grpSpPr>
          <a:xfrm>
            <a:off x="6355564" y="2798071"/>
            <a:ext cx="1336078" cy="1119661"/>
            <a:chOff x="7727480" y="2982112"/>
            <a:chExt cx="1336078" cy="1119661"/>
          </a:xfrm>
        </p:grpSpPr>
        <p:grpSp>
          <p:nvGrpSpPr>
            <p:cNvPr id="45" name="Group 44">
              <a:extLst>
                <a:ext uri="{FF2B5EF4-FFF2-40B4-BE49-F238E27FC236}">
                  <a16:creationId xmlns:a16="http://schemas.microsoft.com/office/drawing/2014/main" id="{95520E29-8B1E-A1E5-AE2D-B880E63F77BA}"/>
                </a:ext>
              </a:extLst>
            </p:cNvPr>
            <p:cNvGrpSpPr/>
            <p:nvPr/>
          </p:nvGrpSpPr>
          <p:grpSpPr>
            <a:xfrm>
              <a:off x="7832742" y="2982112"/>
              <a:ext cx="1125555" cy="699100"/>
              <a:chOff x="5391619" y="2982112"/>
              <a:chExt cx="1125555" cy="699100"/>
            </a:xfrm>
          </p:grpSpPr>
          <p:sp>
            <p:nvSpPr>
              <p:cNvPr id="58" name="TextBox 57">
                <a:extLst>
                  <a:ext uri="{FF2B5EF4-FFF2-40B4-BE49-F238E27FC236}">
                    <a16:creationId xmlns:a16="http://schemas.microsoft.com/office/drawing/2014/main" id="{493AFE8C-2343-F458-4DF0-E2ADD6CC6472}"/>
                  </a:ext>
                </a:extLst>
              </p:cNvPr>
              <p:cNvSpPr txBox="1">
                <a:spLocks/>
              </p:cNvSpPr>
              <p:nvPr/>
            </p:nvSpPr>
            <p:spPr>
              <a:xfrm>
                <a:off x="5391619" y="2982112"/>
                <a:ext cx="1102019" cy="4763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3200" b="1" i="0" u="none" strike="noStrike" kern="1200" cap="none" spc="0" normalizeH="0" baseline="0" noProof="0">
                    <a:ln>
                      <a:noFill/>
                    </a:ln>
                    <a:effectLst/>
                    <a:uLnTx/>
                    <a:uFillTx/>
                    <a:latin typeface="Arial"/>
                    <a:ea typeface="+mn-ea"/>
                    <a:cs typeface="Arial" pitchFamily="34" charset="0"/>
                  </a:rPr>
                  <a:t>38</a:t>
                </a:r>
              </a:p>
            </p:txBody>
          </p:sp>
          <p:sp>
            <p:nvSpPr>
              <p:cNvPr id="60" name="TextBox 59">
                <a:extLst>
                  <a:ext uri="{FF2B5EF4-FFF2-40B4-BE49-F238E27FC236}">
                    <a16:creationId xmlns:a16="http://schemas.microsoft.com/office/drawing/2014/main" id="{1508AB25-FF90-5BA9-7896-729ACB1A16F9}"/>
                  </a:ext>
                </a:extLst>
              </p:cNvPr>
              <p:cNvSpPr txBox="1">
                <a:spLocks/>
              </p:cNvSpPr>
              <p:nvPr/>
            </p:nvSpPr>
            <p:spPr>
              <a:xfrm>
                <a:off x="5415155" y="3502567"/>
                <a:ext cx="1102019" cy="17864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0" i="0" u="none" strike="noStrike" kern="1200" cap="none" spc="0" normalizeH="0" baseline="0" noProof="0">
                    <a:ln>
                      <a:noFill/>
                    </a:ln>
                    <a:effectLst/>
                    <a:uLnTx/>
                    <a:uFillTx/>
                    <a:latin typeface="Arial"/>
                    <a:ea typeface="+mn-ea"/>
                    <a:cs typeface="Arial" pitchFamily="34" charset="0"/>
                  </a:rPr>
                  <a:t>Peer Average</a:t>
                </a:r>
                <a:r>
                  <a:rPr kumimoji="0" lang="en-US" sz="1200" b="0" i="0" u="none" strike="noStrike" kern="1200" cap="none" spc="0" normalizeH="0" baseline="30000" noProof="0">
                    <a:ln>
                      <a:noFill/>
                    </a:ln>
                    <a:effectLst/>
                    <a:uLnTx/>
                    <a:uFillTx/>
                    <a:latin typeface="Arial"/>
                    <a:ea typeface="+mn-ea"/>
                    <a:cs typeface="Gisha" panose="020B0502040204020203" pitchFamily="34" charset="-79"/>
                  </a:rPr>
                  <a:t>2</a:t>
                </a:r>
                <a:endParaRPr kumimoji="0" lang="en-US" sz="1200" b="0" i="0" u="none" strike="noStrike" kern="1200" cap="none" spc="0" normalizeH="0" baseline="0" noProof="0">
                  <a:ln>
                    <a:noFill/>
                  </a:ln>
                  <a:effectLst/>
                  <a:uLnTx/>
                  <a:uFillTx/>
                  <a:latin typeface="Arial"/>
                  <a:ea typeface="+mn-ea"/>
                </a:endParaRPr>
              </a:p>
            </p:txBody>
          </p:sp>
        </p:grpSp>
        <p:sp>
          <p:nvSpPr>
            <p:cNvPr id="57" name="Freeform: Shape 88">
              <a:extLst>
                <a:ext uri="{FF2B5EF4-FFF2-40B4-BE49-F238E27FC236}">
                  <a16:creationId xmlns:a16="http://schemas.microsoft.com/office/drawing/2014/main" id="{ACE00007-DF32-D73E-283D-0B61DCC2D3EA}"/>
                </a:ext>
              </a:extLst>
            </p:cNvPr>
            <p:cNvSpPr>
              <a:spLocks/>
            </p:cNvSpPr>
            <p:nvPr/>
          </p:nvSpPr>
          <p:spPr>
            <a:xfrm rot="10800000" flipH="1">
              <a:off x="7727480" y="3442024"/>
              <a:ext cx="1336078" cy="659749"/>
            </a:xfrm>
            <a:custGeom>
              <a:avLst/>
              <a:gdLst>
                <a:gd name="connsiteX0" fmla="*/ 0 w 1473200"/>
                <a:gd name="connsiteY0" fmla="*/ 800100 h 800100"/>
                <a:gd name="connsiteX1" fmla="*/ 1473200 w 1473200"/>
                <a:gd name="connsiteY1" fmla="*/ 800100 h 800100"/>
                <a:gd name="connsiteX2" fmla="*/ 1473200 w 1473200"/>
                <a:gd name="connsiteY2" fmla="*/ 0 h 800100"/>
              </a:gdLst>
              <a:ahLst/>
              <a:cxnLst>
                <a:cxn ang="0">
                  <a:pos x="connsiteX0" y="connsiteY0"/>
                </a:cxn>
                <a:cxn ang="0">
                  <a:pos x="connsiteX1" y="connsiteY1"/>
                </a:cxn>
                <a:cxn ang="0">
                  <a:pos x="connsiteX2" y="connsiteY2"/>
                </a:cxn>
              </a:cxnLst>
              <a:rect l="l" t="t" r="r" b="b"/>
              <a:pathLst>
                <a:path w="1473200" h="800100">
                  <a:moveTo>
                    <a:pt x="0" y="800100"/>
                  </a:moveTo>
                  <a:lnTo>
                    <a:pt x="1473200" y="800100"/>
                  </a:lnTo>
                  <a:lnTo>
                    <a:pt x="1473200" y="0"/>
                  </a:lnTo>
                </a:path>
              </a:pathLst>
            </a:cu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grpSp>
    </p:spTree>
    <p:custDataLst>
      <p:tags r:id="rId1"/>
    </p:custDataLst>
    <p:extLst>
      <p:ext uri="{BB962C8B-B14F-4D97-AF65-F5344CB8AC3E}">
        <p14:creationId xmlns:p14="http://schemas.microsoft.com/office/powerpoint/2010/main" val="1369660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4BE94-2516-BF71-5F07-55BFBE8B69C3}"/>
            </a:ext>
          </a:extLst>
        </p:cNvPr>
        <p:cNvGrpSpPr/>
        <p:nvPr/>
      </p:nvGrpSpPr>
      <p:grpSpPr>
        <a:xfrm>
          <a:off x="0" y="0"/>
          <a:ext cx="0" cy="0"/>
          <a:chOff x="0" y="0"/>
          <a:chExt cx="0" cy="0"/>
        </a:xfrm>
      </p:grpSpPr>
      <p:graphicFrame>
        <p:nvGraphicFramePr>
          <p:cNvPr id="21" name="Object 2" hidden="1">
            <a:extLst>
              <a:ext uri="{FF2B5EF4-FFF2-40B4-BE49-F238E27FC236}">
                <a16:creationId xmlns:a16="http://schemas.microsoft.com/office/drawing/2014/main" id="{F03DAD60-80DE-68BA-2DAE-2073B845F725}"/>
              </a:ext>
            </a:extLst>
          </p:cNvPr>
          <p:cNvGraphicFramePr>
            <a:graphicFrameLocks noChangeAspect="1"/>
          </p:cNvGraphicFramePr>
          <p:nvPr>
            <p:custDataLst>
              <p:tags r:id="rId1"/>
            </p:custDataLst>
            <p:extLst>
              <p:ext uri="{D42A27DB-BD31-4B8C-83A1-F6EECF244321}">
                <p14:modId xmlns:p14="http://schemas.microsoft.com/office/powerpoint/2010/main" val="42643442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21" name="Object 2" hidden="1">
                        <a:extLst>
                          <a:ext uri="{FF2B5EF4-FFF2-40B4-BE49-F238E27FC236}">
                            <a16:creationId xmlns:a16="http://schemas.microsoft.com/office/drawing/2014/main" id="{F03DAD60-80DE-68BA-2DAE-2073B845F725}"/>
                          </a:ext>
                        </a:extLst>
                      </p:cNvPr>
                      <p:cNvPicPr/>
                      <p:nvPr/>
                    </p:nvPicPr>
                    <p:blipFill>
                      <a:blip r:embed="rId7"/>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942B7C-BE6F-9999-FBAA-6928DAABFBD2}"/>
              </a:ext>
            </a:extLst>
          </p:cNvPr>
          <p:cNvSpPr>
            <a:spLocks noGrp="1"/>
          </p:cNvSpPr>
          <p:nvPr>
            <p:ph type="title"/>
          </p:nvPr>
        </p:nvSpPr>
        <p:spPr>
          <a:noFill/>
          <a:ln/>
        </p:spPr>
        <p:txBody>
          <a:bodyPr vert="horz">
            <a:spAutoFit/>
          </a:bodyPr>
          <a:lstStyle/>
          <a:p>
            <a:pPr>
              <a:spcBef>
                <a:spcPts val="300"/>
              </a:spcBef>
              <a:spcAft>
                <a:spcPts val="300"/>
              </a:spcAft>
            </a:pPr>
            <a:r>
              <a:rPr lang="en-US"/>
              <a:t>PASHA Bank’s Tech &amp; AI score places it in the Tech &amp; AI Emerger archetype, with a clear opportunity to scale impact</a:t>
            </a:r>
            <a:endParaRPr lang="en-US">
              <a:solidFill>
                <a:srgbClr val="000000"/>
              </a:solidFill>
            </a:endParaRPr>
          </a:p>
        </p:txBody>
      </p:sp>
      <p:sp>
        <p:nvSpPr>
          <p:cNvPr id="27" name="Oval 26">
            <a:extLst>
              <a:ext uri="{FF2B5EF4-FFF2-40B4-BE49-F238E27FC236}">
                <a16:creationId xmlns:a16="http://schemas.microsoft.com/office/drawing/2014/main" id="{46E70269-BB0C-33CE-0324-74CBA8BD7432}"/>
              </a:ext>
            </a:extLst>
          </p:cNvPr>
          <p:cNvSpPr/>
          <p:nvPr/>
        </p:nvSpPr>
        <p:spPr>
          <a:xfrm>
            <a:off x="553972" y="1489591"/>
            <a:ext cx="368385" cy="18927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x</a:t>
            </a:r>
          </a:p>
        </p:txBody>
      </p:sp>
      <p:sp>
        <p:nvSpPr>
          <p:cNvPr id="28" name="TextBox 27">
            <a:extLst>
              <a:ext uri="{FF2B5EF4-FFF2-40B4-BE49-F238E27FC236}">
                <a16:creationId xmlns:a16="http://schemas.microsoft.com/office/drawing/2014/main" id="{0F650325-8D21-E522-4284-7D8158DECEC6}"/>
              </a:ext>
            </a:extLst>
          </p:cNvPr>
          <p:cNvSpPr txBox="1"/>
          <p:nvPr/>
        </p:nvSpPr>
        <p:spPr>
          <a:xfrm>
            <a:off x="1048032" y="1514980"/>
            <a:ext cx="1197444" cy="138499"/>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IN"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Share of organizations</a:t>
            </a:r>
            <a:r>
              <a:rPr kumimoji="0" lang="en-IN" sz="900" b="0" i="0" u="none" strike="noStrike" kern="1200" cap="none" spc="0" normalizeH="0" baseline="30000" noProof="0">
                <a:ln>
                  <a:noFill/>
                </a:ln>
                <a:solidFill>
                  <a:srgbClr val="111918"/>
                </a:solidFill>
                <a:effectLst/>
                <a:uLnTx/>
                <a:uFillTx/>
                <a:latin typeface="Tahoma"/>
                <a:ea typeface="+mn-ea"/>
                <a:cs typeface="Tahoma" panose="020B0604030504040204" pitchFamily="34" charset="0"/>
              </a:rPr>
              <a:t>1</a:t>
            </a:r>
            <a:endParaRPr kumimoji="0" lang="en-US" sz="900" b="0" i="0" u="none" strike="noStrike" kern="1200" cap="none" spc="0" normalizeH="0" baseline="30000" noProof="0">
              <a:ln>
                <a:noFill/>
              </a:ln>
              <a:solidFill>
                <a:srgbClr val="111918"/>
              </a:solidFill>
              <a:effectLst/>
              <a:uLnTx/>
              <a:uFillTx/>
              <a:latin typeface="Tahoma"/>
              <a:ea typeface="+mn-ea"/>
              <a:cs typeface="Tahoma" panose="020B0604030504040204" pitchFamily="34" charset="0"/>
            </a:endParaRPr>
          </a:p>
        </p:txBody>
      </p:sp>
      <p:sp>
        <p:nvSpPr>
          <p:cNvPr id="5" name="TextBox 4">
            <a:extLst>
              <a:ext uri="{FF2B5EF4-FFF2-40B4-BE49-F238E27FC236}">
                <a16:creationId xmlns:a16="http://schemas.microsoft.com/office/drawing/2014/main" id="{CDF05B94-BA9D-DD5B-FB5F-1AF0C7560312}"/>
              </a:ext>
            </a:extLst>
          </p:cNvPr>
          <p:cNvSpPr txBox="1">
            <a:spLocks/>
          </p:cNvSpPr>
          <p:nvPr/>
        </p:nvSpPr>
        <p:spPr>
          <a:xfrm>
            <a:off x="572127" y="2818614"/>
            <a:ext cx="1227900" cy="430887"/>
          </a:xfrm>
          <a:prstGeom prst="rect">
            <a:avLst/>
          </a:prstGeom>
        </p:spPr>
        <p:txBody>
          <a:bodyPr vert="horz" wrap="non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Tech &amp; AI </a:t>
            </a:r>
            <a:b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b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Experimenter</a:t>
            </a:r>
          </a:p>
        </p:txBody>
      </p:sp>
      <p:sp>
        <p:nvSpPr>
          <p:cNvPr id="6" name="Freeform 755">
            <a:extLst>
              <a:ext uri="{FF2B5EF4-FFF2-40B4-BE49-F238E27FC236}">
                <a16:creationId xmlns:a16="http://schemas.microsoft.com/office/drawing/2014/main" id="{3C013D31-FA3E-2D33-B5E5-B3142B172529}"/>
              </a:ext>
            </a:extLst>
          </p:cNvPr>
          <p:cNvSpPr/>
          <p:nvPr/>
        </p:nvSpPr>
        <p:spPr bwMode="gray">
          <a:xfrm>
            <a:off x="2888595" y="2849027"/>
            <a:ext cx="433754" cy="499682"/>
          </a:xfrm>
          <a:custGeom>
            <a:avLst/>
            <a:gdLst>
              <a:gd name="T0" fmla="*/ 2147483647 w 435"/>
              <a:gd name="T1" fmla="*/ 2147483647 h 222"/>
              <a:gd name="T2" fmla="*/ 2147483647 w 435"/>
              <a:gd name="T3" fmla="*/ 0 h 222"/>
              <a:gd name="T4" fmla="*/ 0 w 435"/>
              <a:gd name="T5" fmla="*/ 2147483647 h 222"/>
              <a:gd name="T6" fmla="*/ 0 w 435"/>
              <a:gd name="T7" fmla="*/ 2147483647 h 222"/>
              <a:gd name="T8" fmla="*/ 0 60000 65536"/>
              <a:gd name="T9" fmla="*/ 0 60000 65536"/>
              <a:gd name="T10" fmla="*/ 0 60000 65536"/>
              <a:gd name="T11" fmla="*/ 0 60000 65536"/>
              <a:gd name="T12" fmla="*/ 0 w 435"/>
              <a:gd name="T13" fmla="*/ 0 h 222"/>
              <a:gd name="T14" fmla="*/ 435 w 435"/>
              <a:gd name="T15" fmla="*/ 222 h 222"/>
            </a:gdLst>
            <a:ahLst/>
            <a:cxnLst>
              <a:cxn ang="T8">
                <a:pos x="T0" y="T1"/>
              </a:cxn>
              <a:cxn ang="T9">
                <a:pos x="T2" y="T3"/>
              </a:cxn>
              <a:cxn ang="T10">
                <a:pos x="T4" y="T5"/>
              </a:cxn>
              <a:cxn ang="T11">
                <a:pos x="T6" y="T7"/>
              </a:cxn>
            </a:cxnLst>
            <a:rect l="T12" t="T13" r="T14" b="T15"/>
            <a:pathLst>
              <a:path w="435" h="221">
                <a:moveTo>
                  <a:pt x="434" y="221"/>
                </a:moveTo>
                <a:lnTo>
                  <a:pt x="434" y="0"/>
                </a:lnTo>
                <a:lnTo>
                  <a:pt x="0" y="81"/>
                </a:lnTo>
                <a:lnTo>
                  <a:pt x="0" y="221"/>
                </a:lnTo>
              </a:path>
            </a:pathLst>
          </a:custGeom>
          <a:solidFill>
            <a:schemeClr val="accent2">
              <a:lumMod val="20000"/>
              <a:lumOff val="80000"/>
            </a:schemeClr>
          </a:solidFill>
          <a:ln w="9525">
            <a:solidFill>
              <a:srgbClr val="D0D0D0"/>
            </a:solidFill>
            <a:round/>
          </a:ln>
        </p:spPr>
        <p:txBody>
          <a:bodyPr lIns="91060" tIns="45530" rIns="91060" bIns="45530"/>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7" name="Freeform 756">
            <a:extLst>
              <a:ext uri="{FF2B5EF4-FFF2-40B4-BE49-F238E27FC236}">
                <a16:creationId xmlns:a16="http://schemas.microsoft.com/office/drawing/2014/main" id="{D38B6643-60C2-910A-3356-12DCBD70949F}"/>
              </a:ext>
            </a:extLst>
          </p:cNvPr>
          <p:cNvSpPr/>
          <p:nvPr/>
        </p:nvSpPr>
        <p:spPr bwMode="gray">
          <a:xfrm>
            <a:off x="554735" y="2348806"/>
            <a:ext cx="8298068" cy="999903"/>
          </a:xfrm>
          <a:custGeom>
            <a:avLst/>
            <a:gdLst>
              <a:gd name="T0" fmla="*/ 0 w 4352"/>
              <a:gd name="T1" fmla="*/ 608 h 609"/>
              <a:gd name="T2" fmla="*/ 1090 w 4352"/>
              <a:gd name="T3" fmla="*/ 608 h 609"/>
              <a:gd name="T4" fmla="*/ 1090 w 4352"/>
              <a:gd name="T5" fmla="*/ 403 h 609"/>
              <a:gd name="T6" fmla="*/ 2179 w 4352"/>
              <a:gd name="T7" fmla="*/ 403 h 609"/>
              <a:gd name="T8" fmla="*/ 2179 w 4352"/>
              <a:gd name="T9" fmla="*/ 197 h 609"/>
              <a:gd name="T10" fmla="*/ 3253 w 4352"/>
              <a:gd name="T11" fmla="*/ 197 h 609"/>
              <a:gd name="T12" fmla="*/ 3253 w 4352"/>
              <a:gd name="T13" fmla="*/ 0 h 609"/>
              <a:gd name="T14" fmla="*/ 4351 w 4352"/>
              <a:gd name="T15" fmla="*/ 0 h 609"/>
              <a:gd name="connsiteX0" fmla="*/ 0 w 10000"/>
              <a:gd name="connsiteY0" fmla="*/ 6760 h 6760"/>
              <a:gd name="connsiteX1" fmla="*/ 3351 w 10000"/>
              <a:gd name="connsiteY1" fmla="*/ 6760 h 6760"/>
              <a:gd name="connsiteX2" fmla="*/ 3351 w 10000"/>
              <a:gd name="connsiteY2" fmla="*/ 3388 h 6760"/>
              <a:gd name="connsiteX3" fmla="*/ 6698 w 10000"/>
              <a:gd name="connsiteY3" fmla="*/ 3388 h 6760"/>
              <a:gd name="connsiteX4" fmla="*/ 6698 w 10000"/>
              <a:gd name="connsiteY4" fmla="*/ 0 h 6760"/>
              <a:gd name="connsiteX5" fmla="*/ 10000 w 10000"/>
              <a:gd name="connsiteY5" fmla="*/ 0 h 6760"/>
              <a:gd name="connsiteX6" fmla="*/ 7475 w 7475"/>
              <a:gd name="connsiteY6" fmla="*/ 0 h 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6760">
                <a:moveTo>
                  <a:pt x="0" y="6760"/>
                </a:moveTo>
                <a:lnTo>
                  <a:pt x="3351" y="6760"/>
                </a:lnTo>
                <a:lnTo>
                  <a:pt x="3351" y="3388"/>
                </a:lnTo>
                <a:lnTo>
                  <a:pt x="6698" y="3388"/>
                </a:lnTo>
                <a:lnTo>
                  <a:pt x="6698" y="0"/>
                </a:lnTo>
                <a:lnTo>
                  <a:pt x="10000" y="0"/>
                </a:lnTo>
              </a:path>
            </a:pathLst>
          </a:custGeom>
          <a:noFill/>
          <a:ln w="28575" cap="rnd" cmpd="sng">
            <a:solidFill>
              <a:schemeClr val="accent2">
                <a:lumMod val="20000"/>
                <a:lumOff val="80000"/>
              </a:schemeClr>
            </a:solidFill>
            <a:prstDash val="solid"/>
            <a:round/>
            <a:headEnd type="none" w="sm" len="sm"/>
            <a:tailEnd type="none" w="sm" len="sm"/>
          </a:ln>
          <a:effectLst/>
        </p:spPr>
        <p:txBody>
          <a:bodyPr lIns="91060" tIns="45530" rIns="91060" bIns="45530">
            <a:noAutofit/>
          </a:bodyPr>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Tahoma" panose="020B0604030504040204" pitchFamily="34" charset="0"/>
              <a:cs typeface="Tahoma" panose="020B0604030504040204" pitchFamily="34" charset="0"/>
            </a:endParaRPr>
          </a:p>
        </p:txBody>
      </p:sp>
      <p:sp>
        <p:nvSpPr>
          <p:cNvPr id="8" name="Freeform 755">
            <a:extLst>
              <a:ext uri="{FF2B5EF4-FFF2-40B4-BE49-F238E27FC236}">
                <a16:creationId xmlns:a16="http://schemas.microsoft.com/office/drawing/2014/main" id="{AF8E71E4-1AF3-C46B-F2A1-A02F95773702}"/>
              </a:ext>
            </a:extLst>
          </p:cNvPr>
          <p:cNvSpPr/>
          <p:nvPr/>
        </p:nvSpPr>
        <p:spPr bwMode="gray">
          <a:xfrm>
            <a:off x="5670853" y="2339136"/>
            <a:ext cx="433754" cy="499682"/>
          </a:xfrm>
          <a:custGeom>
            <a:avLst/>
            <a:gdLst>
              <a:gd name="T0" fmla="*/ 2147483647 w 435"/>
              <a:gd name="T1" fmla="*/ 2147483647 h 222"/>
              <a:gd name="T2" fmla="*/ 2147483647 w 435"/>
              <a:gd name="T3" fmla="*/ 0 h 222"/>
              <a:gd name="T4" fmla="*/ 0 w 435"/>
              <a:gd name="T5" fmla="*/ 2147483647 h 222"/>
              <a:gd name="T6" fmla="*/ 0 w 435"/>
              <a:gd name="T7" fmla="*/ 2147483647 h 222"/>
              <a:gd name="T8" fmla="*/ 0 60000 65536"/>
              <a:gd name="T9" fmla="*/ 0 60000 65536"/>
              <a:gd name="T10" fmla="*/ 0 60000 65536"/>
              <a:gd name="T11" fmla="*/ 0 60000 65536"/>
              <a:gd name="T12" fmla="*/ 0 w 435"/>
              <a:gd name="T13" fmla="*/ 0 h 222"/>
              <a:gd name="T14" fmla="*/ 435 w 435"/>
              <a:gd name="T15" fmla="*/ 222 h 222"/>
            </a:gdLst>
            <a:ahLst/>
            <a:cxnLst>
              <a:cxn ang="T8">
                <a:pos x="T0" y="T1"/>
              </a:cxn>
              <a:cxn ang="T9">
                <a:pos x="T2" y="T3"/>
              </a:cxn>
              <a:cxn ang="T10">
                <a:pos x="T4" y="T5"/>
              </a:cxn>
              <a:cxn ang="T11">
                <a:pos x="T6" y="T7"/>
              </a:cxn>
            </a:cxnLst>
            <a:rect l="T12" t="T13" r="T14" b="T15"/>
            <a:pathLst>
              <a:path w="435" h="221">
                <a:moveTo>
                  <a:pt x="434" y="221"/>
                </a:moveTo>
                <a:lnTo>
                  <a:pt x="434" y="0"/>
                </a:lnTo>
                <a:lnTo>
                  <a:pt x="0" y="81"/>
                </a:lnTo>
                <a:lnTo>
                  <a:pt x="0" y="221"/>
                </a:lnTo>
              </a:path>
            </a:pathLst>
          </a:custGeom>
          <a:solidFill>
            <a:schemeClr val="accent2">
              <a:lumMod val="20000"/>
              <a:lumOff val="80000"/>
            </a:schemeClr>
          </a:solidFill>
          <a:ln w="9525">
            <a:solidFill>
              <a:srgbClr val="D0D0D0"/>
            </a:solidFill>
            <a:round/>
          </a:ln>
        </p:spPr>
        <p:txBody>
          <a:bodyPr lIns="91060" tIns="45530" rIns="91060" bIns="45530"/>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9" name="Freeform 755">
            <a:extLst>
              <a:ext uri="{FF2B5EF4-FFF2-40B4-BE49-F238E27FC236}">
                <a16:creationId xmlns:a16="http://schemas.microsoft.com/office/drawing/2014/main" id="{89772123-F4B4-15F2-063A-B1BE4F195EAA}"/>
              </a:ext>
            </a:extLst>
          </p:cNvPr>
          <p:cNvSpPr/>
          <p:nvPr/>
        </p:nvSpPr>
        <p:spPr bwMode="gray">
          <a:xfrm>
            <a:off x="8435039" y="1850768"/>
            <a:ext cx="433754" cy="499682"/>
          </a:xfrm>
          <a:custGeom>
            <a:avLst/>
            <a:gdLst>
              <a:gd name="T0" fmla="*/ 2147483647 w 435"/>
              <a:gd name="T1" fmla="*/ 2147483647 h 222"/>
              <a:gd name="T2" fmla="*/ 2147483647 w 435"/>
              <a:gd name="T3" fmla="*/ 0 h 222"/>
              <a:gd name="T4" fmla="*/ 0 w 435"/>
              <a:gd name="T5" fmla="*/ 2147483647 h 222"/>
              <a:gd name="T6" fmla="*/ 0 w 435"/>
              <a:gd name="T7" fmla="*/ 2147483647 h 222"/>
              <a:gd name="T8" fmla="*/ 0 60000 65536"/>
              <a:gd name="T9" fmla="*/ 0 60000 65536"/>
              <a:gd name="T10" fmla="*/ 0 60000 65536"/>
              <a:gd name="T11" fmla="*/ 0 60000 65536"/>
              <a:gd name="T12" fmla="*/ 0 w 435"/>
              <a:gd name="T13" fmla="*/ 0 h 222"/>
              <a:gd name="T14" fmla="*/ 435 w 435"/>
              <a:gd name="T15" fmla="*/ 222 h 222"/>
            </a:gdLst>
            <a:ahLst/>
            <a:cxnLst>
              <a:cxn ang="T8">
                <a:pos x="T0" y="T1"/>
              </a:cxn>
              <a:cxn ang="T9">
                <a:pos x="T2" y="T3"/>
              </a:cxn>
              <a:cxn ang="T10">
                <a:pos x="T4" y="T5"/>
              </a:cxn>
              <a:cxn ang="T11">
                <a:pos x="T6" y="T7"/>
              </a:cxn>
            </a:cxnLst>
            <a:rect l="T12" t="T13" r="T14" b="T15"/>
            <a:pathLst>
              <a:path w="435" h="221">
                <a:moveTo>
                  <a:pt x="434" y="221"/>
                </a:moveTo>
                <a:lnTo>
                  <a:pt x="434" y="0"/>
                </a:lnTo>
                <a:lnTo>
                  <a:pt x="0" y="81"/>
                </a:lnTo>
                <a:lnTo>
                  <a:pt x="0" y="221"/>
                </a:lnTo>
              </a:path>
            </a:pathLst>
          </a:custGeom>
          <a:solidFill>
            <a:schemeClr val="accent2">
              <a:lumMod val="20000"/>
              <a:lumOff val="80000"/>
            </a:schemeClr>
          </a:solidFill>
          <a:ln w="9525">
            <a:noFill/>
            <a:round/>
          </a:ln>
        </p:spPr>
        <p:txBody>
          <a:bodyPr lIns="91060" tIns="45530" rIns="91060" bIns="45530"/>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10" name="Freeform 756">
            <a:extLst>
              <a:ext uri="{FF2B5EF4-FFF2-40B4-BE49-F238E27FC236}">
                <a16:creationId xmlns:a16="http://schemas.microsoft.com/office/drawing/2014/main" id="{D59B04EA-14FC-F553-6D52-52D6133215A6}"/>
              </a:ext>
            </a:extLst>
          </p:cNvPr>
          <p:cNvSpPr/>
          <p:nvPr/>
        </p:nvSpPr>
        <p:spPr bwMode="gray">
          <a:xfrm>
            <a:off x="8870195" y="1866720"/>
            <a:ext cx="2767068" cy="482086"/>
          </a:xfrm>
          <a:custGeom>
            <a:avLst/>
            <a:gdLst>
              <a:gd name="T0" fmla="*/ 0 w 4352"/>
              <a:gd name="T1" fmla="*/ 608 h 609"/>
              <a:gd name="T2" fmla="*/ 1090 w 4352"/>
              <a:gd name="T3" fmla="*/ 608 h 609"/>
              <a:gd name="T4" fmla="*/ 1090 w 4352"/>
              <a:gd name="T5" fmla="*/ 403 h 609"/>
              <a:gd name="T6" fmla="*/ 2179 w 4352"/>
              <a:gd name="T7" fmla="*/ 403 h 609"/>
              <a:gd name="T8" fmla="*/ 2179 w 4352"/>
              <a:gd name="T9" fmla="*/ 197 h 609"/>
              <a:gd name="T10" fmla="*/ 3253 w 4352"/>
              <a:gd name="T11" fmla="*/ 197 h 609"/>
              <a:gd name="T12" fmla="*/ 3253 w 4352"/>
              <a:gd name="T13" fmla="*/ 0 h 609"/>
              <a:gd name="T14" fmla="*/ 4351 w 4352"/>
              <a:gd name="T15" fmla="*/ 0 h 609"/>
              <a:gd name="connsiteX0" fmla="*/ 0 w 10000"/>
              <a:gd name="connsiteY0" fmla="*/ 4988 h 4988"/>
              <a:gd name="connsiteX1" fmla="*/ 0 w 10000"/>
              <a:gd name="connsiteY1" fmla="*/ 0 h 4988"/>
              <a:gd name="connsiteX2" fmla="*/ 10000 w 10000"/>
              <a:gd name="connsiteY2" fmla="*/ 0 h 4988"/>
              <a:gd name="connsiteX3" fmla="*/ 5034 w 5034"/>
              <a:gd name="connsiteY3" fmla="*/ 0 h 10000"/>
              <a:gd name="connsiteX4" fmla="*/ 6649 w 6649"/>
              <a:gd name="connsiteY4" fmla="*/ 0 h 10000"/>
              <a:gd name="connsiteX5" fmla="*/ 10000 w 10000"/>
              <a:gd name="connsiteY5" fmla="*/ 0 h 6760"/>
              <a:gd name="connsiteX6" fmla="*/ 7475 w 7475"/>
              <a:gd name="connsiteY6" fmla="*/ 0 h 9984"/>
            </a:gdLst>
            <a:ahLst/>
            <a:cxnLst>
              <a:cxn ang="0">
                <a:pos x="connsiteX0" y="connsiteY0"/>
              </a:cxn>
              <a:cxn ang="0">
                <a:pos x="connsiteX1" y="connsiteY1"/>
              </a:cxn>
              <a:cxn ang="0">
                <a:pos x="connsiteX2" y="connsiteY2"/>
              </a:cxn>
            </a:cxnLst>
            <a:rect l="l" t="t" r="r" b="b"/>
            <a:pathLst>
              <a:path w="10000" h="4988">
                <a:moveTo>
                  <a:pt x="0" y="4988"/>
                </a:moveTo>
                <a:lnTo>
                  <a:pt x="0" y="0"/>
                </a:lnTo>
                <a:lnTo>
                  <a:pt x="10000" y="0"/>
                </a:lnTo>
              </a:path>
            </a:pathLst>
          </a:custGeom>
          <a:noFill/>
          <a:ln w="28575" cap="rnd" cmpd="sng">
            <a:solidFill>
              <a:schemeClr val="accent2">
                <a:lumMod val="20000"/>
                <a:lumOff val="80000"/>
              </a:schemeClr>
            </a:solidFill>
            <a:prstDash val="solid"/>
            <a:round/>
            <a:headEnd type="none" w="sm" len="sm"/>
            <a:tailEnd type="none" w="sm" len="sm"/>
          </a:ln>
          <a:effectLst/>
        </p:spPr>
        <p:txBody>
          <a:bodyPr lIns="91060" tIns="45530" rIns="91060" bIns="45530">
            <a:noAutofit/>
          </a:bodyPr>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9CA59E8D-2244-D127-2B61-666473CF05ED}"/>
              </a:ext>
            </a:extLst>
          </p:cNvPr>
          <p:cNvSpPr txBox="1">
            <a:spLocks/>
          </p:cNvSpPr>
          <p:nvPr/>
        </p:nvSpPr>
        <p:spPr>
          <a:xfrm>
            <a:off x="3451693" y="2321275"/>
            <a:ext cx="937757" cy="430887"/>
          </a:xfrm>
          <a:prstGeom prst="rect">
            <a:avLst/>
          </a:prstGeom>
        </p:spPr>
        <p:txBody>
          <a:bodyPr vert="horz" wrap="non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Tech &amp; AI </a:t>
            </a:r>
            <a:b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b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Emerger</a:t>
            </a:r>
          </a:p>
        </p:txBody>
      </p:sp>
      <p:sp>
        <p:nvSpPr>
          <p:cNvPr id="12" name="TextBox 11">
            <a:extLst>
              <a:ext uri="{FF2B5EF4-FFF2-40B4-BE49-F238E27FC236}">
                <a16:creationId xmlns:a16="http://schemas.microsoft.com/office/drawing/2014/main" id="{30593155-3C7D-35F4-1AC4-69954B9FBF37}"/>
              </a:ext>
            </a:extLst>
          </p:cNvPr>
          <p:cNvSpPr txBox="1">
            <a:spLocks/>
          </p:cNvSpPr>
          <p:nvPr/>
        </p:nvSpPr>
        <p:spPr>
          <a:xfrm>
            <a:off x="6262369" y="1848340"/>
            <a:ext cx="1007189"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Tech &amp; AI Scaler</a:t>
            </a:r>
          </a:p>
        </p:txBody>
      </p:sp>
      <p:sp>
        <p:nvSpPr>
          <p:cNvPr id="13" name="TextBox 12">
            <a:extLst>
              <a:ext uri="{FF2B5EF4-FFF2-40B4-BE49-F238E27FC236}">
                <a16:creationId xmlns:a16="http://schemas.microsoft.com/office/drawing/2014/main" id="{7BFB197B-D41C-BCE6-7288-3895D9CC1AFD}"/>
              </a:ext>
            </a:extLst>
          </p:cNvPr>
          <p:cNvSpPr txBox="1">
            <a:spLocks/>
          </p:cNvSpPr>
          <p:nvPr/>
        </p:nvSpPr>
        <p:spPr>
          <a:xfrm>
            <a:off x="9005711" y="1583449"/>
            <a:ext cx="1553310" cy="215444"/>
          </a:xfrm>
          <a:prstGeom prst="rect">
            <a:avLst/>
          </a:prstGeom>
        </p:spPr>
        <p:txBody>
          <a:bodyPr vert="horz" wrap="non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Tech &amp; AI Leader</a:t>
            </a:r>
          </a:p>
        </p:txBody>
      </p:sp>
      <p:sp>
        <p:nvSpPr>
          <p:cNvPr id="30" name="Oval 29">
            <a:extLst>
              <a:ext uri="{FF2B5EF4-FFF2-40B4-BE49-F238E27FC236}">
                <a16:creationId xmlns:a16="http://schemas.microsoft.com/office/drawing/2014/main" id="{4C846900-3516-2791-9929-3C8E8831C9F1}"/>
              </a:ext>
            </a:extLst>
          </p:cNvPr>
          <p:cNvSpPr/>
          <p:nvPr/>
        </p:nvSpPr>
        <p:spPr>
          <a:xfrm>
            <a:off x="2152468" y="2994153"/>
            <a:ext cx="652617" cy="25192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6%</a:t>
            </a:r>
          </a:p>
        </p:txBody>
      </p:sp>
      <p:sp>
        <p:nvSpPr>
          <p:cNvPr id="33" name="Oval 32">
            <a:extLst>
              <a:ext uri="{FF2B5EF4-FFF2-40B4-BE49-F238E27FC236}">
                <a16:creationId xmlns:a16="http://schemas.microsoft.com/office/drawing/2014/main" id="{53511188-A786-84A5-1751-325132C58EF4}"/>
              </a:ext>
            </a:extLst>
          </p:cNvPr>
          <p:cNvSpPr/>
          <p:nvPr/>
        </p:nvSpPr>
        <p:spPr>
          <a:xfrm>
            <a:off x="4960626" y="2525982"/>
            <a:ext cx="652617" cy="25192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53%</a:t>
            </a:r>
          </a:p>
        </p:txBody>
      </p:sp>
      <p:sp>
        <p:nvSpPr>
          <p:cNvPr id="34" name="Oval 33">
            <a:extLst>
              <a:ext uri="{FF2B5EF4-FFF2-40B4-BE49-F238E27FC236}">
                <a16:creationId xmlns:a16="http://schemas.microsoft.com/office/drawing/2014/main" id="{994B529A-6F36-13DB-BA20-84D153FE9BCA}"/>
              </a:ext>
            </a:extLst>
          </p:cNvPr>
          <p:cNvSpPr/>
          <p:nvPr/>
        </p:nvSpPr>
        <p:spPr>
          <a:xfrm>
            <a:off x="7680233" y="2027301"/>
            <a:ext cx="652617" cy="25192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Tahoma"/>
                <a:ea typeface="+mn-ea"/>
                <a:cs typeface="Tahoma" panose="020B0604030504040204" pitchFamily="34" charset="0"/>
              </a:rPr>
              <a:t>35%</a:t>
            </a:r>
          </a:p>
        </p:txBody>
      </p:sp>
      <p:sp>
        <p:nvSpPr>
          <p:cNvPr id="35" name="Oval 34">
            <a:extLst>
              <a:ext uri="{FF2B5EF4-FFF2-40B4-BE49-F238E27FC236}">
                <a16:creationId xmlns:a16="http://schemas.microsoft.com/office/drawing/2014/main" id="{05D6D707-4F24-7356-42F1-21F932811B8A}"/>
              </a:ext>
            </a:extLst>
          </p:cNvPr>
          <p:cNvSpPr/>
          <p:nvPr/>
        </p:nvSpPr>
        <p:spPr>
          <a:xfrm>
            <a:off x="10947589" y="1529389"/>
            <a:ext cx="652617" cy="25192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6%</a:t>
            </a:r>
          </a:p>
        </p:txBody>
      </p:sp>
      <p:sp>
        <p:nvSpPr>
          <p:cNvPr id="51" name="TextBox 50">
            <a:extLst>
              <a:ext uri="{FF2B5EF4-FFF2-40B4-BE49-F238E27FC236}">
                <a16:creationId xmlns:a16="http://schemas.microsoft.com/office/drawing/2014/main" id="{F628BB41-5A5C-D275-5ED6-108AE4D13F3D}"/>
              </a:ext>
            </a:extLst>
          </p:cNvPr>
          <p:cNvSpPr txBox="1"/>
          <p:nvPr/>
        </p:nvSpPr>
        <p:spPr>
          <a:xfrm>
            <a:off x="4922441" y="5729352"/>
            <a:ext cx="2347117" cy="338554"/>
          </a:xfrm>
          <a:prstGeom prst="rect">
            <a:avLst/>
          </a:prstGeom>
          <a:noFill/>
          <a:ln w="6350">
            <a:noFill/>
            <a:miter lim="800000"/>
          </a:ln>
        </p:spPr>
        <p:txBody>
          <a:bodyPr wrap="none">
            <a:sp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Maturity archetypes</a:t>
            </a:r>
            <a:r>
              <a:rPr kumimoji="0" lang="en-US" sz="1600" b="1" i="0" u="none" strike="noStrike" kern="1200" cap="none" spc="0" normalizeH="0" baseline="30000" noProof="0">
                <a:ln>
                  <a:noFill/>
                </a:ln>
                <a:solidFill>
                  <a:srgbClr val="111918"/>
                </a:solidFill>
                <a:effectLst/>
                <a:uLnTx/>
                <a:uFillTx/>
                <a:latin typeface="Tahoma"/>
                <a:ea typeface="+mn-ea"/>
                <a:cs typeface="Tahoma" panose="020B0604030504040204" pitchFamily="34" charset="0"/>
              </a:rPr>
              <a:t>2</a:t>
            </a:r>
          </a:p>
        </p:txBody>
      </p:sp>
      <p:cxnSp>
        <p:nvCxnSpPr>
          <p:cNvPr id="52" name="Straight Arrow Connector 51">
            <a:extLst>
              <a:ext uri="{FF2B5EF4-FFF2-40B4-BE49-F238E27FC236}">
                <a16:creationId xmlns:a16="http://schemas.microsoft.com/office/drawing/2014/main" id="{FE64F691-8062-6D79-133F-343B64AE2C3A}"/>
              </a:ext>
            </a:extLst>
          </p:cNvPr>
          <p:cNvCxnSpPr>
            <a:cxnSpLocks/>
          </p:cNvCxnSpPr>
          <p:nvPr/>
        </p:nvCxnSpPr>
        <p:spPr>
          <a:xfrm>
            <a:off x="7195819" y="5985256"/>
            <a:ext cx="4441444" cy="0"/>
          </a:xfrm>
          <a:prstGeom prst="straightConnector1">
            <a:avLst/>
          </a:prstGeom>
          <a:ln w="19050" cap="sq">
            <a:solidFill>
              <a:schemeClr val="tx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B7DF49C-FF3D-B347-4394-75DCA5C96AB6}"/>
              </a:ext>
            </a:extLst>
          </p:cNvPr>
          <p:cNvCxnSpPr>
            <a:cxnSpLocks/>
          </p:cNvCxnSpPr>
          <p:nvPr/>
        </p:nvCxnSpPr>
        <p:spPr>
          <a:xfrm flipH="1" flipV="1">
            <a:off x="554736" y="5898629"/>
            <a:ext cx="4441444" cy="0"/>
          </a:xfrm>
          <a:prstGeom prst="straightConnector1">
            <a:avLst/>
          </a:prstGeom>
          <a:ln w="19050" cap="sq">
            <a:solidFill>
              <a:schemeClr val="tx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5. Source">
            <a:extLst>
              <a:ext uri="{FF2B5EF4-FFF2-40B4-BE49-F238E27FC236}">
                <a16:creationId xmlns:a16="http://schemas.microsoft.com/office/drawing/2014/main" id="{32CB8596-571D-3A47-8BCE-17B514881243}"/>
              </a:ext>
            </a:extLst>
          </p:cNvPr>
          <p:cNvSpPr txBox="1"/>
          <p:nvPr>
            <p:custDataLst>
              <p:tags r:id="rId2"/>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o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Source: McKinsey Tech &amp; AI Quotient</a:t>
            </a:r>
          </a:p>
        </p:txBody>
      </p:sp>
      <p:sp>
        <p:nvSpPr>
          <p:cNvPr id="38" name="4. Footnote">
            <a:extLst>
              <a:ext uri="{FF2B5EF4-FFF2-40B4-BE49-F238E27FC236}">
                <a16:creationId xmlns:a16="http://schemas.microsoft.com/office/drawing/2014/main" id="{40A6C4E4-7392-456B-2D62-6C0122AAAD35}"/>
              </a:ext>
            </a:extLst>
          </p:cNvPr>
          <p:cNvSpPr txBox="1">
            <a:spLocks/>
          </p:cNvSpPr>
          <p:nvPr>
            <p:custDataLst>
              <p:tags r:id="rId3"/>
            </p:custDataLst>
          </p:nvPr>
        </p:nvSpPr>
        <p:spPr>
          <a:xfrm>
            <a:off x="554736" y="6207683"/>
            <a:ext cx="11082528" cy="24622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19075"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Based on 800+ organizations in the McKinsey AI Quotient database</a:t>
            </a:r>
          </a:p>
          <a:p>
            <a:pPr marL="219075"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Archetypes are defined based on Tech &amp; AI maturity score on a 1-5 scale. Tech &amp; AI Experimenter: Score 1-2, Tech &amp; AI Emerger: Score 2-3, Tech &amp; AI Scaler: Score 3-4, Tech &amp; AI Leader: Score 4-5</a:t>
            </a:r>
          </a:p>
        </p:txBody>
      </p:sp>
      <p:sp>
        <p:nvSpPr>
          <p:cNvPr id="41" name="TextBox 40">
            <a:extLst>
              <a:ext uri="{FF2B5EF4-FFF2-40B4-BE49-F238E27FC236}">
                <a16:creationId xmlns:a16="http://schemas.microsoft.com/office/drawing/2014/main" id="{B7350392-0EFB-2F9E-5F86-9C00A72DBC11}"/>
              </a:ext>
            </a:extLst>
          </p:cNvPr>
          <p:cNvSpPr txBox="1"/>
          <p:nvPr/>
        </p:nvSpPr>
        <p:spPr>
          <a:xfrm>
            <a:off x="572127" y="3478140"/>
            <a:ext cx="2605732" cy="235449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Tech &amp; AI efforts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are exploratory and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not linked to priority value pools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or business outcomes</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Ownership and decision rights are unclear</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work is siloed and not organized around domains or products</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Platforms and data are fragmented</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with limited reuse and weak governance</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Adoption is local and inconsistent;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value is not tracked and risks are managed reactively</a:t>
            </a:r>
          </a:p>
        </p:txBody>
      </p:sp>
      <p:sp>
        <p:nvSpPr>
          <p:cNvPr id="43" name="TextBox 42">
            <a:extLst>
              <a:ext uri="{FF2B5EF4-FFF2-40B4-BE49-F238E27FC236}">
                <a16:creationId xmlns:a16="http://schemas.microsoft.com/office/drawing/2014/main" id="{B0D3C0F2-26F7-9C31-ABCC-11ECB7FF6848}"/>
              </a:ext>
            </a:extLst>
          </p:cNvPr>
          <p:cNvSpPr txBox="1"/>
          <p:nvPr/>
        </p:nvSpPr>
        <p:spPr>
          <a:xfrm>
            <a:off x="3451692" y="2983605"/>
            <a:ext cx="2494578" cy="24852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Priority domains and roadmaps are defined</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but links to measurable outcomes are variable</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Cross-functional teams are forming</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but ways of working and accountability vary across domains</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Shared platforms and data foundations are emerging</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but modularity, quality, and governance are inconsistent</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Some solutions scale, but adoption and value realization vary</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risk controls exist but are not consistently applied</a:t>
            </a:r>
          </a:p>
        </p:txBody>
      </p:sp>
      <p:sp>
        <p:nvSpPr>
          <p:cNvPr id="45" name="TextBox 44">
            <a:extLst>
              <a:ext uri="{FF2B5EF4-FFF2-40B4-BE49-F238E27FC236}">
                <a16:creationId xmlns:a16="http://schemas.microsoft.com/office/drawing/2014/main" id="{458D889E-47B7-EE06-FBF8-C82C3811C002}"/>
              </a:ext>
            </a:extLst>
          </p:cNvPr>
          <p:cNvSpPr txBox="1"/>
          <p:nvPr/>
        </p:nvSpPr>
        <p:spPr>
          <a:xfrm>
            <a:off x="6237298" y="2476921"/>
            <a:ext cx="2494578" cy="231601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Tech &amp; AI is scaling across priority domains</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with clear value pools and measurable business impact</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Stable product/domain teams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operate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with clear ownership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consistent ways of working</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Modular platforms and trusted data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enable reuse, speed, and scalable AI deployment</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Solutions are systematically scaled with KPIs</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governance, and embedded risk controls</a:t>
            </a:r>
          </a:p>
        </p:txBody>
      </p:sp>
      <p:sp>
        <p:nvSpPr>
          <p:cNvPr id="47" name="TextBox 46">
            <a:extLst>
              <a:ext uri="{FF2B5EF4-FFF2-40B4-BE49-F238E27FC236}">
                <a16:creationId xmlns:a16="http://schemas.microsoft.com/office/drawing/2014/main" id="{63A3860A-F026-8DB7-7F96-BDE957CD30D2}"/>
              </a:ext>
            </a:extLst>
          </p:cNvPr>
          <p:cNvSpPr txBox="1"/>
          <p:nvPr/>
        </p:nvSpPr>
        <p:spPr>
          <a:xfrm>
            <a:off x="9005709" y="1985593"/>
            <a:ext cx="2648946" cy="25622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Tech &amp; AI shapes enterprise strategy</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driving growth, operating leverage, and competitive advantage</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Leadership is AI fluent</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roles and workflows are redesigned for AI-augmented and agentic ways of working</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AI-ready architecture and governed data products</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enable rapid, secure innovation at scale</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Adoption is enterprise-wide; value is continuously optimized</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and risk is proactively managed with strong digital trust</a:t>
            </a:r>
          </a:p>
        </p:txBody>
      </p:sp>
      <p:grpSp>
        <p:nvGrpSpPr>
          <p:cNvPr id="15" name="Group 14">
            <a:extLst>
              <a:ext uri="{FF2B5EF4-FFF2-40B4-BE49-F238E27FC236}">
                <a16:creationId xmlns:a16="http://schemas.microsoft.com/office/drawing/2014/main" id="{5C9F1980-5D70-CC0B-5052-8B2DBC1E79CD}"/>
              </a:ext>
            </a:extLst>
          </p:cNvPr>
          <p:cNvGrpSpPr/>
          <p:nvPr/>
        </p:nvGrpSpPr>
        <p:grpSpPr>
          <a:xfrm>
            <a:off x="3781392" y="1333460"/>
            <a:ext cx="877305" cy="1500089"/>
            <a:chOff x="3781392" y="1333460"/>
            <a:chExt cx="877305" cy="1500089"/>
          </a:xfrm>
        </p:grpSpPr>
        <p:sp>
          <p:nvSpPr>
            <p:cNvPr id="19" name="Freeform: Shape 18">
              <a:extLst>
                <a:ext uri="{FF2B5EF4-FFF2-40B4-BE49-F238E27FC236}">
                  <a16:creationId xmlns:a16="http://schemas.microsoft.com/office/drawing/2014/main" id="{A8368CF5-0039-048F-D33C-FBD1A55A9EF4}"/>
                </a:ext>
              </a:extLst>
            </p:cNvPr>
            <p:cNvSpPr/>
            <p:nvPr/>
          </p:nvSpPr>
          <p:spPr>
            <a:xfrm flipV="1">
              <a:off x="3781392" y="1798893"/>
              <a:ext cx="877305" cy="1034656"/>
            </a:xfrm>
            <a:custGeom>
              <a:avLst/>
              <a:gdLst>
                <a:gd name="connsiteX0" fmla="*/ 0 w 1473200"/>
                <a:gd name="connsiteY0" fmla="*/ 800100 h 800100"/>
                <a:gd name="connsiteX1" fmla="*/ 1473200 w 1473200"/>
                <a:gd name="connsiteY1" fmla="*/ 800100 h 800100"/>
                <a:gd name="connsiteX2" fmla="*/ 1473200 w 1473200"/>
                <a:gd name="connsiteY2" fmla="*/ 0 h 800100"/>
              </a:gdLst>
              <a:ahLst/>
              <a:cxnLst>
                <a:cxn ang="0">
                  <a:pos x="connsiteX0" y="connsiteY0"/>
                </a:cxn>
                <a:cxn ang="0">
                  <a:pos x="connsiteX1" y="connsiteY1"/>
                </a:cxn>
                <a:cxn ang="0">
                  <a:pos x="connsiteX2" y="connsiteY2"/>
                </a:cxn>
              </a:cxnLst>
              <a:rect l="l" t="t" r="r" b="b"/>
              <a:pathLst>
                <a:path w="1473200" h="800100">
                  <a:moveTo>
                    <a:pt x="0" y="800100"/>
                  </a:moveTo>
                  <a:lnTo>
                    <a:pt x="1473200" y="800100"/>
                  </a:lnTo>
                  <a:lnTo>
                    <a:pt x="1473200" y="0"/>
                  </a:lnTo>
                </a:path>
              </a:pathLst>
            </a:cu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18" name="TextBox 17">
              <a:extLst>
                <a:ext uri="{FF2B5EF4-FFF2-40B4-BE49-F238E27FC236}">
                  <a16:creationId xmlns:a16="http://schemas.microsoft.com/office/drawing/2014/main" id="{37F6A9F7-B2E3-14AF-F7A0-097C45B6F1F0}"/>
                </a:ext>
              </a:extLst>
            </p:cNvPr>
            <p:cNvSpPr txBox="1">
              <a:spLocks/>
            </p:cNvSpPr>
            <p:nvPr/>
          </p:nvSpPr>
          <p:spPr>
            <a:xfrm>
              <a:off x="3788929" y="1333460"/>
              <a:ext cx="862230" cy="58602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3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28</a:t>
              </a:r>
            </a:p>
          </p:txBody>
        </p:sp>
        <p:pic>
          <p:nvPicPr>
            <p:cNvPr id="14" name="Picture 13" descr="File:PASHA Bank Georgia logo (English ...">
              <a:extLst>
                <a:ext uri="{FF2B5EF4-FFF2-40B4-BE49-F238E27FC236}">
                  <a16:creationId xmlns:a16="http://schemas.microsoft.com/office/drawing/2014/main" id="{4FF557AA-52F9-4403-1966-4194F1D57D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1157" y="1847729"/>
              <a:ext cx="797775" cy="19202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42344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Object 38" hidden="1"/>
          <p:cNvGraphicFramePr>
            <a:graphicFrameLocks noChangeAspect="1"/>
          </p:cNvGraphicFramePr>
          <p:nvPr>
            <p:custDataLst>
              <p:tags r:id="rId2"/>
            </p:custDataLst>
            <p:extLst>
              <p:ext uri="{D42A27DB-BD31-4B8C-83A1-F6EECF244321}">
                <p14:modId xmlns:p14="http://schemas.microsoft.com/office/powerpoint/2010/main" val="1490880462"/>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50" imgW="270" imgH="270" progId="TCLayout.ActiveDocument.1">
                  <p:embed/>
                </p:oleObj>
              </mc:Choice>
              <mc:Fallback>
                <p:oleObj name="think-cell Slide" r:id="rId50" imgW="270" imgH="270" progId="TCLayout.ActiveDocument.1">
                  <p:embed/>
                  <p:pic>
                    <p:nvPicPr>
                      <p:cNvPr id="39" name="Object 38" hidden="1"/>
                      <p:cNvPicPr/>
                      <p:nvPr/>
                    </p:nvPicPr>
                    <p:blipFill>
                      <a:blip r:embed="rId51"/>
                      <a:stretch>
                        <a:fillRect/>
                      </a:stretch>
                    </p:blipFill>
                    <p:spPr>
                      <a:xfrm>
                        <a:off x="1525892" y="1622"/>
                        <a:ext cx="1619" cy="1619"/>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1F3091D-5F93-4561-9537-4AA77B394556}"/>
              </a:ext>
            </a:extLst>
          </p:cNvPr>
          <p:cNvSpPr/>
          <p:nvPr>
            <p:custDataLst>
              <p:tags r:id="rId3"/>
            </p:custDataLst>
          </p:nvPr>
        </p:nvSpPr>
        <p:spPr>
          <a:xfrm>
            <a:off x="90" y="1"/>
            <a:ext cx="161974" cy="161974"/>
          </a:xfrm>
          <a:prstGeom prst="rect">
            <a:avLst/>
          </a:prstGeom>
          <a:solidFill>
            <a:schemeClr val="accent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000000"/>
              </a:solidFill>
              <a:effectLst/>
              <a:uLnTx/>
              <a:uFillTx/>
              <a:latin typeface="Georgia" panose="02040502050405020303" pitchFamily="18" charset="0"/>
              <a:ea typeface="+mn-ea"/>
              <a:cs typeface="Arial" panose="020B0604020202020204" pitchFamily="34" charset="0"/>
              <a:sym typeface="Georgia" panose="02040502050405020303" pitchFamily="18" charset="0"/>
            </a:endParaRPr>
          </a:p>
        </p:txBody>
      </p:sp>
      <p:sp>
        <p:nvSpPr>
          <p:cNvPr id="2" name="2. Slide Title"/>
          <p:cNvSpPr>
            <a:spLocks noGrp="1"/>
          </p:cNvSpPr>
          <p:nvPr>
            <p:ph type="title"/>
            <p:custDataLst>
              <p:tags r:id="rId4"/>
            </p:custDataLst>
          </p:nvPr>
        </p:nvSpPr>
        <p:spPr>
          <a:xfrm>
            <a:off x="554736" y="168640"/>
            <a:ext cx="11082528" cy="738664"/>
          </a:xfrm>
          <a:noFill/>
          <a:ln/>
          <a:extLst>
            <a:ext uri="{909E8E84-426E-40DD-AFC4-6F175D3DCCD1}">
              <a14:hiddenFill xmlns:a14="http://schemas.microsoft.com/office/drawing/2010/main">
                <a:solidFill>
                  <a:srgbClr val="FFFFFF"/>
                </a:solidFill>
              </a14:hiddenFill>
            </a:ext>
          </a:extLst>
        </p:spPr>
        <p:txBody>
          <a:bodyPr vert="horz" wrap="square" anchor="ctr" anchorCtr="0">
            <a:spAutoFit/>
          </a:bodyPr>
          <a:lstStyle/>
          <a:p>
            <a:r>
              <a:rPr lang="en-US" dirty="0">
                <a:solidFill>
                  <a:schemeClr val="tx1"/>
                </a:solidFill>
              </a:rPr>
              <a:t>Across dimensions, Data is relatively strong, while Operating Model and Adoption &amp; Scaling are the primary gaps</a:t>
            </a:r>
          </a:p>
        </p:txBody>
      </p:sp>
      <p:sp>
        <p:nvSpPr>
          <p:cNvPr id="5" name="Rectangle 1" hidden="1">
            <a:extLst>
              <a:ext uri="{FF2B5EF4-FFF2-40B4-BE49-F238E27FC236}">
                <a16:creationId xmlns:a16="http://schemas.microsoft.com/office/drawing/2014/main" id="{B02FDEBD-2E00-44C4-A1ED-DF2066D1668C}"/>
              </a:ext>
            </a:extLst>
          </p:cNvPr>
          <p:cNvSpPr/>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Arial" panose="020B0604020202020204" pitchFamily="34" charset="0"/>
            </a:endParaRPr>
          </a:p>
        </p:txBody>
      </p:sp>
      <p:sp>
        <p:nvSpPr>
          <p:cNvPr id="54" name="Text Placeholder 4">
            <a:extLst>
              <a:ext uri="{FF2B5EF4-FFF2-40B4-BE49-F238E27FC236}">
                <a16:creationId xmlns:a16="http://schemas.microsoft.com/office/drawing/2014/main" id="{F22C0A1A-93A1-487B-8863-4F7560F9AA72}"/>
              </a:ext>
            </a:extLst>
          </p:cNvPr>
          <p:cNvSpPr>
            <a:spLocks noGrp="1"/>
          </p:cNvSpPr>
          <p:nvPr>
            <p:custDataLst>
              <p:tags r:id="rId5"/>
            </p:custDataLst>
          </p:nvPr>
        </p:nvSpPr>
        <p:spPr bwMode="auto">
          <a:xfrm>
            <a:off x="922337" y="2681288"/>
            <a:ext cx="349250" cy="258763"/>
          </a:xfrm>
          <a:prstGeom prst="ellipse">
            <a:avLst/>
          </a:prstGeom>
          <a:solidFill>
            <a:schemeClr val="bg1"/>
          </a:solidFill>
          <a:ln>
            <a:no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endParaRPr kumimoji="0" lang="pl-PL" sz="1200" b="1" i="0" u="none" strike="noStrike" kern="1200" cap="none" spc="0" normalizeH="0" baseline="0" noProof="0">
              <a:ln>
                <a:noFill/>
              </a:ln>
              <a:effectLst/>
              <a:uLnTx/>
              <a:uFillTx/>
              <a:ea typeface="+mn-ea"/>
              <a:cs typeface="Arial" panose="020B0604020202020204" pitchFamily="34" charset="0"/>
              <a:sym typeface="+mn-lt"/>
            </a:endParaRPr>
          </a:p>
        </p:txBody>
      </p:sp>
      <p:graphicFrame>
        <p:nvGraphicFramePr>
          <p:cNvPr id="456" name="Chart 455">
            <a:extLst>
              <a:ext uri="{FF2B5EF4-FFF2-40B4-BE49-F238E27FC236}">
                <a16:creationId xmlns:a16="http://schemas.microsoft.com/office/drawing/2014/main" id="{C6CECDEB-EBE4-068B-D814-757C5CD7560C}"/>
              </a:ext>
            </a:extLst>
          </p:cNvPr>
          <p:cNvGraphicFramePr/>
          <p:nvPr>
            <p:custDataLst>
              <p:tags r:id="rId6"/>
            </p:custDataLst>
            <p:extLst>
              <p:ext uri="{D42A27DB-BD31-4B8C-83A1-F6EECF244321}">
                <p14:modId xmlns:p14="http://schemas.microsoft.com/office/powerpoint/2010/main" val="3098254778"/>
              </p:ext>
            </p:extLst>
          </p:nvPr>
        </p:nvGraphicFramePr>
        <p:xfrm>
          <a:off x="2033588" y="2784475"/>
          <a:ext cx="1706562" cy="3344863"/>
        </p:xfrm>
        <a:graphic>
          <a:graphicData uri="http://schemas.openxmlformats.org/drawingml/2006/chart">
            <c:chart xmlns:c="http://schemas.openxmlformats.org/drawingml/2006/chart" xmlns:r="http://schemas.openxmlformats.org/officeDocument/2006/relationships" r:id="rId52"/>
          </a:graphicData>
        </a:graphic>
      </p:graphicFrame>
      <p:cxnSp>
        <p:nvCxnSpPr>
          <p:cNvPr id="481" name="Straight Connector 480">
            <a:extLst>
              <a:ext uri="{FF2B5EF4-FFF2-40B4-BE49-F238E27FC236}">
                <a16:creationId xmlns:a16="http://schemas.microsoft.com/office/drawing/2014/main" id="{09D984D9-8E5F-A88B-5EDD-E4B194982F2E}"/>
              </a:ext>
            </a:extLst>
          </p:cNvPr>
          <p:cNvCxnSpPr/>
          <p:nvPr>
            <p:custDataLst>
              <p:tags r:id="rId7"/>
            </p:custDataLst>
          </p:nvPr>
        </p:nvCxnSpPr>
        <p:spPr bwMode="auto">
          <a:xfrm flipV="1">
            <a:off x="2886075" y="3687763"/>
            <a:ext cx="0" cy="18415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1" name="Straight Connector 500">
            <a:extLst>
              <a:ext uri="{FF2B5EF4-FFF2-40B4-BE49-F238E27FC236}">
                <a16:creationId xmlns:a16="http://schemas.microsoft.com/office/drawing/2014/main" id="{220EA38D-A110-291B-D47C-F7123F069950}"/>
              </a:ext>
            </a:extLst>
          </p:cNvPr>
          <p:cNvCxnSpPr/>
          <p:nvPr>
            <p:custDataLst>
              <p:tags r:id="rId8"/>
            </p:custDataLst>
          </p:nvPr>
        </p:nvCxnSpPr>
        <p:spPr bwMode="auto">
          <a:xfrm flipH="1">
            <a:off x="2852738" y="3687763"/>
            <a:ext cx="33338"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3" name="Straight Connector 502">
            <a:extLst>
              <a:ext uri="{FF2B5EF4-FFF2-40B4-BE49-F238E27FC236}">
                <a16:creationId xmlns:a16="http://schemas.microsoft.com/office/drawing/2014/main" id="{B0ECE6AA-3C7D-496F-C536-328514524522}"/>
              </a:ext>
            </a:extLst>
          </p:cNvPr>
          <p:cNvCxnSpPr/>
          <p:nvPr>
            <p:custDataLst>
              <p:tags r:id="rId9"/>
            </p:custDataLst>
          </p:nvPr>
        </p:nvCxnSpPr>
        <p:spPr bwMode="auto">
          <a:xfrm flipH="1">
            <a:off x="2400300" y="3687763"/>
            <a:ext cx="33338"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3" name="Straight Connector 482">
            <a:extLst>
              <a:ext uri="{FF2B5EF4-FFF2-40B4-BE49-F238E27FC236}">
                <a16:creationId xmlns:a16="http://schemas.microsoft.com/office/drawing/2014/main" id="{9884E563-F986-7269-B1BE-D0740B541A3B}"/>
              </a:ext>
            </a:extLst>
          </p:cNvPr>
          <p:cNvCxnSpPr/>
          <p:nvPr>
            <p:custDataLst>
              <p:tags r:id="rId10"/>
            </p:custDataLst>
          </p:nvPr>
        </p:nvCxnSpPr>
        <p:spPr bwMode="auto">
          <a:xfrm>
            <a:off x="2400300" y="3687764"/>
            <a:ext cx="0" cy="739775"/>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479" name="Text Placeholder 4">
            <a:extLst>
              <a:ext uri="{FF2B5EF4-FFF2-40B4-BE49-F238E27FC236}">
                <a16:creationId xmlns:a16="http://schemas.microsoft.com/office/drawing/2014/main" id="{7481B571-D4A6-134A-3F5A-720B08E965B9}"/>
              </a:ext>
            </a:extLst>
          </p:cNvPr>
          <p:cNvSpPr txBox="1">
            <a:spLocks/>
          </p:cNvSpPr>
          <p:nvPr>
            <p:custDataLst>
              <p:tags r:id="rId11"/>
            </p:custDataLst>
          </p:nvPr>
        </p:nvSpPr>
        <p:spPr bwMode="auto">
          <a:xfrm>
            <a:off x="2382838" y="3579813"/>
            <a:ext cx="522288" cy="215900"/>
          </a:xfrm>
          <a:prstGeom prst="ellipse">
            <a:avLst/>
          </a:prstGeom>
          <a:no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4588C4A0-915A-440C-A357-390F169195EE}" type="datetime'''''''''''''''''''-''''3''''''2''''''''''''''''%'''">
              <a:rPr kumimoji="0" lang="pl-PL" altLang="en-US" sz="1000" b="1" i="0" u="none" strike="noStrike" kern="1200" cap="none" spc="0" normalizeH="0" baseline="0" noProof="0" smtClean="0">
                <a:ln>
                  <a:noFill/>
                </a:ln>
                <a:effectLst/>
                <a:uLnTx/>
                <a:uFillTx/>
                <a:ea typeface="+mn-lt"/>
                <a:cs typeface="+mn-lt"/>
                <a:sym typeface="+mn-lt"/>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-32%</a:t>
            </a:fld>
            <a:endParaRPr kumimoji="0" lang="pl-PL" sz="1000" b="1" i="0" u="none" strike="noStrike" kern="1200" cap="none" spc="0" normalizeH="0" baseline="0" noProof="0">
              <a:ln>
                <a:noFill/>
              </a:ln>
              <a:effectLst/>
              <a:uLnTx/>
              <a:uFillTx/>
              <a:ea typeface="+mn-lt"/>
              <a:cs typeface="+mn-lt"/>
              <a:sym typeface="+mn-lt"/>
            </a:endParaRPr>
          </a:p>
        </p:txBody>
      </p:sp>
      <p:graphicFrame>
        <p:nvGraphicFramePr>
          <p:cNvPr id="460" name="Chart 459">
            <a:extLst>
              <a:ext uri="{FF2B5EF4-FFF2-40B4-BE49-F238E27FC236}">
                <a16:creationId xmlns:a16="http://schemas.microsoft.com/office/drawing/2014/main" id="{D961B58D-0EBC-71E0-122C-D016F56A5098}"/>
              </a:ext>
            </a:extLst>
          </p:cNvPr>
          <p:cNvGraphicFramePr/>
          <p:nvPr>
            <p:custDataLst>
              <p:tags r:id="rId12"/>
            </p:custDataLst>
            <p:extLst>
              <p:ext uri="{D42A27DB-BD31-4B8C-83A1-F6EECF244321}">
                <p14:modId xmlns:p14="http://schemas.microsoft.com/office/powerpoint/2010/main" val="2076144711"/>
              </p:ext>
            </p:extLst>
          </p:nvPr>
        </p:nvGraphicFramePr>
        <p:xfrm>
          <a:off x="3643313" y="2900363"/>
          <a:ext cx="1706562" cy="3228975"/>
        </p:xfrm>
        <a:graphic>
          <a:graphicData uri="http://schemas.openxmlformats.org/drawingml/2006/chart">
            <c:chart xmlns:c="http://schemas.openxmlformats.org/drawingml/2006/chart" xmlns:r="http://schemas.openxmlformats.org/officeDocument/2006/relationships" r:id="rId53"/>
          </a:graphicData>
        </a:graphic>
      </p:graphicFrame>
      <p:cxnSp>
        <p:nvCxnSpPr>
          <p:cNvPr id="500" name="Straight Connector 499">
            <a:extLst>
              <a:ext uri="{FF2B5EF4-FFF2-40B4-BE49-F238E27FC236}">
                <a16:creationId xmlns:a16="http://schemas.microsoft.com/office/drawing/2014/main" id="{249F8C29-057D-EA98-A504-7676CF92871B}"/>
              </a:ext>
            </a:extLst>
          </p:cNvPr>
          <p:cNvCxnSpPr/>
          <p:nvPr>
            <p:custDataLst>
              <p:tags r:id="rId13"/>
            </p:custDataLst>
          </p:nvPr>
        </p:nvCxnSpPr>
        <p:spPr bwMode="auto">
          <a:xfrm flipV="1">
            <a:off x="4495800" y="4005263"/>
            <a:ext cx="0" cy="18415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96" name="Straight Connector 495">
            <a:extLst>
              <a:ext uri="{FF2B5EF4-FFF2-40B4-BE49-F238E27FC236}">
                <a16:creationId xmlns:a16="http://schemas.microsoft.com/office/drawing/2014/main" id="{9826FA61-699C-9CA6-ED38-506E5B27B68E}"/>
              </a:ext>
            </a:extLst>
          </p:cNvPr>
          <p:cNvCxnSpPr/>
          <p:nvPr>
            <p:custDataLst>
              <p:tags r:id="rId14"/>
            </p:custDataLst>
          </p:nvPr>
        </p:nvCxnSpPr>
        <p:spPr bwMode="auto">
          <a:xfrm flipH="1">
            <a:off x="4460876" y="4005263"/>
            <a:ext cx="34925"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97" name="Straight Connector 496">
            <a:extLst>
              <a:ext uri="{FF2B5EF4-FFF2-40B4-BE49-F238E27FC236}">
                <a16:creationId xmlns:a16="http://schemas.microsoft.com/office/drawing/2014/main" id="{53C28E3B-E64E-9DF2-0E25-13D47FB022D5}"/>
              </a:ext>
            </a:extLst>
          </p:cNvPr>
          <p:cNvCxnSpPr/>
          <p:nvPr>
            <p:custDataLst>
              <p:tags r:id="rId15"/>
            </p:custDataLst>
          </p:nvPr>
        </p:nvCxnSpPr>
        <p:spPr bwMode="auto">
          <a:xfrm flipH="1">
            <a:off x="4008438" y="4005263"/>
            <a:ext cx="33338"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2" name="Straight Connector 501">
            <a:extLst>
              <a:ext uri="{FF2B5EF4-FFF2-40B4-BE49-F238E27FC236}">
                <a16:creationId xmlns:a16="http://schemas.microsoft.com/office/drawing/2014/main" id="{023B1943-0A76-5786-6A38-D93563E62B18}"/>
              </a:ext>
            </a:extLst>
          </p:cNvPr>
          <p:cNvCxnSpPr/>
          <p:nvPr>
            <p:custDataLst>
              <p:tags r:id="rId16"/>
            </p:custDataLst>
          </p:nvPr>
        </p:nvCxnSpPr>
        <p:spPr bwMode="auto">
          <a:xfrm>
            <a:off x="4008438" y="4005263"/>
            <a:ext cx="0" cy="541338"/>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499" name="Text Placeholder 4">
            <a:extLst>
              <a:ext uri="{FF2B5EF4-FFF2-40B4-BE49-F238E27FC236}">
                <a16:creationId xmlns:a16="http://schemas.microsoft.com/office/drawing/2014/main" id="{3F975520-8D3B-8AB2-8E2E-2A1B8AB46AB4}"/>
              </a:ext>
            </a:extLst>
          </p:cNvPr>
          <p:cNvSpPr txBox="1">
            <a:spLocks/>
          </p:cNvSpPr>
          <p:nvPr>
            <p:custDataLst>
              <p:tags r:id="rId17"/>
            </p:custDataLst>
          </p:nvPr>
        </p:nvSpPr>
        <p:spPr bwMode="auto">
          <a:xfrm>
            <a:off x="3990975" y="3897313"/>
            <a:ext cx="522288" cy="215900"/>
          </a:xfrm>
          <a:prstGeom prst="ellipse">
            <a:avLst/>
          </a:prstGeom>
          <a:no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E678319A-3CF1-45F6-9DEE-F96532B42055}" type="datetime'''-''''''''''''''''''''''''2''5''''%'''''''''''">
              <a:rPr kumimoji="0" lang="pl-PL" altLang="en-US" sz="1000" b="1" i="0" u="none" strike="noStrike" kern="1200" cap="none" spc="0" normalizeH="0" baseline="0" noProof="0" smtClean="0">
                <a:ln>
                  <a:noFill/>
                </a:ln>
                <a:effectLst/>
                <a:uLnTx/>
                <a:uFillTx/>
                <a:ea typeface="+mn-lt"/>
                <a:cs typeface="+mn-lt"/>
                <a:sym typeface="+mn-lt"/>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-25%</a:t>
            </a:fld>
            <a:endParaRPr kumimoji="0" lang="pl-PL" sz="1000" b="1" i="0" u="none" strike="noStrike" kern="1200" cap="none" spc="0" normalizeH="0" baseline="0" noProof="0">
              <a:ln>
                <a:noFill/>
              </a:ln>
              <a:effectLst/>
              <a:uLnTx/>
              <a:uFillTx/>
              <a:ea typeface="+mn-lt"/>
              <a:cs typeface="+mn-lt"/>
              <a:sym typeface="+mn-lt"/>
            </a:endParaRPr>
          </a:p>
        </p:txBody>
      </p:sp>
      <p:graphicFrame>
        <p:nvGraphicFramePr>
          <p:cNvPr id="8" name="Chart 7">
            <a:extLst>
              <a:ext uri="{FF2B5EF4-FFF2-40B4-BE49-F238E27FC236}">
                <a16:creationId xmlns:a16="http://schemas.microsoft.com/office/drawing/2014/main" id="{FF43A386-0EEC-34F2-F177-434EDB1C5ADD}"/>
              </a:ext>
            </a:extLst>
          </p:cNvPr>
          <p:cNvGraphicFramePr/>
          <p:nvPr>
            <p:custDataLst>
              <p:tags r:id="rId18"/>
            </p:custDataLst>
            <p:extLst>
              <p:ext uri="{D42A27DB-BD31-4B8C-83A1-F6EECF244321}">
                <p14:modId xmlns:p14="http://schemas.microsoft.com/office/powerpoint/2010/main" val="1804447044"/>
              </p:ext>
            </p:extLst>
          </p:nvPr>
        </p:nvGraphicFramePr>
        <p:xfrm>
          <a:off x="5287963" y="2930525"/>
          <a:ext cx="1652587" cy="3168650"/>
        </p:xfrm>
        <a:graphic>
          <a:graphicData uri="http://schemas.openxmlformats.org/drawingml/2006/chart">
            <c:chart xmlns:c="http://schemas.openxmlformats.org/drawingml/2006/chart" xmlns:r="http://schemas.openxmlformats.org/officeDocument/2006/relationships" r:id="rId54"/>
          </a:graphicData>
        </a:graphic>
      </p:graphicFrame>
      <p:cxnSp>
        <p:nvCxnSpPr>
          <p:cNvPr id="576" name="Straight Connector 575">
            <a:extLst>
              <a:ext uri="{FF2B5EF4-FFF2-40B4-BE49-F238E27FC236}">
                <a16:creationId xmlns:a16="http://schemas.microsoft.com/office/drawing/2014/main" id="{27EF87EB-84B2-2299-B143-1BC2EE80683E}"/>
              </a:ext>
            </a:extLst>
          </p:cNvPr>
          <p:cNvCxnSpPr/>
          <p:nvPr>
            <p:custDataLst>
              <p:tags r:id="rId19"/>
            </p:custDataLst>
          </p:nvPr>
        </p:nvCxnSpPr>
        <p:spPr bwMode="auto">
          <a:xfrm flipV="1">
            <a:off x="6113463" y="4021138"/>
            <a:ext cx="0" cy="19050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3" name="Straight Connector 452">
            <a:extLst>
              <a:ext uri="{FF2B5EF4-FFF2-40B4-BE49-F238E27FC236}">
                <a16:creationId xmlns:a16="http://schemas.microsoft.com/office/drawing/2014/main" id="{10880B17-4FC2-DBA4-EA1D-C61795051B63}"/>
              </a:ext>
            </a:extLst>
          </p:cNvPr>
          <p:cNvCxnSpPr/>
          <p:nvPr>
            <p:custDataLst>
              <p:tags r:id="rId20"/>
            </p:custDataLst>
          </p:nvPr>
        </p:nvCxnSpPr>
        <p:spPr bwMode="auto">
          <a:xfrm flipH="1">
            <a:off x="6083300" y="4021138"/>
            <a:ext cx="30163"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4" name="Straight Connector 453">
            <a:extLst>
              <a:ext uri="{FF2B5EF4-FFF2-40B4-BE49-F238E27FC236}">
                <a16:creationId xmlns:a16="http://schemas.microsoft.com/office/drawing/2014/main" id="{89902977-B0DA-6677-60E3-BEB7D589B9C8}"/>
              </a:ext>
            </a:extLst>
          </p:cNvPr>
          <p:cNvCxnSpPr/>
          <p:nvPr>
            <p:custDataLst>
              <p:tags r:id="rId21"/>
            </p:custDataLst>
          </p:nvPr>
        </p:nvCxnSpPr>
        <p:spPr bwMode="auto">
          <a:xfrm flipH="1">
            <a:off x="5616575" y="4021138"/>
            <a:ext cx="30163"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8" name="Straight Connector 577">
            <a:extLst>
              <a:ext uri="{FF2B5EF4-FFF2-40B4-BE49-F238E27FC236}">
                <a16:creationId xmlns:a16="http://schemas.microsoft.com/office/drawing/2014/main" id="{BE0061E6-2583-83A0-BC4A-7BC6CFC8C3A9}"/>
              </a:ext>
            </a:extLst>
          </p:cNvPr>
          <p:cNvCxnSpPr/>
          <p:nvPr>
            <p:custDataLst>
              <p:tags r:id="rId22"/>
            </p:custDataLst>
          </p:nvPr>
        </p:nvCxnSpPr>
        <p:spPr bwMode="auto">
          <a:xfrm>
            <a:off x="5616575" y="4021138"/>
            <a:ext cx="0" cy="746125"/>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511" name="Text Placeholder 4">
            <a:extLst>
              <a:ext uri="{FF2B5EF4-FFF2-40B4-BE49-F238E27FC236}">
                <a16:creationId xmlns:a16="http://schemas.microsoft.com/office/drawing/2014/main" id="{2DE0CB22-DD12-3B4F-E4E8-0D471659B703}"/>
              </a:ext>
            </a:extLst>
          </p:cNvPr>
          <p:cNvSpPr txBox="1">
            <a:spLocks/>
          </p:cNvSpPr>
          <p:nvPr>
            <p:custDataLst>
              <p:tags r:id="rId23"/>
            </p:custDataLst>
          </p:nvPr>
        </p:nvSpPr>
        <p:spPr bwMode="auto">
          <a:xfrm>
            <a:off x="5591174" y="3908425"/>
            <a:ext cx="546100" cy="227013"/>
          </a:xfrm>
          <a:prstGeom prst="ellipse">
            <a:avLst/>
          </a:prstGeom>
          <a:no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47F28F08-9783-4632-A984-F7A0EDA42C1B}" type="datetime'''''-''''3''''''''''9''''''''%'''''''''''''''''''''">
              <a:rPr lang="pl-PL" altLang="en-US" sz="1050" b="1" smtClean="0">
                <a:solidFill>
                  <a:srgbClr val="191C1E"/>
                </a:solidFill>
                <a:effectLst/>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-39%</a:t>
            </a:fld>
            <a:endParaRPr kumimoji="0" lang="pl-PL" sz="1050" b="1" i="0" strike="noStrike" kern="1200" cap="none" spc="0" normalizeH="0" baseline="0" noProof="0">
              <a:ln>
                <a:noFill/>
              </a:ln>
              <a:solidFill>
                <a:srgbClr val="191C1E"/>
              </a:solidFill>
              <a:effectLst/>
              <a:uLnTx/>
              <a:uFillTx/>
              <a:ea typeface="Tahoma" panose="020B0604030504040204" pitchFamily="34" charset="0"/>
              <a:cs typeface="Tahoma" panose="020B0604030504040204" pitchFamily="34" charset="0"/>
              <a:sym typeface="+mn-lt"/>
            </a:endParaRPr>
          </a:p>
        </p:txBody>
      </p:sp>
      <p:graphicFrame>
        <p:nvGraphicFramePr>
          <p:cNvPr id="10" name="Chart 9">
            <a:extLst>
              <a:ext uri="{FF2B5EF4-FFF2-40B4-BE49-F238E27FC236}">
                <a16:creationId xmlns:a16="http://schemas.microsoft.com/office/drawing/2014/main" id="{47502945-8554-660D-43CD-8ED3EE09B7D1}"/>
              </a:ext>
            </a:extLst>
          </p:cNvPr>
          <p:cNvGraphicFramePr/>
          <p:nvPr>
            <p:custDataLst>
              <p:tags r:id="rId24"/>
            </p:custDataLst>
            <p:extLst>
              <p:ext uri="{D42A27DB-BD31-4B8C-83A1-F6EECF244321}">
                <p14:modId xmlns:p14="http://schemas.microsoft.com/office/powerpoint/2010/main" val="2339947197"/>
              </p:ext>
            </p:extLst>
          </p:nvPr>
        </p:nvGraphicFramePr>
        <p:xfrm>
          <a:off x="6865938" y="2824163"/>
          <a:ext cx="1706562" cy="3305175"/>
        </p:xfrm>
        <a:graphic>
          <a:graphicData uri="http://schemas.openxmlformats.org/drawingml/2006/chart">
            <c:chart xmlns:c="http://schemas.openxmlformats.org/drawingml/2006/chart" xmlns:r="http://schemas.openxmlformats.org/officeDocument/2006/relationships" r:id="rId55"/>
          </a:graphicData>
        </a:graphic>
      </p:graphicFrame>
      <p:cxnSp>
        <p:nvCxnSpPr>
          <p:cNvPr id="588" name="Straight Connector 587">
            <a:extLst>
              <a:ext uri="{FF2B5EF4-FFF2-40B4-BE49-F238E27FC236}">
                <a16:creationId xmlns:a16="http://schemas.microsoft.com/office/drawing/2014/main" id="{9FACBF5F-3561-5D76-7F31-434CFD4F2B73}"/>
              </a:ext>
            </a:extLst>
          </p:cNvPr>
          <p:cNvCxnSpPr/>
          <p:nvPr>
            <p:custDataLst>
              <p:tags r:id="rId25"/>
            </p:custDataLst>
          </p:nvPr>
        </p:nvCxnSpPr>
        <p:spPr bwMode="auto">
          <a:xfrm flipV="1">
            <a:off x="7716838" y="3886200"/>
            <a:ext cx="0" cy="18415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9" name="Straight Connector 588">
            <a:extLst>
              <a:ext uri="{FF2B5EF4-FFF2-40B4-BE49-F238E27FC236}">
                <a16:creationId xmlns:a16="http://schemas.microsoft.com/office/drawing/2014/main" id="{E709026E-17B4-9182-977A-F56A6797C824}"/>
              </a:ext>
            </a:extLst>
          </p:cNvPr>
          <p:cNvCxnSpPr>
            <a:cxnSpLocks/>
          </p:cNvCxnSpPr>
          <p:nvPr>
            <p:custDataLst>
              <p:tags r:id="rId26"/>
            </p:custDataLst>
          </p:nvPr>
        </p:nvCxnSpPr>
        <p:spPr bwMode="auto">
          <a:xfrm flipH="1">
            <a:off x="7221538" y="3886200"/>
            <a:ext cx="495300"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0" name="Straight Connector 589">
            <a:extLst>
              <a:ext uri="{FF2B5EF4-FFF2-40B4-BE49-F238E27FC236}">
                <a16:creationId xmlns:a16="http://schemas.microsoft.com/office/drawing/2014/main" id="{51B2D279-E897-1C66-1F17-F55C7CF30C6D}"/>
              </a:ext>
            </a:extLst>
          </p:cNvPr>
          <p:cNvCxnSpPr/>
          <p:nvPr>
            <p:custDataLst>
              <p:tags r:id="rId27"/>
            </p:custDataLst>
          </p:nvPr>
        </p:nvCxnSpPr>
        <p:spPr bwMode="auto">
          <a:xfrm>
            <a:off x="7221538" y="3886201"/>
            <a:ext cx="0" cy="461963"/>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587" name="Text Placeholder 4">
            <a:extLst>
              <a:ext uri="{FF2B5EF4-FFF2-40B4-BE49-F238E27FC236}">
                <a16:creationId xmlns:a16="http://schemas.microsoft.com/office/drawing/2014/main" id="{97973BB7-FC17-9FC1-EB67-6A4B32FA5DD7}"/>
              </a:ext>
            </a:extLst>
          </p:cNvPr>
          <p:cNvSpPr txBox="1">
            <a:spLocks/>
          </p:cNvSpPr>
          <p:nvPr>
            <p:custDataLst>
              <p:tags r:id="rId28"/>
            </p:custDataLst>
          </p:nvPr>
        </p:nvSpPr>
        <p:spPr bwMode="auto">
          <a:xfrm>
            <a:off x="7208838" y="3778250"/>
            <a:ext cx="522288" cy="215900"/>
          </a:xfrm>
          <a:prstGeom prst="ellipse">
            <a:avLst/>
          </a:prstGeom>
          <a:solidFill>
            <a:schemeClr val="bg1"/>
          </a:solid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17B9290B-CF61-4898-83F4-B31C54682978}" type="datetime'''''''''''''''-''''''''''1''''''''''''''''''''''''8%'">
              <a:rPr lang="pl-PL" altLang="en-US" sz="1000" b="1" smtClean="0">
                <a:solidFill>
                  <a:srgbClr val="191C1E"/>
                </a:solidFill>
                <a:effectLst/>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-18%</a:t>
            </a:fld>
            <a:endParaRPr kumimoji="0" lang="pl-PL" sz="1000" b="1" i="0" strike="noStrike" kern="1200" cap="none" spc="0" normalizeH="0" baseline="0" noProof="0">
              <a:ln>
                <a:noFill/>
              </a:ln>
              <a:solidFill>
                <a:srgbClr val="191C1E"/>
              </a:solidFill>
              <a:effectLst/>
              <a:uLnTx/>
              <a:uFillTx/>
              <a:ea typeface="Tahoma" panose="020B0604030504040204" pitchFamily="34" charset="0"/>
              <a:cs typeface="Tahoma" panose="020B0604030504040204" pitchFamily="34" charset="0"/>
              <a:sym typeface="+mn-lt"/>
            </a:endParaRPr>
          </a:p>
        </p:txBody>
      </p:sp>
      <p:graphicFrame>
        <p:nvGraphicFramePr>
          <p:cNvPr id="12" name="Chart 11">
            <a:extLst>
              <a:ext uri="{FF2B5EF4-FFF2-40B4-BE49-F238E27FC236}">
                <a16:creationId xmlns:a16="http://schemas.microsoft.com/office/drawing/2014/main" id="{89EB0DFA-7EE3-4975-4EAD-B9BCDC057184}"/>
              </a:ext>
            </a:extLst>
          </p:cNvPr>
          <p:cNvGraphicFramePr/>
          <p:nvPr>
            <p:custDataLst>
              <p:tags r:id="rId29"/>
            </p:custDataLst>
            <p:extLst>
              <p:ext uri="{D42A27DB-BD31-4B8C-83A1-F6EECF244321}">
                <p14:modId xmlns:p14="http://schemas.microsoft.com/office/powerpoint/2010/main" val="961621477"/>
              </p:ext>
            </p:extLst>
          </p:nvPr>
        </p:nvGraphicFramePr>
        <p:xfrm>
          <a:off x="8470900" y="2900363"/>
          <a:ext cx="1706563" cy="3228975"/>
        </p:xfrm>
        <a:graphic>
          <a:graphicData uri="http://schemas.openxmlformats.org/drawingml/2006/chart">
            <c:chart xmlns:c="http://schemas.openxmlformats.org/drawingml/2006/chart" xmlns:r="http://schemas.openxmlformats.org/officeDocument/2006/relationships" r:id="rId56"/>
          </a:graphicData>
        </a:graphic>
      </p:graphicFrame>
      <p:cxnSp>
        <p:nvCxnSpPr>
          <p:cNvPr id="603" name="Straight Connector 602">
            <a:extLst>
              <a:ext uri="{FF2B5EF4-FFF2-40B4-BE49-F238E27FC236}">
                <a16:creationId xmlns:a16="http://schemas.microsoft.com/office/drawing/2014/main" id="{4C76FC08-CAB1-9931-E5F4-7637C4096CD0}"/>
              </a:ext>
            </a:extLst>
          </p:cNvPr>
          <p:cNvCxnSpPr/>
          <p:nvPr>
            <p:custDataLst>
              <p:tags r:id="rId30"/>
            </p:custDataLst>
          </p:nvPr>
        </p:nvCxnSpPr>
        <p:spPr bwMode="auto">
          <a:xfrm flipV="1">
            <a:off x="9321800" y="4010025"/>
            <a:ext cx="0" cy="258763"/>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4" name="Straight Connector 603">
            <a:extLst>
              <a:ext uri="{FF2B5EF4-FFF2-40B4-BE49-F238E27FC236}">
                <a16:creationId xmlns:a16="http://schemas.microsoft.com/office/drawing/2014/main" id="{7E1E5779-D472-46D0-4825-739E2475F0D6}"/>
              </a:ext>
            </a:extLst>
          </p:cNvPr>
          <p:cNvCxnSpPr>
            <a:cxnSpLocks/>
          </p:cNvCxnSpPr>
          <p:nvPr>
            <p:custDataLst>
              <p:tags r:id="rId31"/>
            </p:custDataLst>
          </p:nvPr>
        </p:nvCxnSpPr>
        <p:spPr bwMode="auto">
          <a:xfrm flipH="1">
            <a:off x="8828088" y="4010025"/>
            <a:ext cx="493713"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5" name="Straight Connector 604">
            <a:extLst>
              <a:ext uri="{FF2B5EF4-FFF2-40B4-BE49-F238E27FC236}">
                <a16:creationId xmlns:a16="http://schemas.microsoft.com/office/drawing/2014/main" id="{8E63D6FF-2F72-8168-059C-8F25E3E7365E}"/>
              </a:ext>
            </a:extLst>
          </p:cNvPr>
          <p:cNvCxnSpPr/>
          <p:nvPr>
            <p:custDataLst>
              <p:tags r:id="rId32"/>
            </p:custDataLst>
          </p:nvPr>
        </p:nvCxnSpPr>
        <p:spPr bwMode="auto">
          <a:xfrm>
            <a:off x="8828088" y="4010025"/>
            <a:ext cx="0" cy="298450"/>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602" name="Text Placeholder 4">
            <a:extLst>
              <a:ext uri="{FF2B5EF4-FFF2-40B4-BE49-F238E27FC236}">
                <a16:creationId xmlns:a16="http://schemas.microsoft.com/office/drawing/2014/main" id="{29D74674-5FD6-1663-D88E-D17D4513FF25}"/>
              </a:ext>
            </a:extLst>
          </p:cNvPr>
          <p:cNvSpPr txBox="1">
            <a:spLocks/>
          </p:cNvSpPr>
          <p:nvPr>
            <p:custDataLst>
              <p:tags r:id="rId33"/>
            </p:custDataLst>
          </p:nvPr>
        </p:nvSpPr>
        <p:spPr bwMode="auto">
          <a:xfrm>
            <a:off x="8870950" y="3902075"/>
            <a:ext cx="406400" cy="215900"/>
          </a:xfrm>
          <a:prstGeom prst="ellipse">
            <a:avLst/>
          </a:prstGeom>
          <a:solidFill>
            <a:schemeClr val="bg1"/>
          </a:solid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F3045C9C-AE4C-49FF-9397-81FE28D60029}" type="datetime'''''''''-''''''''''''''3''''''''''''''''''''''''''''''%'''''''">
              <a:rPr lang="pl-PL" altLang="en-US" sz="1000" b="1" smtClean="0">
                <a:solidFill>
                  <a:srgbClr val="191C1E"/>
                </a:solidFill>
                <a:effectLst/>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-3%</a:t>
            </a:fld>
            <a:endParaRPr kumimoji="0" lang="pl-PL" sz="1000" b="1" i="0" strike="noStrike" kern="1200" cap="none" spc="0" normalizeH="0" baseline="0" noProof="0">
              <a:ln>
                <a:noFill/>
              </a:ln>
              <a:solidFill>
                <a:srgbClr val="191C1E"/>
              </a:solidFill>
              <a:effectLst/>
              <a:uLnTx/>
              <a:uFillTx/>
              <a:ea typeface="Tahoma" panose="020B0604030504040204" pitchFamily="34" charset="0"/>
              <a:cs typeface="Tahoma" panose="020B0604030504040204" pitchFamily="34" charset="0"/>
              <a:sym typeface="+mn-lt"/>
            </a:endParaRPr>
          </a:p>
        </p:txBody>
      </p:sp>
      <p:graphicFrame>
        <p:nvGraphicFramePr>
          <p:cNvPr id="14" name="Chart 13">
            <a:extLst>
              <a:ext uri="{FF2B5EF4-FFF2-40B4-BE49-F238E27FC236}">
                <a16:creationId xmlns:a16="http://schemas.microsoft.com/office/drawing/2014/main" id="{79B788A5-58AC-0CAB-BDDC-03F0D270A824}"/>
              </a:ext>
            </a:extLst>
          </p:cNvPr>
          <p:cNvGraphicFramePr/>
          <p:nvPr>
            <p:custDataLst>
              <p:tags r:id="rId34"/>
            </p:custDataLst>
            <p:extLst>
              <p:ext uri="{D42A27DB-BD31-4B8C-83A1-F6EECF244321}">
                <p14:modId xmlns:p14="http://schemas.microsoft.com/office/powerpoint/2010/main" val="2116095226"/>
              </p:ext>
            </p:extLst>
          </p:nvPr>
        </p:nvGraphicFramePr>
        <p:xfrm>
          <a:off x="10037763" y="2900363"/>
          <a:ext cx="1706562" cy="3228975"/>
        </p:xfrm>
        <a:graphic>
          <a:graphicData uri="http://schemas.openxmlformats.org/drawingml/2006/chart">
            <c:chart xmlns:c="http://schemas.openxmlformats.org/drawingml/2006/chart" xmlns:r="http://schemas.openxmlformats.org/officeDocument/2006/relationships" r:id="rId57"/>
          </a:graphicData>
        </a:graphic>
      </p:graphicFrame>
      <p:cxnSp>
        <p:nvCxnSpPr>
          <p:cNvPr id="615" name="Straight Connector 614">
            <a:extLst>
              <a:ext uri="{FF2B5EF4-FFF2-40B4-BE49-F238E27FC236}">
                <a16:creationId xmlns:a16="http://schemas.microsoft.com/office/drawing/2014/main" id="{2FC566C9-F951-BDD3-0156-A22B8EDAB4F4}"/>
              </a:ext>
            </a:extLst>
          </p:cNvPr>
          <p:cNvCxnSpPr/>
          <p:nvPr>
            <p:custDataLst>
              <p:tags r:id="rId35"/>
            </p:custDataLst>
          </p:nvPr>
        </p:nvCxnSpPr>
        <p:spPr bwMode="auto">
          <a:xfrm flipV="1">
            <a:off x="10888663" y="3965575"/>
            <a:ext cx="0" cy="18415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8" name="Straight Connector 457">
            <a:extLst>
              <a:ext uri="{FF2B5EF4-FFF2-40B4-BE49-F238E27FC236}">
                <a16:creationId xmlns:a16="http://schemas.microsoft.com/office/drawing/2014/main" id="{10F15221-1519-EFD6-C593-9B3AAA487444}"/>
              </a:ext>
            </a:extLst>
          </p:cNvPr>
          <p:cNvCxnSpPr/>
          <p:nvPr>
            <p:custDataLst>
              <p:tags r:id="rId36"/>
            </p:custDataLst>
          </p:nvPr>
        </p:nvCxnSpPr>
        <p:spPr bwMode="auto">
          <a:xfrm flipH="1">
            <a:off x="10863263" y="3965575"/>
            <a:ext cx="25400"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9" name="Straight Connector 458">
            <a:extLst>
              <a:ext uri="{FF2B5EF4-FFF2-40B4-BE49-F238E27FC236}">
                <a16:creationId xmlns:a16="http://schemas.microsoft.com/office/drawing/2014/main" id="{D202E159-BE62-1C4C-1DE0-EE8D754F37FF}"/>
              </a:ext>
            </a:extLst>
          </p:cNvPr>
          <p:cNvCxnSpPr/>
          <p:nvPr>
            <p:custDataLst>
              <p:tags r:id="rId37"/>
            </p:custDataLst>
          </p:nvPr>
        </p:nvCxnSpPr>
        <p:spPr bwMode="auto">
          <a:xfrm flipH="1">
            <a:off x="10420350" y="3965575"/>
            <a:ext cx="23813"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7" name="Straight Connector 616">
            <a:extLst>
              <a:ext uri="{FF2B5EF4-FFF2-40B4-BE49-F238E27FC236}">
                <a16:creationId xmlns:a16="http://schemas.microsoft.com/office/drawing/2014/main" id="{5A6E96F9-AACA-79BE-2ADE-A3A25486A66D}"/>
              </a:ext>
            </a:extLst>
          </p:cNvPr>
          <p:cNvCxnSpPr/>
          <p:nvPr>
            <p:custDataLst>
              <p:tags r:id="rId38"/>
            </p:custDataLst>
          </p:nvPr>
        </p:nvCxnSpPr>
        <p:spPr bwMode="auto">
          <a:xfrm>
            <a:off x="10420350" y="3965575"/>
            <a:ext cx="0" cy="700088"/>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614" name="Text Placeholder 4">
            <a:extLst>
              <a:ext uri="{FF2B5EF4-FFF2-40B4-BE49-F238E27FC236}">
                <a16:creationId xmlns:a16="http://schemas.microsoft.com/office/drawing/2014/main" id="{F4EC1977-3679-413B-21E3-FAD7B488D6AB}"/>
              </a:ext>
            </a:extLst>
          </p:cNvPr>
          <p:cNvSpPr txBox="1">
            <a:spLocks/>
          </p:cNvSpPr>
          <p:nvPr>
            <p:custDataLst>
              <p:tags r:id="rId39"/>
            </p:custDataLst>
          </p:nvPr>
        </p:nvSpPr>
        <p:spPr bwMode="auto">
          <a:xfrm>
            <a:off x="10393363" y="3857625"/>
            <a:ext cx="522288" cy="215900"/>
          </a:xfrm>
          <a:prstGeom prst="ellipse">
            <a:avLst/>
          </a:prstGeom>
          <a:no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DE406C71-3090-4CEA-B84D-1F8A00A7D84E}" type="datetime'''''''''''''-''3''''''''''''''''''5''''''''''''''%'''''''''''">
              <a:rPr lang="pl-PL" altLang="en-US" sz="1000" b="1" smtClean="0">
                <a:solidFill>
                  <a:srgbClr val="191C1E"/>
                </a:solidFill>
                <a:effectLst/>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-35%</a:t>
            </a:fld>
            <a:endParaRPr kumimoji="0" lang="pl-PL" sz="1000" b="1" i="0" strike="noStrike" kern="1200" cap="none" spc="0" normalizeH="0" baseline="0" noProof="0">
              <a:ln>
                <a:noFill/>
              </a:ln>
              <a:solidFill>
                <a:srgbClr val="191C1E"/>
              </a:solidFill>
              <a:effectLst/>
              <a:uLnTx/>
              <a:uFillTx/>
              <a:ea typeface="Tahoma" panose="020B0604030504040204" pitchFamily="34" charset="0"/>
              <a:cs typeface="Tahoma" panose="020B0604030504040204" pitchFamily="34" charset="0"/>
              <a:sym typeface="+mn-lt"/>
            </a:endParaRPr>
          </a:p>
        </p:txBody>
      </p:sp>
      <p:sp>
        <p:nvSpPr>
          <p:cNvPr id="3" name="TextBox 2">
            <a:extLst>
              <a:ext uri="{FF2B5EF4-FFF2-40B4-BE49-F238E27FC236}">
                <a16:creationId xmlns:a16="http://schemas.microsoft.com/office/drawing/2014/main" id="{1C915B83-1486-CB37-3E13-611F8F6BDDE9}"/>
              </a:ext>
            </a:extLst>
          </p:cNvPr>
          <p:cNvSpPr txBox="1">
            <a:spLocks/>
          </p:cNvSpPr>
          <p:nvPr/>
        </p:nvSpPr>
        <p:spPr>
          <a:xfrm>
            <a:off x="5369791" y="1875135"/>
            <a:ext cx="1280800" cy="184666"/>
          </a:xfrm>
          <a:prstGeom prst="rect">
            <a:avLst/>
          </a:prstGeom>
          <a:noFill/>
        </p:spPr>
        <p:txBody>
          <a:bodyPr vert="horz" wrap="non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effectLst/>
                <a:uLnTx/>
                <a:uFillTx/>
                <a:ea typeface="+mn-ea"/>
                <a:cs typeface="Gisha" panose="020F0502020204030204" pitchFamily="34" charset="-79"/>
              </a:rPr>
              <a:t>Operating Model</a:t>
            </a:r>
            <a:endParaRPr kumimoji="0" lang="pl-PL" sz="1200" b="1" i="0" u="none" strike="noStrike" kern="1200" cap="none" spc="0" normalizeH="0" baseline="0" noProof="0">
              <a:ln>
                <a:noFill/>
              </a:ln>
              <a:effectLst/>
              <a:uLnTx/>
              <a:uFillTx/>
              <a:ea typeface="+mn-ea"/>
              <a:cs typeface="Gisha" panose="020F0502020204030204" pitchFamily="34" charset="-79"/>
            </a:endParaRPr>
          </a:p>
        </p:txBody>
      </p:sp>
      <p:sp>
        <p:nvSpPr>
          <p:cNvPr id="6" name="TextBox 5">
            <a:extLst>
              <a:ext uri="{FF2B5EF4-FFF2-40B4-BE49-F238E27FC236}">
                <a16:creationId xmlns:a16="http://schemas.microsoft.com/office/drawing/2014/main" id="{3AD4D8E4-6B26-C695-E6C4-5938816122D5}"/>
              </a:ext>
            </a:extLst>
          </p:cNvPr>
          <p:cNvSpPr txBox="1">
            <a:spLocks/>
          </p:cNvSpPr>
          <p:nvPr/>
        </p:nvSpPr>
        <p:spPr>
          <a:xfrm>
            <a:off x="6976145" y="1876418"/>
            <a:ext cx="145203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pl-PL" sz="1200" b="1" i="0" u="none" strike="noStrike" kern="1200" cap="none" spc="0" normalizeH="0" baseline="0" noProof="0">
                <a:ln>
                  <a:noFill/>
                </a:ln>
                <a:effectLst/>
                <a:uLnTx/>
                <a:uFillTx/>
                <a:ea typeface="+mn-ea"/>
                <a:cs typeface="Gisha" panose="020F0502020204030204" pitchFamily="34" charset="-79"/>
              </a:rPr>
              <a:t>Technology</a:t>
            </a:r>
          </a:p>
        </p:txBody>
      </p:sp>
      <p:sp>
        <p:nvSpPr>
          <p:cNvPr id="17" name="TextBox 16">
            <a:extLst>
              <a:ext uri="{FF2B5EF4-FFF2-40B4-BE49-F238E27FC236}">
                <a16:creationId xmlns:a16="http://schemas.microsoft.com/office/drawing/2014/main" id="{DBD9848B-6E6C-2E48-E57B-ED72A207FBFA}"/>
              </a:ext>
            </a:extLst>
          </p:cNvPr>
          <p:cNvSpPr txBox="1">
            <a:spLocks/>
          </p:cNvSpPr>
          <p:nvPr/>
        </p:nvSpPr>
        <p:spPr>
          <a:xfrm>
            <a:off x="3765981" y="1876418"/>
            <a:ext cx="145203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pl-PL" sz="1200" b="1" i="0" u="none" strike="noStrike" kern="1200" cap="none" spc="0" normalizeH="0" baseline="0" noProof="0">
                <a:ln>
                  <a:noFill/>
                </a:ln>
                <a:effectLst/>
                <a:uLnTx/>
                <a:uFillTx/>
                <a:ea typeface="+mn-ea"/>
                <a:cs typeface="Gisha" panose="020F0502020204030204" pitchFamily="34" charset="-79"/>
              </a:rPr>
              <a:t>Talent</a:t>
            </a:r>
          </a:p>
        </p:txBody>
      </p:sp>
      <p:sp>
        <p:nvSpPr>
          <p:cNvPr id="24" name="TextBox 23">
            <a:extLst>
              <a:ext uri="{FF2B5EF4-FFF2-40B4-BE49-F238E27FC236}">
                <a16:creationId xmlns:a16="http://schemas.microsoft.com/office/drawing/2014/main" id="{BA53C80A-2666-EDA3-B3C6-D64D12E868F3}"/>
              </a:ext>
            </a:extLst>
          </p:cNvPr>
          <p:cNvSpPr txBox="1">
            <a:spLocks/>
          </p:cNvSpPr>
          <p:nvPr/>
        </p:nvSpPr>
        <p:spPr>
          <a:xfrm>
            <a:off x="2160899" y="1876418"/>
            <a:ext cx="145203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pl-PL" sz="1200" b="1" i="0" u="none" strike="noStrike" kern="1200" cap="none" spc="0" normalizeH="0" baseline="0" noProof="0">
                <a:ln>
                  <a:noFill/>
                </a:ln>
                <a:effectLst/>
                <a:uLnTx/>
                <a:uFillTx/>
                <a:ea typeface="+mn-ea"/>
                <a:cs typeface="Gisha" panose="020F0502020204030204" pitchFamily="34" charset="-79"/>
              </a:rPr>
              <a:t>Strategy</a:t>
            </a:r>
          </a:p>
        </p:txBody>
      </p:sp>
      <p:sp>
        <p:nvSpPr>
          <p:cNvPr id="25" name="TextBox 24">
            <a:extLst>
              <a:ext uri="{FF2B5EF4-FFF2-40B4-BE49-F238E27FC236}">
                <a16:creationId xmlns:a16="http://schemas.microsoft.com/office/drawing/2014/main" id="{4FF0B391-81E0-F4F2-505C-E5F4985203F5}"/>
              </a:ext>
            </a:extLst>
          </p:cNvPr>
          <p:cNvSpPr txBox="1">
            <a:spLocks/>
          </p:cNvSpPr>
          <p:nvPr/>
        </p:nvSpPr>
        <p:spPr>
          <a:xfrm>
            <a:off x="10186313" y="1876418"/>
            <a:ext cx="145203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pl-PL" sz="1200" b="1" i="0" u="none" strike="noStrike" kern="1200" cap="none" spc="0" normalizeH="0" baseline="0" noProof="0" err="1">
                <a:ln>
                  <a:noFill/>
                </a:ln>
                <a:effectLst/>
                <a:uLnTx/>
                <a:uFillTx/>
                <a:ea typeface="+mn-ea"/>
                <a:cs typeface="Gisha" panose="020F0502020204030204" pitchFamily="34" charset="-79"/>
              </a:rPr>
              <a:t>Adoption</a:t>
            </a:r>
            <a:r>
              <a:rPr kumimoji="0" lang="pl-PL" sz="1200" b="1" i="0" u="none" strike="noStrike" kern="1200" cap="none" spc="0" normalizeH="0" baseline="0" noProof="0">
                <a:ln>
                  <a:noFill/>
                </a:ln>
                <a:effectLst/>
                <a:uLnTx/>
                <a:uFillTx/>
                <a:ea typeface="+mn-ea"/>
                <a:cs typeface="Gisha" panose="020F0502020204030204" pitchFamily="34" charset="-79"/>
              </a:rPr>
              <a:t> &amp; </a:t>
            </a:r>
            <a:r>
              <a:rPr kumimoji="0" lang="pl-PL" sz="1200" b="1" i="0" u="none" strike="noStrike" kern="1200" cap="none" spc="0" normalizeH="0" baseline="0" noProof="0" err="1">
                <a:ln>
                  <a:noFill/>
                </a:ln>
                <a:effectLst/>
                <a:uLnTx/>
                <a:uFillTx/>
                <a:ea typeface="+mn-ea"/>
                <a:cs typeface="Gisha" panose="020F0502020204030204" pitchFamily="34" charset="-79"/>
              </a:rPr>
              <a:t>Scaling</a:t>
            </a:r>
            <a:endParaRPr kumimoji="0" lang="pl-PL" sz="1200" b="1" i="0" u="none" strike="noStrike" kern="1200" cap="none" spc="0" normalizeH="0" baseline="0" noProof="0">
              <a:ln>
                <a:noFill/>
              </a:ln>
              <a:effectLst/>
              <a:uLnTx/>
              <a:uFillTx/>
              <a:ea typeface="+mn-ea"/>
              <a:cs typeface="Gisha" panose="020F0502020204030204" pitchFamily="34" charset="-79"/>
            </a:endParaRPr>
          </a:p>
        </p:txBody>
      </p:sp>
      <p:sp>
        <p:nvSpPr>
          <p:cNvPr id="26" name="TextBox 25">
            <a:extLst>
              <a:ext uri="{FF2B5EF4-FFF2-40B4-BE49-F238E27FC236}">
                <a16:creationId xmlns:a16="http://schemas.microsoft.com/office/drawing/2014/main" id="{39773B02-E40F-CAC2-BCB4-8F90809FD64B}"/>
              </a:ext>
            </a:extLst>
          </p:cNvPr>
          <p:cNvSpPr txBox="1">
            <a:spLocks/>
          </p:cNvSpPr>
          <p:nvPr/>
        </p:nvSpPr>
        <p:spPr>
          <a:xfrm>
            <a:off x="555817" y="1876418"/>
            <a:ext cx="145203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pl-PL" sz="1200" b="1" i="0" u="none" strike="noStrike" kern="1200" cap="none" spc="0" normalizeH="0" baseline="0" noProof="0" err="1">
                <a:ln>
                  <a:noFill/>
                </a:ln>
                <a:effectLst/>
                <a:uLnTx/>
                <a:uFillTx/>
                <a:ea typeface="+mn-ea"/>
                <a:cs typeface="Gisha" panose="020B0502040204020203" pitchFamily="34" charset="-79"/>
              </a:rPr>
              <a:t>Overall</a:t>
            </a:r>
            <a:endParaRPr kumimoji="0" lang="pl-PL" sz="1200" b="1" i="0" u="none" strike="noStrike" kern="1200" cap="none" spc="0" normalizeH="0" baseline="0" noProof="0">
              <a:ln>
                <a:noFill/>
              </a:ln>
              <a:effectLst/>
              <a:uLnTx/>
              <a:uFillTx/>
              <a:ea typeface="+mn-ea"/>
              <a:cs typeface="Gisha" panose="020B0502040204020203" pitchFamily="34" charset="-79"/>
            </a:endParaRPr>
          </a:p>
        </p:txBody>
      </p:sp>
      <p:sp>
        <p:nvSpPr>
          <p:cNvPr id="27" name="TextBox 26">
            <a:extLst>
              <a:ext uri="{FF2B5EF4-FFF2-40B4-BE49-F238E27FC236}">
                <a16:creationId xmlns:a16="http://schemas.microsoft.com/office/drawing/2014/main" id="{79223EA7-FDBE-E954-E9C7-DFBB9E0FF88B}"/>
              </a:ext>
            </a:extLst>
          </p:cNvPr>
          <p:cNvSpPr txBox="1">
            <a:spLocks/>
          </p:cNvSpPr>
          <p:nvPr/>
        </p:nvSpPr>
        <p:spPr>
          <a:xfrm>
            <a:off x="8581227" y="1876418"/>
            <a:ext cx="145203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pl-PL" sz="1200" b="1" i="0" u="none" strike="noStrike" kern="1200" cap="none" spc="0" normalizeH="0" baseline="0" noProof="0">
                <a:ln>
                  <a:noFill/>
                </a:ln>
                <a:effectLst/>
                <a:uLnTx/>
                <a:uFillTx/>
                <a:ea typeface="+mn-ea"/>
                <a:cs typeface="Gisha" panose="020B0502040204020203" pitchFamily="34" charset="-79"/>
              </a:rPr>
              <a:t>Data</a:t>
            </a:r>
          </a:p>
        </p:txBody>
      </p:sp>
      <p:cxnSp>
        <p:nvCxnSpPr>
          <p:cNvPr id="29" name="Straight Connector 28">
            <a:extLst>
              <a:ext uri="{FF2B5EF4-FFF2-40B4-BE49-F238E27FC236}">
                <a16:creationId xmlns:a16="http://schemas.microsoft.com/office/drawing/2014/main" id="{AACFC22B-0A0C-CBC1-85D4-880178BB40B4}"/>
              </a:ext>
            </a:extLst>
          </p:cNvPr>
          <p:cNvCxnSpPr/>
          <p:nvPr/>
        </p:nvCxnSpPr>
        <p:spPr>
          <a:xfrm flipH="1">
            <a:off x="3688375" y="2591811"/>
            <a:ext cx="0" cy="3112945"/>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4CCFCB5-C204-EFD4-7CEB-D27AD40FF8B1}"/>
              </a:ext>
            </a:extLst>
          </p:cNvPr>
          <p:cNvCxnSpPr/>
          <p:nvPr/>
        </p:nvCxnSpPr>
        <p:spPr>
          <a:xfrm flipH="1">
            <a:off x="5293457" y="2591811"/>
            <a:ext cx="0" cy="3112945"/>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644E129-64BA-1DE4-B48E-B4750CDF5BA1}"/>
              </a:ext>
            </a:extLst>
          </p:cNvPr>
          <p:cNvCxnSpPr/>
          <p:nvPr/>
        </p:nvCxnSpPr>
        <p:spPr>
          <a:xfrm flipH="1">
            <a:off x="6898539" y="2591811"/>
            <a:ext cx="0" cy="3112945"/>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C2099D2-A2DD-3CAC-611E-E7D3A1B9B6D5}"/>
              </a:ext>
            </a:extLst>
          </p:cNvPr>
          <p:cNvCxnSpPr/>
          <p:nvPr/>
        </p:nvCxnSpPr>
        <p:spPr>
          <a:xfrm flipH="1">
            <a:off x="10108703" y="2591811"/>
            <a:ext cx="0" cy="3112945"/>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5FAE486-B703-DDCA-E096-B0D56BE6A97D}"/>
              </a:ext>
            </a:extLst>
          </p:cNvPr>
          <p:cNvCxnSpPr/>
          <p:nvPr/>
        </p:nvCxnSpPr>
        <p:spPr>
          <a:xfrm flipH="1">
            <a:off x="2083293" y="2591811"/>
            <a:ext cx="0" cy="3112945"/>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9358AFA-9136-0781-917F-4D5099ED9A79}"/>
              </a:ext>
            </a:extLst>
          </p:cNvPr>
          <p:cNvCxnSpPr/>
          <p:nvPr/>
        </p:nvCxnSpPr>
        <p:spPr>
          <a:xfrm flipH="1">
            <a:off x="8503621" y="2591811"/>
            <a:ext cx="0" cy="3112945"/>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Sticker">
            <a:extLst>
              <a:ext uri="{FF2B5EF4-FFF2-40B4-BE49-F238E27FC236}">
                <a16:creationId xmlns:a16="http://schemas.microsoft.com/office/drawing/2014/main" id="{E1AFEE35-AF17-646B-C407-293FAA14F974}"/>
              </a:ext>
            </a:extLst>
          </p:cNvPr>
          <p:cNvSpPr txBox="1"/>
          <p:nvPr/>
        </p:nvSpPr>
        <p:spPr>
          <a:xfrm>
            <a:off x="557660" y="1441785"/>
            <a:ext cx="1607812" cy="153888"/>
          </a:xfrm>
          <a:prstGeom prst="rect">
            <a:avLst/>
          </a:prstGeom>
          <a:noFill/>
          <a:ln w="6350">
            <a:noFill/>
            <a:miter lim="800000"/>
          </a:ln>
        </p:spPr>
        <p:txBody>
          <a:bodyPr vert="horz" wrap="none" lIns="0" tIns="0" rIns="0" bIns="0" rtlCol="0">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00" b="1" i="0" u="none" strike="noStrike" kern="1200" cap="all" spc="0" normalizeH="0" baseline="0" noProof="0">
                <a:ln>
                  <a:noFill/>
                </a:ln>
                <a:effectLst/>
                <a:uLnTx/>
                <a:uFillTx/>
                <a:ea typeface="+mn-ea"/>
                <a:cs typeface="Arial"/>
                <a:sym typeface="Avenir Next LT Pro" panose="020B0504020202020204" pitchFamily="34" charset="0"/>
              </a:rPr>
              <a:t>AIQ Scores Out of 100</a:t>
            </a:r>
          </a:p>
        </p:txBody>
      </p:sp>
      <p:graphicFrame>
        <p:nvGraphicFramePr>
          <p:cNvPr id="457" name="Chart 456">
            <a:extLst>
              <a:ext uri="{FF2B5EF4-FFF2-40B4-BE49-F238E27FC236}">
                <a16:creationId xmlns:a16="http://schemas.microsoft.com/office/drawing/2014/main" id="{0021C1A3-8AB4-C999-053C-D53508FF66F7}"/>
              </a:ext>
            </a:extLst>
          </p:cNvPr>
          <p:cNvGraphicFramePr/>
          <p:nvPr>
            <p:custDataLst>
              <p:tags r:id="rId40"/>
            </p:custDataLst>
            <p:extLst>
              <p:ext uri="{D42A27DB-BD31-4B8C-83A1-F6EECF244321}">
                <p14:modId xmlns:p14="http://schemas.microsoft.com/office/powerpoint/2010/main" val="1811810706"/>
              </p:ext>
            </p:extLst>
          </p:nvPr>
        </p:nvGraphicFramePr>
        <p:xfrm>
          <a:off x="449263" y="2900363"/>
          <a:ext cx="1706562" cy="3228975"/>
        </p:xfrm>
        <a:graphic>
          <a:graphicData uri="http://schemas.openxmlformats.org/drawingml/2006/chart">
            <c:chart xmlns:c="http://schemas.openxmlformats.org/drawingml/2006/chart" xmlns:r="http://schemas.openxmlformats.org/officeDocument/2006/relationships" r:id="rId58"/>
          </a:graphicData>
        </a:graphic>
      </p:graphicFrame>
      <p:cxnSp>
        <p:nvCxnSpPr>
          <p:cNvPr id="467" name="Straight Connector 466">
            <a:extLst>
              <a:ext uri="{FF2B5EF4-FFF2-40B4-BE49-F238E27FC236}">
                <a16:creationId xmlns:a16="http://schemas.microsoft.com/office/drawing/2014/main" id="{27E03BB7-BC25-489D-178B-72DA515DE8D2}"/>
              </a:ext>
            </a:extLst>
          </p:cNvPr>
          <p:cNvCxnSpPr/>
          <p:nvPr>
            <p:custDataLst>
              <p:tags r:id="rId41"/>
            </p:custDataLst>
          </p:nvPr>
        </p:nvCxnSpPr>
        <p:spPr bwMode="auto">
          <a:xfrm flipV="1">
            <a:off x="1301750" y="3925888"/>
            <a:ext cx="0" cy="18415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7" name="Straight Connector 506">
            <a:extLst>
              <a:ext uri="{FF2B5EF4-FFF2-40B4-BE49-F238E27FC236}">
                <a16:creationId xmlns:a16="http://schemas.microsoft.com/office/drawing/2014/main" id="{8912CF70-1085-92DC-3E7E-94698F3371F7}"/>
              </a:ext>
            </a:extLst>
          </p:cNvPr>
          <p:cNvCxnSpPr/>
          <p:nvPr>
            <p:custDataLst>
              <p:tags r:id="rId42"/>
            </p:custDataLst>
          </p:nvPr>
        </p:nvCxnSpPr>
        <p:spPr bwMode="auto">
          <a:xfrm flipH="1">
            <a:off x="1260476" y="3925888"/>
            <a:ext cx="41275"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8" name="Straight Connector 507">
            <a:extLst>
              <a:ext uri="{FF2B5EF4-FFF2-40B4-BE49-F238E27FC236}">
                <a16:creationId xmlns:a16="http://schemas.microsoft.com/office/drawing/2014/main" id="{6824E8EC-36AB-8B87-69E5-A4C85B44BFF9}"/>
              </a:ext>
            </a:extLst>
          </p:cNvPr>
          <p:cNvCxnSpPr/>
          <p:nvPr>
            <p:custDataLst>
              <p:tags r:id="rId43"/>
            </p:custDataLst>
          </p:nvPr>
        </p:nvCxnSpPr>
        <p:spPr bwMode="auto">
          <a:xfrm flipH="1">
            <a:off x="801688" y="3925888"/>
            <a:ext cx="39688" cy="0"/>
          </a:xfrm>
          <a:prstGeom prst="line">
            <a:avLst/>
          </a:prstGeom>
          <a:ln w="381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9" name="Straight Connector 468">
            <a:extLst>
              <a:ext uri="{FF2B5EF4-FFF2-40B4-BE49-F238E27FC236}">
                <a16:creationId xmlns:a16="http://schemas.microsoft.com/office/drawing/2014/main" id="{4C5257B4-12C8-66BF-85D9-0DDECFBEEBDC}"/>
              </a:ext>
            </a:extLst>
          </p:cNvPr>
          <p:cNvCxnSpPr/>
          <p:nvPr>
            <p:custDataLst>
              <p:tags r:id="rId44"/>
            </p:custDataLst>
          </p:nvPr>
        </p:nvCxnSpPr>
        <p:spPr bwMode="auto">
          <a:xfrm>
            <a:off x="801688" y="3925888"/>
            <a:ext cx="0" cy="581025"/>
          </a:xfrm>
          <a:prstGeom prst="line">
            <a:avLst/>
          </a:prstGeom>
          <a:ln w="381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465" name="Text Placeholder 4">
            <a:extLst>
              <a:ext uri="{FF2B5EF4-FFF2-40B4-BE49-F238E27FC236}">
                <a16:creationId xmlns:a16="http://schemas.microsoft.com/office/drawing/2014/main" id="{73ED576C-F7F1-DFD8-B8E0-C2FB69D4EB8F}"/>
              </a:ext>
            </a:extLst>
          </p:cNvPr>
          <p:cNvSpPr txBox="1">
            <a:spLocks/>
          </p:cNvSpPr>
          <p:nvPr>
            <p:custDataLst>
              <p:tags r:id="rId45"/>
            </p:custDataLst>
          </p:nvPr>
        </p:nvSpPr>
        <p:spPr bwMode="auto">
          <a:xfrm>
            <a:off x="790575" y="3817938"/>
            <a:ext cx="522288" cy="215900"/>
          </a:xfrm>
          <a:prstGeom prst="ellipse">
            <a:avLst/>
          </a:prstGeom>
          <a:noFill/>
          <a:ln>
            <a:noFill/>
          </a:ln>
          <a:effectLst/>
        </p:spPr>
        <p:txBody>
          <a:bodyPr vert="horz" wrap="none" lIns="0" tIns="0" rIns="0" bIns="0" rtlCol="0" anchor="ctr" anchorCtr="0">
            <a:noAutofit/>
          </a:bodyPr>
          <a:lstStyle>
            <a:lvl1pPr marL="0" indent="0" algn="l" defTabSz="914400" rtl="0" eaLnBrk="1" latinLnBrk="0" hangingPunct="1">
              <a:lnSpc>
                <a:spcPct val="100000"/>
              </a:lnSpc>
              <a:spcBef>
                <a:spcPts val="300"/>
              </a:spcBef>
              <a:spcAft>
                <a:spcPts val="300"/>
              </a:spcAft>
              <a:buClr>
                <a:schemeClr val="tx1"/>
              </a:buClr>
              <a:buSzTx/>
              <a:buFont typeface="Segoe UI" panose="020B0502040204020203" pitchFamily="34" charset="0"/>
              <a:buChar char="​"/>
              <a:defRPr lang="en-US" sz="1600" b="0" kern="1200" baseline="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ct val="0"/>
              </a:spcBef>
              <a:spcAft>
                <a:spcPts val="300"/>
              </a:spcAft>
              <a:buClr>
                <a:schemeClr val="tx1"/>
              </a:buClr>
              <a:buSzTx/>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ct val="0"/>
              </a:spcBef>
              <a:spcAft>
                <a:spcPts val="300"/>
              </a:spcAft>
              <a:buClr>
                <a:schemeClr val="tx1"/>
              </a:buClr>
              <a:buSzTx/>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ct val="0"/>
              </a:spcBef>
              <a:spcAft>
                <a:spcPts val="300"/>
              </a:spcAft>
              <a:buSzTx/>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fld id="{7A8E73A2-A23F-40CF-B1AA-354322CFD2CB}" type="datetime'''''''''-''''2''6''''''''''''''''''%'''''''">
              <a:rPr kumimoji="0" lang="pl-PL" altLang="en-US" sz="1000" b="1" i="0" u="none" strike="noStrike" kern="1200" cap="none" spc="0" normalizeH="0" baseline="0" noProof="0" smtClean="0">
                <a:ln>
                  <a:noFill/>
                </a:ln>
                <a:effectLst/>
                <a:uLnTx/>
                <a:uFillTx/>
                <a:ea typeface="+mn-lt"/>
                <a:cs typeface="+mn-lt"/>
                <a:sym typeface="+mn-lt"/>
              </a:rPr>
              <a:pPr marL="0" marR="0" lvl="0" indent="0" algn="ctr" defTabSz="914400" rtl="0" eaLnBrk="1" fontAlgn="auto" latinLnBrk="0" hangingPunct="1">
                <a:lnSpc>
                  <a:spcPct val="100000"/>
                </a:lnSpc>
                <a:spcBef>
                  <a:spcPct val="0"/>
                </a:spcBef>
                <a:spcAft>
                  <a:spcPct val="0"/>
                </a:spcAft>
                <a:buClr>
                  <a:srgbClr val="FFFFFF"/>
                </a:buClr>
                <a:buSzTx/>
                <a:buFont typeface="Segoe UI" panose="020B0502040204020203" pitchFamily="34" charset="0"/>
                <a:buChar char="​"/>
                <a:tabLst/>
                <a:defRPr/>
              </a:pPr>
              <a:t>-26%</a:t>
            </a:fld>
            <a:endParaRPr kumimoji="0" lang="pl-PL" sz="1000" b="1" i="0" u="none" strike="noStrike" kern="1200" cap="none" spc="0" normalizeH="0" baseline="0" noProof="0">
              <a:ln>
                <a:noFill/>
              </a:ln>
              <a:effectLst/>
              <a:uLnTx/>
              <a:uFillTx/>
              <a:ea typeface="+mn-lt"/>
              <a:cs typeface="+mn-lt"/>
              <a:sym typeface="+mn-lt"/>
            </a:endParaRPr>
          </a:p>
        </p:txBody>
      </p:sp>
      <p:grpSp>
        <p:nvGrpSpPr>
          <p:cNvPr id="46" name="Group 45">
            <a:extLst>
              <a:ext uri="{FF2B5EF4-FFF2-40B4-BE49-F238E27FC236}">
                <a16:creationId xmlns:a16="http://schemas.microsoft.com/office/drawing/2014/main" id="{D2E09026-DA1A-765D-BD14-3207668B4EAF}"/>
              </a:ext>
            </a:extLst>
          </p:cNvPr>
          <p:cNvGrpSpPr/>
          <p:nvPr/>
        </p:nvGrpSpPr>
        <p:grpSpPr>
          <a:xfrm>
            <a:off x="8249323" y="1432900"/>
            <a:ext cx="3355360" cy="171657"/>
            <a:chOff x="6958869" y="1432900"/>
            <a:chExt cx="3355360" cy="171657"/>
          </a:xfrm>
        </p:grpSpPr>
        <p:sp>
          <p:nvSpPr>
            <p:cNvPr id="375" name="TextBox 374">
              <a:extLst>
                <a:ext uri="{FF2B5EF4-FFF2-40B4-BE49-F238E27FC236}">
                  <a16:creationId xmlns:a16="http://schemas.microsoft.com/office/drawing/2014/main" id="{1E5398CD-D2FB-3375-9DAF-95392287A01A}"/>
                </a:ext>
              </a:extLst>
            </p:cNvPr>
            <p:cNvSpPr txBox="1"/>
            <p:nvPr/>
          </p:nvSpPr>
          <p:spPr>
            <a:xfrm>
              <a:off x="7161149" y="1441785"/>
              <a:ext cx="703398"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chemeClr val="tx1"/>
                  </a:solidFill>
                  <a:effectLst/>
                  <a:uLnTx/>
                  <a:uFillTx/>
                  <a:ea typeface="+mn-ea"/>
                  <a:cs typeface="Arial" panose="020B0604020202020204" pitchFamily="34" charset="0"/>
                </a:rPr>
                <a:t>PASHA Bank</a:t>
              </a:r>
              <a:endParaRPr kumimoji="0" lang="en-US" sz="1000" b="0" i="0" u="none" strike="noStrike" kern="1200" cap="none" spc="0" normalizeH="0" baseline="0" noProof="0">
                <a:ln>
                  <a:noFill/>
                </a:ln>
                <a:solidFill>
                  <a:schemeClr val="tx1"/>
                </a:solidFill>
                <a:effectLst/>
                <a:uLnTx/>
                <a:uFillTx/>
                <a:ea typeface="+mn-ea"/>
                <a:cs typeface="Gisha" pitchFamily="34" charset="-79"/>
              </a:endParaRPr>
            </a:p>
          </p:txBody>
        </p:sp>
        <p:sp>
          <p:nvSpPr>
            <p:cNvPr id="376" name="Rectangle 375">
              <a:extLst>
                <a:ext uri="{FF2B5EF4-FFF2-40B4-BE49-F238E27FC236}">
                  <a16:creationId xmlns:a16="http://schemas.microsoft.com/office/drawing/2014/main" id="{1D0710E4-8C95-D2F0-BAB5-5097E810FCBF}"/>
                </a:ext>
              </a:extLst>
            </p:cNvPr>
            <p:cNvSpPr/>
            <p:nvPr/>
          </p:nvSpPr>
          <p:spPr>
            <a:xfrm>
              <a:off x="6958869" y="1432900"/>
              <a:ext cx="171657" cy="171657"/>
            </a:xfrm>
            <a:prstGeom prst="rect">
              <a:avLst/>
            </a:prstGeom>
            <a:solidFill>
              <a:schemeClr val="accent2"/>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chemeClr val="tx1"/>
                </a:solidFill>
                <a:effectLst/>
                <a:uLnTx/>
                <a:uFillTx/>
                <a:ea typeface="+mn-ea"/>
                <a:cs typeface="Arial"/>
              </a:endParaRPr>
            </a:p>
          </p:txBody>
        </p:sp>
        <p:sp>
          <p:nvSpPr>
            <p:cNvPr id="23" name="TextBox 22">
              <a:extLst>
                <a:ext uri="{FF2B5EF4-FFF2-40B4-BE49-F238E27FC236}">
                  <a16:creationId xmlns:a16="http://schemas.microsoft.com/office/drawing/2014/main" id="{84F65F7B-572C-3E33-8B07-98319EE3536F}"/>
                </a:ext>
              </a:extLst>
            </p:cNvPr>
            <p:cNvSpPr txBox="1"/>
            <p:nvPr/>
          </p:nvSpPr>
          <p:spPr>
            <a:xfrm>
              <a:off x="8304165" y="1441785"/>
              <a:ext cx="828432"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chemeClr val="tx1"/>
                  </a:solidFill>
                  <a:effectLst/>
                  <a:uLnTx/>
                  <a:uFillTx/>
                  <a:ea typeface="+mn-ea"/>
                  <a:cs typeface="Gisha" pitchFamily="34" charset="-79"/>
                </a:rPr>
                <a:t>Peer Average</a:t>
              </a:r>
              <a:r>
                <a:rPr kumimoji="0" lang="en-US" sz="1000" b="0" i="0" u="none" strike="noStrike" kern="1200" cap="none" spc="0" normalizeH="0" baseline="30000" noProof="0">
                  <a:ln>
                    <a:noFill/>
                  </a:ln>
                  <a:solidFill>
                    <a:schemeClr val="tx1"/>
                  </a:solidFill>
                  <a:effectLst/>
                  <a:uLnTx/>
                  <a:uFillTx/>
                  <a:ea typeface="+mn-ea"/>
                  <a:cs typeface="Gisha" pitchFamily="34" charset="-79"/>
                </a:rPr>
                <a:t>1</a:t>
              </a:r>
            </a:p>
          </p:txBody>
        </p:sp>
        <p:sp>
          <p:nvSpPr>
            <p:cNvPr id="35" name="Rectangle 34">
              <a:extLst>
                <a:ext uri="{FF2B5EF4-FFF2-40B4-BE49-F238E27FC236}">
                  <a16:creationId xmlns:a16="http://schemas.microsoft.com/office/drawing/2014/main" id="{A36D571A-3EBC-3F82-3C97-B845A9426FF9}"/>
                </a:ext>
              </a:extLst>
            </p:cNvPr>
            <p:cNvSpPr/>
            <p:nvPr/>
          </p:nvSpPr>
          <p:spPr>
            <a:xfrm>
              <a:off x="8068017" y="1432900"/>
              <a:ext cx="171657" cy="171657"/>
            </a:xfrm>
            <a:prstGeom prst="rect">
              <a:avLst/>
            </a:prstGeom>
            <a:solidFill>
              <a:srgbClr val="B3B3B3"/>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chemeClr val="tx1"/>
                </a:solidFill>
                <a:effectLst/>
                <a:uLnTx/>
                <a:uFillTx/>
                <a:ea typeface="+mn-ea"/>
                <a:cs typeface="Arial"/>
              </a:endParaRPr>
            </a:p>
          </p:txBody>
        </p:sp>
        <p:sp>
          <p:nvSpPr>
            <p:cNvPr id="37" name="TextBox 36">
              <a:extLst>
                <a:ext uri="{FF2B5EF4-FFF2-40B4-BE49-F238E27FC236}">
                  <a16:creationId xmlns:a16="http://schemas.microsoft.com/office/drawing/2014/main" id="{7CD2D015-8D17-4E85-350D-9101C38AE69C}"/>
                </a:ext>
              </a:extLst>
            </p:cNvPr>
            <p:cNvSpPr txBox="1"/>
            <p:nvPr/>
          </p:nvSpPr>
          <p:spPr>
            <a:xfrm>
              <a:off x="9533887" y="1441785"/>
              <a:ext cx="780342"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chemeClr val="tx1"/>
                  </a:solidFill>
                  <a:effectLst/>
                  <a:uLnTx/>
                  <a:uFillTx/>
                  <a:ea typeface="+mn-ea"/>
                  <a:cs typeface="Gisha" pitchFamily="34" charset="-79"/>
                </a:rPr>
                <a:t>Peer Leaders</a:t>
              </a:r>
              <a:r>
                <a:rPr kumimoji="0" lang="en-US" sz="1000" b="0" i="0" u="none" strike="noStrike" kern="1200" cap="none" spc="0" normalizeH="0" baseline="30000" noProof="0">
                  <a:ln>
                    <a:noFill/>
                  </a:ln>
                  <a:solidFill>
                    <a:schemeClr val="tx1"/>
                  </a:solidFill>
                  <a:effectLst/>
                  <a:uLnTx/>
                  <a:uFillTx/>
                  <a:ea typeface="+mn-ea"/>
                  <a:cs typeface="Gisha" pitchFamily="34" charset="-79"/>
                </a:rPr>
                <a:t>2</a:t>
              </a:r>
            </a:p>
          </p:txBody>
        </p:sp>
        <p:sp>
          <p:nvSpPr>
            <p:cNvPr id="38" name="Rectangle 37">
              <a:extLst>
                <a:ext uri="{FF2B5EF4-FFF2-40B4-BE49-F238E27FC236}">
                  <a16:creationId xmlns:a16="http://schemas.microsoft.com/office/drawing/2014/main" id="{64D04E09-CD9C-06B7-7C9D-17A8FF1187AD}"/>
                </a:ext>
              </a:extLst>
            </p:cNvPr>
            <p:cNvSpPr/>
            <p:nvPr/>
          </p:nvSpPr>
          <p:spPr>
            <a:xfrm>
              <a:off x="9297739" y="1432900"/>
              <a:ext cx="171657" cy="171657"/>
            </a:xfrm>
            <a:prstGeom prst="rect">
              <a:avLst/>
            </a:prstGeom>
            <a:solidFill>
              <a:srgbClr val="4D4D4D"/>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chemeClr val="tx1"/>
                </a:solidFill>
                <a:effectLst/>
                <a:uLnTx/>
                <a:uFillTx/>
                <a:ea typeface="+mn-ea"/>
                <a:cs typeface="Arial"/>
              </a:endParaRPr>
            </a:p>
          </p:txBody>
        </p:sp>
      </p:grpSp>
      <p:cxnSp>
        <p:nvCxnSpPr>
          <p:cNvPr id="505" name="GreyLineContentSeparatorDefault 66">
            <a:extLst>
              <a:ext uri="{FF2B5EF4-FFF2-40B4-BE49-F238E27FC236}">
                <a16:creationId xmlns:a16="http://schemas.microsoft.com/office/drawing/2014/main" id="{86228A6F-48AE-4899-153B-FB8846D6E103}"/>
              </a:ext>
            </a:extLst>
          </p:cNvPr>
          <p:cNvCxnSpPr>
            <a:cxnSpLocks/>
          </p:cNvCxnSpPr>
          <p:nvPr>
            <p:custDataLst>
              <p:tags r:id="rId46"/>
            </p:custDataLst>
          </p:nvPr>
        </p:nvCxnSpPr>
        <p:spPr>
          <a:xfrm>
            <a:off x="554736" y="2133402"/>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1D378371-8711-1FED-570F-1CFF6AA774BA}"/>
              </a:ext>
            </a:extLst>
          </p:cNvPr>
          <p:cNvCxnSpPr/>
          <p:nvPr/>
        </p:nvCxnSpPr>
        <p:spPr>
          <a:xfrm flipH="1">
            <a:off x="3688375" y="2138596"/>
            <a:ext cx="0" cy="3724607"/>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951B921A-1AE2-17F5-7934-D9FACE008B19}"/>
              </a:ext>
            </a:extLst>
          </p:cNvPr>
          <p:cNvCxnSpPr/>
          <p:nvPr/>
        </p:nvCxnSpPr>
        <p:spPr>
          <a:xfrm flipH="1">
            <a:off x="5293457" y="2138596"/>
            <a:ext cx="0" cy="3724607"/>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C814E6E0-89C2-E14B-96D1-D0091BE57B21}"/>
              </a:ext>
            </a:extLst>
          </p:cNvPr>
          <p:cNvCxnSpPr/>
          <p:nvPr/>
        </p:nvCxnSpPr>
        <p:spPr>
          <a:xfrm flipH="1">
            <a:off x="6898539" y="2138596"/>
            <a:ext cx="0" cy="3724607"/>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87442D94-E97D-9735-2F2F-7F6E58F29F28}"/>
              </a:ext>
            </a:extLst>
          </p:cNvPr>
          <p:cNvCxnSpPr/>
          <p:nvPr/>
        </p:nvCxnSpPr>
        <p:spPr>
          <a:xfrm flipH="1">
            <a:off x="10108703" y="2138596"/>
            <a:ext cx="0" cy="3724607"/>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3E5BFCA-4C3C-C777-56B4-FD0730C57202}"/>
              </a:ext>
            </a:extLst>
          </p:cNvPr>
          <p:cNvCxnSpPr/>
          <p:nvPr/>
        </p:nvCxnSpPr>
        <p:spPr>
          <a:xfrm flipH="1">
            <a:off x="2083293" y="2138596"/>
            <a:ext cx="0" cy="3724607"/>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FC8C99AD-3586-1E87-AA57-A0D31B1AF68D}"/>
              </a:ext>
            </a:extLst>
          </p:cNvPr>
          <p:cNvCxnSpPr/>
          <p:nvPr/>
        </p:nvCxnSpPr>
        <p:spPr>
          <a:xfrm flipH="1">
            <a:off x="8503621" y="2138596"/>
            <a:ext cx="0" cy="3724607"/>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07" name="4. Footnote">
            <a:extLst>
              <a:ext uri="{FF2B5EF4-FFF2-40B4-BE49-F238E27FC236}">
                <a16:creationId xmlns:a16="http://schemas.microsoft.com/office/drawing/2014/main" id="{2D9A7005-5491-F836-5AA9-7FF6630C367C}"/>
              </a:ext>
            </a:extLst>
          </p:cNvPr>
          <p:cNvSpPr txBox="1">
            <a:spLocks noChangeArrowheads="1"/>
          </p:cNvSpPr>
          <p:nvPr/>
        </p:nvSpPr>
        <p:spPr bwMode="auto">
          <a:xfrm>
            <a:off x="554735" y="6182325"/>
            <a:ext cx="7278624" cy="266119"/>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t" anchorCtr="0">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p:txBody>
      </p:sp>
      <p:sp>
        <p:nvSpPr>
          <p:cNvPr id="63" name="5. Source">
            <a:extLst>
              <a:ext uri="{FF2B5EF4-FFF2-40B4-BE49-F238E27FC236}">
                <a16:creationId xmlns:a16="http://schemas.microsoft.com/office/drawing/2014/main" id="{F4D813D3-C680-783E-172A-ECA178380228}"/>
              </a:ext>
            </a:extLst>
          </p:cNvPr>
          <p:cNvSpPr txBox="1"/>
          <p:nvPr>
            <p:custDataLst>
              <p:tags r:id="rId47"/>
            </p:custDataLst>
          </p:nvPr>
        </p:nvSpPr>
        <p:spPr>
          <a:xfrm>
            <a:off x="554736" y="6585146"/>
            <a:ext cx="7277861" cy="123111"/>
          </a:xfrm>
          <a:prstGeom prst="rect">
            <a:avLst/>
          </a:prstGeom>
          <a:noFill/>
          <a:ln/>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effectLst/>
                <a:uLnTx/>
                <a:uFillTx/>
              </a:rPr>
              <a:t>Source: </a:t>
            </a:r>
            <a:r>
              <a:rPr lang="en-US" sz="800"/>
              <a:t>PASHA Bank</a:t>
            </a:r>
            <a:r>
              <a:rPr kumimoji="0" lang="en-US" sz="800" b="0" i="0" u="none" strike="noStrike" kern="1200" cap="none" spc="0" normalizeH="0" baseline="0" noProof="0">
                <a:ln>
                  <a:noFill/>
                </a:ln>
                <a:effectLst/>
                <a:uLnTx/>
                <a:uFillTx/>
              </a:rPr>
              <a:t> Tech &amp; AI Quotient</a:t>
            </a:r>
          </a:p>
        </p:txBody>
      </p:sp>
    </p:spTree>
    <p:custDataLst>
      <p:tags r:id="rId1"/>
    </p:custDataLst>
    <p:extLst>
      <p:ext uri="{BB962C8B-B14F-4D97-AF65-F5344CB8AC3E}">
        <p14:creationId xmlns:p14="http://schemas.microsoft.com/office/powerpoint/2010/main" val="2481927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Object 51" hidden="1"/>
          <p:cNvGraphicFramePr>
            <a:graphicFrameLocks noChangeAspect="1"/>
          </p:cNvGraphicFramePr>
          <p:nvPr>
            <p:custDataLst>
              <p:tags r:id="rId2"/>
            </p:custDataLst>
            <p:extLst>
              <p:ext uri="{D42A27DB-BD31-4B8C-83A1-F6EECF244321}">
                <p14:modId xmlns:p14="http://schemas.microsoft.com/office/powerpoint/2010/main" val="1162530083"/>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52" name="Object 51" hidden="1"/>
                      <p:cNvPicPr/>
                      <p:nvPr/>
                    </p:nvPicPr>
                    <p:blipFill>
                      <a:blip r:embed="rId9"/>
                      <a:stretch>
                        <a:fillRect/>
                      </a:stretch>
                    </p:blipFill>
                    <p:spPr>
                      <a:xfrm>
                        <a:off x="1525892" y="1622"/>
                        <a:ext cx="1619" cy="1619"/>
                      </a:xfrm>
                      <a:prstGeom prst="rect">
                        <a:avLst/>
                      </a:prstGeom>
                    </p:spPr>
                  </p:pic>
                </p:oleObj>
              </mc:Fallback>
            </mc:AlternateContent>
          </a:graphicData>
        </a:graphic>
      </p:graphicFrame>
      <p:sp>
        <p:nvSpPr>
          <p:cNvPr id="4" name="Rectangle 3" hidden="1"/>
          <p:cNvSpPr/>
          <p:nvPr>
            <p:custDataLst>
              <p:tags r:id="rId3"/>
            </p:custDataLst>
          </p:nvPr>
        </p:nvSpPr>
        <p:spPr bwMode="auto">
          <a:xfrm>
            <a:off x="1524270" y="1"/>
            <a:ext cx="161974" cy="161974"/>
          </a:xfrm>
          <a:prstGeom prst="rect">
            <a:avLst/>
          </a:prstGeom>
          <a:solidFill>
            <a:schemeClr val="accent1"/>
          </a:solid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23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2" name="2. Slide Title"/>
          <p:cNvSpPr>
            <a:spLocks noGrp="1"/>
          </p:cNvSpPr>
          <p:nvPr>
            <p:ph type="title"/>
            <p:custDataLst>
              <p:tags r:id="rId4"/>
            </p:custDataLst>
          </p:nvPr>
        </p:nvSpPr>
        <p:spPr>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PASHA Bank can accelerate business value capture from Tech &amp; AI by prioritizing a small set of high-impact power practices</a:t>
            </a:r>
            <a:endParaRPr lang="en-US" sz="2400">
              <a:latin typeface="+mj-lt"/>
            </a:endParaRPr>
          </a:p>
        </p:txBody>
      </p:sp>
      <p:sp>
        <p:nvSpPr>
          <p:cNvPr id="6" name="TextBox 5">
            <a:extLst>
              <a:ext uri="{FF2B5EF4-FFF2-40B4-BE49-F238E27FC236}">
                <a16:creationId xmlns:a16="http://schemas.microsoft.com/office/drawing/2014/main" id="{06EDE265-6D6F-6736-3E85-E15343F1E88C}"/>
              </a:ext>
            </a:extLst>
          </p:cNvPr>
          <p:cNvSpPr txBox="1">
            <a:spLocks/>
          </p:cNvSpPr>
          <p:nvPr/>
        </p:nvSpPr>
        <p:spPr>
          <a:xfrm>
            <a:off x="553970" y="1569971"/>
            <a:ext cx="2328843"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FFFFFF"/>
              </a:buClr>
              <a:buSzPct val="125000"/>
              <a:buFontTx/>
              <a:buNone/>
              <a:tabLst/>
              <a:defRPr/>
            </a:pPr>
            <a:r>
              <a:rPr kumimoji="0" lang="en-AU" sz="10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Relative maturity (on a scale of 1-5)</a:t>
            </a:r>
          </a:p>
        </p:txBody>
      </p:sp>
      <p:sp>
        <p:nvSpPr>
          <p:cNvPr id="8" name="4. Footnote">
            <a:extLst>
              <a:ext uri="{FF2B5EF4-FFF2-40B4-BE49-F238E27FC236}">
                <a16:creationId xmlns:a16="http://schemas.microsoft.com/office/drawing/2014/main" id="{64798CA3-43C6-5BEA-BCCD-9217B5B61077}"/>
              </a:ext>
            </a:extLst>
          </p:cNvPr>
          <p:cNvSpPr txBox="1">
            <a:spLocks noChangeArrowheads="1"/>
          </p:cNvSpPr>
          <p:nvPr/>
        </p:nvSpPr>
        <p:spPr bwMode="auto">
          <a:xfrm>
            <a:off x="554736" y="6330793"/>
            <a:ext cx="11082528"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a:rPr>
              <a:t>* Power practices have been shown to be most closely correlated with Tech &amp; AI excellence</a:t>
            </a:r>
          </a:p>
        </p:txBody>
      </p:sp>
      <p:sp>
        <p:nvSpPr>
          <p:cNvPr id="24" name="5. Source">
            <a:extLst>
              <a:ext uri="{FF2B5EF4-FFF2-40B4-BE49-F238E27FC236}">
                <a16:creationId xmlns:a16="http://schemas.microsoft.com/office/drawing/2014/main" id="{A3F3CEEE-CCBD-BCBC-A310-35BD69A8148C}"/>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Source: </a:t>
            </a:r>
            <a:r>
              <a:rPr lang="en-US">
                <a:solidFill>
                  <a:srgbClr val="111918"/>
                </a:solidFill>
                <a:latin typeface="Tahoma"/>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 Tech &amp; AI Quotient Survey</a:t>
            </a:r>
          </a:p>
        </p:txBody>
      </p:sp>
      <p:sp>
        <p:nvSpPr>
          <p:cNvPr id="26" name="TextBox 25">
            <a:extLst>
              <a:ext uri="{FF2B5EF4-FFF2-40B4-BE49-F238E27FC236}">
                <a16:creationId xmlns:a16="http://schemas.microsoft.com/office/drawing/2014/main" id="{BD6B102B-478F-F49A-9263-3AC228205E65}"/>
              </a:ext>
            </a:extLst>
          </p:cNvPr>
          <p:cNvSpPr txBox="1">
            <a:spLocks/>
          </p:cNvSpPr>
          <p:nvPr/>
        </p:nvSpPr>
        <p:spPr>
          <a:xfrm>
            <a:off x="9779129" y="1823794"/>
            <a:ext cx="150361" cy="123111"/>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0000"/>
              </a:buClr>
              <a:buSzPct val="125000"/>
              <a:buFontTx/>
              <a:buNone/>
              <a:tabLst/>
              <a:defRPr/>
            </a:pPr>
            <a:r>
              <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1-2</a:t>
            </a:r>
          </a:p>
        </p:txBody>
      </p:sp>
      <p:sp>
        <p:nvSpPr>
          <p:cNvPr id="27" name="G">
            <a:extLst>
              <a:ext uri="{FF2B5EF4-FFF2-40B4-BE49-F238E27FC236}">
                <a16:creationId xmlns:a16="http://schemas.microsoft.com/office/drawing/2014/main" id="{83769DDF-8255-C373-0814-D680E4346EB1}"/>
              </a:ext>
            </a:extLst>
          </p:cNvPr>
          <p:cNvSpPr>
            <a:spLocks/>
          </p:cNvSpPr>
          <p:nvPr/>
        </p:nvSpPr>
        <p:spPr>
          <a:xfrm>
            <a:off x="9449721" y="1814734"/>
            <a:ext cx="267171" cy="141232"/>
          </a:xfrm>
          <a:prstGeom prst="rect">
            <a:avLst/>
          </a:prstGeom>
          <a:solidFill>
            <a:schemeClr val="accent4">
              <a:lumMod val="10000"/>
              <a:lumOff val="90000"/>
            </a:schemeClr>
          </a:solidFill>
          <a:ln w="6350" cap="sq" cmpd="sng" algn="ctr">
            <a:solidFill>
              <a:schemeClr val="bg1">
                <a:lumMod val="75000"/>
              </a:schemeClr>
            </a:solidFill>
            <a:prstDash val="solid"/>
            <a:miter lim="800000"/>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8" name="TextBox 27">
            <a:extLst>
              <a:ext uri="{FF2B5EF4-FFF2-40B4-BE49-F238E27FC236}">
                <a16:creationId xmlns:a16="http://schemas.microsoft.com/office/drawing/2014/main" id="{9997BEB3-C703-49AF-A2B6-C51A36CCC21F}"/>
              </a:ext>
            </a:extLst>
          </p:cNvPr>
          <p:cNvSpPr txBox="1"/>
          <p:nvPr/>
        </p:nvSpPr>
        <p:spPr>
          <a:xfrm>
            <a:off x="8184240" y="1823794"/>
            <a:ext cx="1218282" cy="123111"/>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0" algn="l" defTabSz="914400" rtl="0" eaLnBrk="1" fontAlgn="auto" latinLnBrk="0" hangingPunct="1">
              <a:lnSpc>
                <a:spcPct val="100000"/>
              </a:lnSpc>
              <a:spcBef>
                <a:spcPts val="300"/>
              </a:spcBef>
              <a:spcAft>
                <a:spcPts val="300"/>
              </a:spcAft>
              <a:buClr>
                <a:srgbClr val="0033A1"/>
              </a:buClr>
              <a:buSzPct val="100000"/>
              <a:buFont typeface="Segoe UI" panose="020B0502040204020203" pitchFamily="34" charset="0"/>
              <a:buChar char="​"/>
              <a:tabLst/>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 Tech &amp; AI readiness:</a:t>
            </a:r>
          </a:p>
        </p:txBody>
      </p:sp>
      <p:sp>
        <p:nvSpPr>
          <p:cNvPr id="36" name="TextBox 35">
            <a:extLst>
              <a:ext uri="{FF2B5EF4-FFF2-40B4-BE49-F238E27FC236}">
                <a16:creationId xmlns:a16="http://schemas.microsoft.com/office/drawing/2014/main" id="{FC3E8060-BC5B-3CBC-2B81-FA8ED120567C}"/>
              </a:ext>
            </a:extLst>
          </p:cNvPr>
          <p:cNvSpPr txBox="1">
            <a:spLocks/>
          </p:cNvSpPr>
          <p:nvPr/>
        </p:nvSpPr>
        <p:spPr>
          <a:xfrm>
            <a:off x="10361426" y="1823794"/>
            <a:ext cx="150362" cy="123111"/>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0000"/>
              </a:buClr>
              <a:buSzPct val="125000"/>
              <a:buFontTx/>
              <a:buNone/>
              <a:tabLst/>
              <a:defRPr/>
            </a:pPr>
            <a:r>
              <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2-3</a:t>
            </a:r>
          </a:p>
        </p:txBody>
      </p:sp>
      <p:sp>
        <p:nvSpPr>
          <p:cNvPr id="37" name="G">
            <a:extLst>
              <a:ext uri="{FF2B5EF4-FFF2-40B4-BE49-F238E27FC236}">
                <a16:creationId xmlns:a16="http://schemas.microsoft.com/office/drawing/2014/main" id="{DD5D4695-C941-7EC1-CB12-A95EC4FDC90C}"/>
              </a:ext>
            </a:extLst>
          </p:cNvPr>
          <p:cNvSpPr>
            <a:spLocks/>
          </p:cNvSpPr>
          <p:nvPr/>
        </p:nvSpPr>
        <p:spPr>
          <a:xfrm>
            <a:off x="10029344" y="1814734"/>
            <a:ext cx="267173" cy="141232"/>
          </a:xfrm>
          <a:prstGeom prst="rect">
            <a:avLst/>
          </a:prstGeom>
          <a:solidFill>
            <a:schemeClr val="accent3">
              <a:lumMod val="75000"/>
            </a:schemeClr>
          </a:solidFill>
          <a:ln w="6350" cap="sq" cmpd="sng" algn="ctr">
            <a:solidFill>
              <a:schemeClr val="bg1">
                <a:lumMod val="75000"/>
              </a:schemeClr>
            </a:solidFill>
            <a:prstDash val="solid"/>
            <a:miter lim="800000"/>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40" name="TextBox 39">
            <a:extLst>
              <a:ext uri="{FF2B5EF4-FFF2-40B4-BE49-F238E27FC236}">
                <a16:creationId xmlns:a16="http://schemas.microsoft.com/office/drawing/2014/main" id="{BF47CE94-CE7D-7036-E977-B2E3847FB6EB}"/>
              </a:ext>
            </a:extLst>
          </p:cNvPr>
          <p:cNvSpPr txBox="1">
            <a:spLocks/>
          </p:cNvSpPr>
          <p:nvPr/>
        </p:nvSpPr>
        <p:spPr>
          <a:xfrm>
            <a:off x="10936781" y="1823794"/>
            <a:ext cx="150362" cy="123111"/>
          </a:xfrm>
          <a:prstGeom prst="rect">
            <a:avLst/>
          </a:prstGeom>
          <a:ln>
            <a:noFill/>
          </a:ln>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0000"/>
              </a:buClr>
              <a:buSzPct val="125000"/>
              <a:buFontTx/>
              <a:buNone/>
              <a:tabLst/>
              <a:defRPr/>
            </a:pPr>
            <a:r>
              <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3-4</a:t>
            </a:r>
          </a:p>
        </p:txBody>
      </p:sp>
      <p:sp>
        <p:nvSpPr>
          <p:cNvPr id="42" name="G">
            <a:extLst>
              <a:ext uri="{FF2B5EF4-FFF2-40B4-BE49-F238E27FC236}">
                <a16:creationId xmlns:a16="http://schemas.microsoft.com/office/drawing/2014/main" id="{9F64FE18-9441-7C74-6EF2-F46E169B7189}"/>
              </a:ext>
            </a:extLst>
          </p:cNvPr>
          <p:cNvSpPr>
            <a:spLocks/>
          </p:cNvSpPr>
          <p:nvPr/>
        </p:nvSpPr>
        <p:spPr>
          <a:xfrm>
            <a:off x="10611554" y="1814734"/>
            <a:ext cx="267173" cy="141232"/>
          </a:xfrm>
          <a:prstGeom prst="rect">
            <a:avLst/>
          </a:prstGeom>
          <a:solidFill>
            <a:schemeClr val="accent2"/>
          </a:solidFill>
          <a:ln w="6350" cap="sq" cmpd="sng" algn="ctr">
            <a:solidFill>
              <a:schemeClr val="bg1">
                <a:lumMod val="75000"/>
              </a:schemeClr>
            </a:solidFill>
            <a:prstDash val="solid"/>
            <a:miter lim="800000"/>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800" b="0" i="0" u="none" strike="noStrike" kern="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endParaRPr>
          </a:p>
        </p:txBody>
      </p:sp>
      <p:sp>
        <p:nvSpPr>
          <p:cNvPr id="44" name="TextBox 43">
            <a:extLst>
              <a:ext uri="{FF2B5EF4-FFF2-40B4-BE49-F238E27FC236}">
                <a16:creationId xmlns:a16="http://schemas.microsoft.com/office/drawing/2014/main" id="{57795417-1D21-960D-1945-43DF4DEE89F7}"/>
              </a:ext>
            </a:extLst>
          </p:cNvPr>
          <p:cNvSpPr txBox="1">
            <a:spLocks/>
          </p:cNvSpPr>
          <p:nvPr/>
        </p:nvSpPr>
        <p:spPr>
          <a:xfrm>
            <a:off x="11485266" y="1823794"/>
            <a:ext cx="150362" cy="123111"/>
          </a:xfrm>
          <a:prstGeom prst="rect">
            <a:avLst/>
          </a:prstGeom>
          <a:ln>
            <a:noFill/>
          </a:ln>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0000"/>
              </a:buClr>
              <a:buSzPct val="125000"/>
              <a:buFontTx/>
              <a:buNone/>
              <a:tabLst/>
              <a:defRPr/>
            </a:pPr>
            <a:r>
              <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4-5</a:t>
            </a:r>
          </a:p>
        </p:txBody>
      </p:sp>
      <p:sp>
        <p:nvSpPr>
          <p:cNvPr id="45" name="G">
            <a:extLst>
              <a:ext uri="{FF2B5EF4-FFF2-40B4-BE49-F238E27FC236}">
                <a16:creationId xmlns:a16="http://schemas.microsoft.com/office/drawing/2014/main" id="{C16F2AD1-23CB-0641-7739-8D1A28D53D9F}"/>
              </a:ext>
            </a:extLst>
          </p:cNvPr>
          <p:cNvSpPr>
            <a:spLocks/>
          </p:cNvSpPr>
          <p:nvPr/>
        </p:nvSpPr>
        <p:spPr>
          <a:xfrm>
            <a:off x="11168176" y="1814734"/>
            <a:ext cx="267173" cy="141232"/>
          </a:xfrm>
          <a:prstGeom prst="rect">
            <a:avLst/>
          </a:prstGeom>
          <a:solidFill>
            <a:schemeClr val="accent4"/>
          </a:solidFill>
          <a:ln w="6350" cap="sq" cmpd="sng" algn="ctr">
            <a:solidFill>
              <a:schemeClr val="bg1">
                <a:lumMod val="75000"/>
              </a:schemeClr>
            </a:solidFill>
            <a:prstDash val="solid"/>
            <a:miter lim="800000"/>
          </a:ln>
          <a:effectLst/>
        </p:spPr>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800" b="0" i="0" u="none" strike="noStrike" kern="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endParaRPr>
          </a:p>
        </p:txBody>
      </p:sp>
      <p:sp>
        <p:nvSpPr>
          <p:cNvPr id="46" name="TextBox 45">
            <a:extLst>
              <a:ext uri="{FF2B5EF4-FFF2-40B4-BE49-F238E27FC236}">
                <a16:creationId xmlns:a16="http://schemas.microsoft.com/office/drawing/2014/main" id="{4E26E717-D067-8DB1-88BF-5F8535092DFA}"/>
              </a:ext>
            </a:extLst>
          </p:cNvPr>
          <p:cNvSpPr txBox="1"/>
          <p:nvPr/>
        </p:nvSpPr>
        <p:spPr>
          <a:xfrm>
            <a:off x="7422813" y="1823794"/>
            <a:ext cx="761427" cy="123111"/>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33A1"/>
              </a:buClr>
              <a:buSzPct val="100000"/>
              <a:buFont typeface="Segoe UI" panose="020B0502040204020203" pitchFamily="34" charset="0"/>
              <a:buNone/>
              <a:tabLst/>
              <a:defRPr/>
            </a:pPr>
            <a:r>
              <a:rPr kumimoji="0" lang="en-AU" sz="800" b="0" i="0" u="none" strike="noStrike" kern="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Power Practice*</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t>
            </a:r>
          </a:p>
        </p:txBody>
      </p:sp>
      <p:sp>
        <p:nvSpPr>
          <p:cNvPr id="47" name="Rectangle 46">
            <a:extLst>
              <a:ext uri="{FF2B5EF4-FFF2-40B4-BE49-F238E27FC236}">
                <a16:creationId xmlns:a16="http://schemas.microsoft.com/office/drawing/2014/main" id="{4DD97785-19D1-5874-04FD-DD9B4301E73F}"/>
              </a:ext>
            </a:extLst>
          </p:cNvPr>
          <p:cNvSpPr/>
          <p:nvPr/>
        </p:nvSpPr>
        <p:spPr>
          <a:xfrm>
            <a:off x="8215391" y="1839326"/>
            <a:ext cx="45719" cy="92048"/>
          </a:xfrm>
          <a:prstGeom prst="rect">
            <a:avLst/>
          </a:prstGeom>
          <a:solidFill>
            <a:srgbClr val="FFC00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39" name="Rectangle 16">
            <a:extLst>
              <a:ext uri="{FF2B5EF4-FFF2-40B4-BE49-F238E27FC236}">
                <a16:creationId xmlns:a16="http://schemas.microsoft.com/office/drawing/2014/main" id="{FEE039C3-DF65-DEB9-9B97-D0B88EF712C0}"/>
              </a:ext>
            </a:extLst>
          </p:cNvPr>
          <p:cNvSpPr txBox="1">
            <a:spLocks/>
          </p:cNvSpPr>
          <p:nvPr/>
        </p:nvSpPr>
        <p:spPr>
          <a:xfrm>
            <a:off x="554736" y="1793017"/>
            <a:ext cx="5889095"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671420" rtl="0" eaLnBrk="1" fontAlgn="auto" latinLnBrk="0" hangingPunct="1">
              <a:lnSpc>
                <a:spcPct val="100000"/>
              </a:lnSpc>
              <a:spcBef>
                <a:spcPct val="0"/>
              </a:spcBef>
              <a:spcAft>
                <a:spcPts val="450"/>
              </a:spcAft>
              <a:buClr>
                <a:srgbClr val="FFFFFF"/>
              </a:buClr>
              <a:buSzTx/>
              <a:buFontTx/>
              <a:buNone/>
              <a:tabLst/>
              <a:defRPr/>
            </a:pPr>
            <a:r>
              <a:rPr kumimoji="0" lang="en-AU" sz="12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a:rPr>
              <a:t>Detailed AIQ Scores across management practices</a:t>
            </a:r>
            <a:endParaRPr kumimoji="0" lang="en-AU" sz="1200" b="0"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a:endParaRPr>
          </a:p>
        </p:txBody>
      </p:sp>
      <p:sp>
        <p:nvSpPr>
          <p:cNvPr id="41" name="Rectangle 16">
            <a:extLst>
              <a:ext uri="{FF2B5EF4-FFF2-40B4-BE49-F238E27FC236}">
                <a16:creationId xmlns:a16="http://schemas.microsoft.com/office/drawing/2014/main" id="{105AC279-6519-FC64-B7F2-9D0A1DF20D7F}"/>
              </a:ext>
            </a:extLst>
          </p:cNvPr>
          <p:cNvSpPr txBox="1">
            <a:spLocks/>
          </p:cNvSpPr>
          <p:nvPr/>
        </p:nvSpPr>
        <p:spPr>
          <a:xfrm>
            <a:off x="2451507" y="2042843"/>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a:rPr>
              <a:t>Talent</a:t>
            </a:r>
          </a:p>
        </p:txBody>
      </p:sp>
      <p:sp>
        <p:nvSpPr>
          <p:cNvPr id="50" name="Rectangle 49">
            <a:extLst>
              <a:ext uri="{FF2B5EF4-FFF2-40B4-BE49-F238E27FC236}">
                <a16:creationId xmlns:a16="http://schemas.microsoft.com/office/drawing/2014/main" id="{BF31672F-E90D-930A-51EC-F3AE89F6C16E}"/>
              </a:ext>
            </a:extLst>
          </p:cNvPr>
          <p:cNvSpPr>
            <a:spLocks/>
          </p:cNvSpPr>
          <p:nvPr/>
        </p:nvSpPr>
        <p:spPr>
          <a:xfrm>
            <a:off x="2875949" y="2339601"/>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Talent Planning</a:t>
            </a:r>
          </a:p>
        </p:txBody>
      </p:sp>
      <p:sp>
        <p:nvSpPr>
          <p:cNvPr id="51" name="Rectangle 50">
            <a:extLst>
              <a:ext uri="{FF2B5EF4-FFF2-40B4-BE49-F238E27FC236}">
                <a16:creationId xmlns:a16="http://schemas.microsoft.com/office/drawing/2014/main" id="{16474C6B-130E-DBA3-0290-8E32D8343FF5}"/>
              </a:ext>
            </a:extLst>
          </p:cNvPr>
          <p:cNvSpPr>
            <a:spLocks/>
          </p:cNvSpPr>
          <p:nvPr/>
        </p:nvSpPr>
        <p:spPr>
          <a:xfrm>
            <a:off x="2875949" y="294953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Attraction and Onboarding</a:t>
            </a:r>
          </a:p>
        </p:txBody>
      </p:sp>
      <p:sp>
        <p:nvSpPr>
          <p:cNvPr id="53" name="Rectangle 52">
            <a:extLst>
              <a:ext uri="{FF2B5EF4-FFF2-40B4-BE49-F238E27FC236}">
                <a16:creationId xmlns:a16="http://schemas.microsoft.com/office/drawing/2014/main" id="{0A04413A-5D96-9E9E-EAB7-6FE5A3332F0A}"/>
              </a:ext>
            </a:extLst>
          </p:cNvPr>
          <p:cNvSpPr>
            <a:spLocks/>
          </p:cNvSpPr>
          <p:nvPr/>
        </p:nvSpPr>
        <p:spPr>
          <a:xfrm>
            <a:off x="2875949" y="4188873"/>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Talent Management</a:t>
            </a:r>
          </a:p>
        </p:txBody>
      </p:sp>
      <p:sp>
        <p:nvSpPr>
          <p:cNvPr id="55" name="Rectangle 54">
            <a:extLst>
              <a:ext uri="{FF2B5EF4-FFF2-40B4-BE49-F238E27FC236}">
                <a16:creationId xmlns:a16="http://schemas.microsoft.com/office/drawing/2014/main" id="{604C9A23-F320-3EBD-C1AB-25A02D22A970}"/>
              </a:ext>
            </a:extLst>
          </p:cNvPr>
          <p:cNvSpPr>
            <a:spLocks/>
          </p:cNvSpPr>
          <p:nvPr/>
        </p:nvSpPr>
        <p:spPr>
          <a:xfrm>
            <a:off x="2875949" y="3569354"/>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Talent Development</a:t>
            </a:r>
            <a:endParaRPr kumimoji="0" lang="en-US" sz="10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cxnSp>
        <p:nvCxnSpPr>
          <p:cNvPr id="56" name="Straight Connector 55">
            <a:extLst>
              <a:ext uri="{FF2B5EF4-FFF2-40B4-BE49-F238E27FC236}">
                <a16:creationId xmlns:a16="http://schemas.microsoft.com/office/drawing/2014/main" id="{F19307F4-AD24-3CDA-743E-83A6498137BF}"/>
              </a:ext>
            </a:extLst>
          </p:cNvPr>
          <p:cNvCxnSpPr/>
          <p:nvPr/>
        </p:nvCxnSpPr>
        <p:spPr>
          <a:xfrm>
            <a:off x="2451507" y="2276404"/>
            <a:ext cx="1691314"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7" name="SD:sc_hm_Executive_aligment_and_commitment">
            <a:extLst>
              <a:ext uri="{FF2B5EF4-FFF2-40B4-BE49-F238E27FC236}">
                <a16:creationId xmlns:a16="http://schemas.microsoft.com/office/drawing/2014/main" id="{3CCCE978-C638-2388-C19D-099C90995FAA}"/>
              </a:ext>
            </a:extLst>
          </p:cNvPr>
          <p:cNvSpPr>
            <a:spLocks/>
          </p:cNvSpPr>
          <p:nvPr/>
        </p:nvSpPr>
        <p:spPr>
          <a:xfrm>
            <a:off x="2451506" y="3569354"/>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2.8</a:t>
            </a:r>
          </a:p>
        </p:txBody>
      </p:sp>
      <p:sp>
        <p:nvSpPr>
          <p:cNvPr id="59" name="SD:sc_hm_Linked_to_business_strategy">
            <a:extLst>
              <a:ext uri="{FF2B5EF4-FFF2-40B4-BE49-F238E27FC236}">
                <a16:creationId xmlns:a16="http://schemas.microsoft.com/office/drawing/2014/main" id="{D1CA84E6-D291-801F-B471-C4A69D834306}"/>
              </a:ext>
            </a:extLst>
          </p:cNvPr>
          <p:cNvSpPr>
            <a:spLocks/>
          </p:cNvSpPr>
          <p:nvPr/>
        </p:nvSpPr>
        <p:spPr>
          <a:xfrm>
            <a:off x="2451506" y="294953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2.9</a:t>
            </a:r>
          </a:p>
        </p:txBody>
      </p:sp>
      <p:sp>
        <p:nvSpPr>
          <p:cNvPr id="60" name="SD:sc_hm_Bold_long_term_vision">
            <a:extLst>
              <a:ext uri="{FF2B5EF4-FFF2-40B4-BE49-F238E27FC236}">
                <a16:creationId xmlns:a16="http://schemas.microsoft.com/office/drawing/2014/main" id="{30F79DE7-EF8E-B424-9317-CAD674743EE4}"/>
              </a:ext>
            </a:extLst>
          </p:cNvPr>
          <p:cNvSpPr>
            <a:spLocks/>
          </p:cNvSpPr>
          <p:nvPr/>
        </p:nvSpPr>
        <p:spPr>
          <a:xfrm>
            <a:off x="2451506" y="2339601"/>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2.8</a:t>
            </a:r>
          </a:p>
        </p:txBody>
      </p:sp>
      <p:sp>
        <p:nvSpPr>
          <p:cNvPr id="62" name="SD:sc_hm_Prioritized_and_Reimagined_Domains">
            <a:extLst>
              <a:ext uri="{FF2B5EF4-FFF2-40B4-BE49-F238E27FC236}">
                <a16:creationId xmlns:a16="http://schemas.microsoft.com/office/drawing/2014/main" id="{25F06832-6F8C-32A4-01B0-9BB3AD1B5D06}"/>
              </a:ext>
            </a:extLst>
          </p:cNvPr>
          <p:cNvSpPr>
            <a:spLocks/>
          </p:cNvSpPr>
          <p:nvPr/>
        </p:nvSpPr>
        <p:spPr>
          <a:xfrm>
            <a:off x="2451506" y="4188873"/>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2.5</a:t>
            </a:r>
          </a:p>
        </p:txBody>
      </p:sp>
      <p:sp>
        <p:nvSpPr>
          <p:cNvPr id="63" name="Rectangle 16">
            <a:extLst>
              <a:ext uri="{FF2B5EF4-FFF2-40B4-BE49-F238E27FC236}">
                <a16:creationId xmlns:a16="http://schemas.microsoft.com/office/drawing/2014/main" id="{8A2E35D1-63B5-3861-6042-45C6F843589A}"/>
              </a:ext>
            </a:extLst>
          </p:cNvPr>
          <p:cNvSpPr txBox="1">
            <a:spLocks/>
          </p:cNvSpPr>
          <p:nvPr/>
        </p:nvSpPr>
        <p:spPr>
          <a:xfrm>
            <a:off x="4332135" y="2042843"/>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US" sz="1200" b="1" i="0" u="none" strike="noStrike" kern="1200" cap="none" spc="-20" normalizeH="0" baseline="0" noProof="0">
                <a:ln>
                  <a:noFill/>
                </a:ln>
                <a:solidFill>
                  <a:srgbClr val="111918"/>
                </a:solidFill>
                <a:effectLst/>
                <a:uLnTx/>
                <a:uFillTx/>
                <a:latin typeface="Tahoma"/>
                <a:ea typeface="+mn-ea"/>
                <a:cs typeface="Tahoma" panose="020B0604030504040204" pitchFamily="34" charset="0"/>
                <a:sym typeface="Arial"/>
              </a:rPr>
              <a:t>Operating Model</a:t>
            </a:r>
          </a:p>
        </p:txBody>
      </p:sp>
      <p:cxnSp>
        <p:nvCxnSpPr>
          <p:cNvPr id="129" name="Straight Connector 128">
            <a:extLst>
              <a:ext uri="{FF2B5EF4-FFF2-40B4-BE49-F238E27FC236}">
                <a16:creationId xmlns:a16="http://schemas.microsoft.com/office/drawing/2014/main" id="{7A12019F-EB88-ACD8-309A-D675744A1370}"/>
              </a:ext>
            </a:extLst>
          </p:cNvPr>
          <p:cNvCxnSpPr/>
          <p:nvPr/>
        </p:nvCxnSpPr>
        <p:spPr>
          <a:xfrm>
            <a:off x="4332135" y="2276404"/>
            <a:ext cx="1691314"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0" name="Rectangle 16">
            <a:extLst>
              <a:ext uri="{FF2B5EF4-FFF2-40B4-BE49-F238E27FC236}">
                <a16:creationId xmlns:a16="http://schemas.microsoft.com/office/drawing/2014/main" id="{1372788B-8D7B-D9A4-FA59-257A5D02E62D}"/>
              </a:ext>
            </a:extLst>
          </p:cNvPr>
          <p:cNvSpPr txBox="1">
            <a:spLocks/>
          </p:cNvSpPr>
          <p:nvPr/>
        </p:nvSpPr>
        <p:spPr>
          <a:xfrm>
            <a:off x="9963046" y="2042843"/>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a:rPr>
              <a:t>Adoption &amp; Scaling</a:t>
            </a:r>
          </a:p>
        </p:txBody>
      </p:sp>
      <p:sp>
        <p:nvSpPr>
          <p:cNvPr id="134" name="Rectangle 16">
            <a:extLst>
              <a:ext uri="{FF2B5EF4-FFF2-40B4-BE49-F238E27FC236}">
                <a16:creationId xmlns:a16="http://schemas.microsoft.com/office/drawing/2014/main" id="{E9D68A2D-95A5-1B8F-E080-727F000BEAA3}"/>
              </a:ext>
            </a:extLst>
          </p:cNvPr>
          <p:cNvSpPr txBox="1">
            <a:spLocks/>
          </p:cNvSpPr>
          <p:nvPr/>
        </p:nvSpPr>
        <p:spPr>
          <a:xfrm>
            <a:off x="8089021" y="2042843"/>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a:rPr>
              <a:t>Data</a:t>
            </a:r>
          </a:p>
        </p:txBody>
      </p:sp>
      <p:sp>
        <p:nvSpPr>
          <p:cNvPr id="135" name="Rectangle 134">
            <a:extLst>
              <a:ext uri="{FF2B5EF4-FFF2-40B4-BE49-F238E27FC236}">
                <a16:creationId xmlns:a16="http://schemas.microsoft.com/office/drawing/2014/main" id="{1441CE35-03C4-8338-D926-2F68A820C077}"/>
              </a:ext>
            </a:extLst>
          </p:cNvPr>
          <p:cNvSpPr>
            <a:spLocks/>
          </p:cNvSpPr>
          <p:nvPr/>
        </p:nvSpPr>
        <p:spPr>
          <a:xfrm>
            <a:off x="8513463" y="2339601"/>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Data Strategy</a:t>
            </a:r>
          </a:p>
        </p:txBody>
      </p:sp>
      <p:sp>
        <p:nvSpPr>
          <p:cNvPr id="136" name="Rectangle 135">
            <a:extLst>
              <a:ext uri="{FF2B5EF4-FFF2-40B4-BE49-F238E27FC236}">
                <a16:creationId xmlns:a16="http://schemas.microsoft.com/office/drawing/2014/main" id="{9DA54FF8-726F-7D32-9780-08CDC35CB84B}"/>
              </a:ext>
            </a:extLst>
          </p:cNvPr>
          <p:cNvSpPr>
            <a:spLocks/>
          </p:cNvSpPr>
          <p:nvPr/>
        </p:nvSpPr>
        <p:spPr>
          <a:xfrm>
            <a:off x="8513463" y="294953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Data Architecture</a:t>
            </a:r>
          </a:p>
        </p:txBody>
      </p:sp>
      <p:sp>
        <p:nvSpPr>
          <p:cNvPr id="137" name="Rectangle 136">
            <a:extLst>
              <a:ext uri="{FF2B5EF4-FFF2-40B4-BE49-F238E27FC236}">
                <a16:creationId xmlns:a16="http://schemas.microsoft.com/office/drawing/2014/main" id="{E6FD8F87-1A75-558F-5E68-4295C010BB3F}"/>
              </a:ext>
            </a:extLst>
          </p:cNvPr>
          <p:cNvSpPr>
            <a:spLocks/>
          </p:cNvSpPr>
          <p:nvPr/>
        </p:nvSpPr>
        <p:spPr>
          <a:xfrm>
            <a:off x="8513463" y="4188873"/>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Data Operating Model</a:t>
            </a:r>
          </a:p>
        </p:txBody>
      </p:sp>
      <p:sp>
        <p:nvSpPr>
          <p:cNvPr id="138" name="Rectangle 137">
            <a:extLst>
              <a:ext uri="{FF2B5EF4-FFF2-40B4-BE49-F238E27FC236}">
                <a16:creationId xmlns:a16="http://schemas.microsoft.com/office/drawing/2014/main" id="{772021DB-C09A-B2F2-F126-B1F64EB7D742}"/>
              </a:ext>
            </a:extLst>
          </p:cNvPr>
          <p:cNvSpPr>
            <a:spLocks/>
          </p:cNvSpPr>
          <p:nvPr/>
        </p:nvSpPr>
        <p:spPr>
          <a:xfrm>
            <a:off x="8513463" y="3569354"/>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Data Products</a:t>
            </a:r>
          </a:p>
        </p:txBody>
      </p:sp>
      <p:cxnSp>
        <p:nvCxnSpPr>
          <p:cNvPr id="139" name="Straight Connector 138">
            <a:extLst>
              <a:ext uri="{FF2B5EF4-FFF2-40B4-BE49-F238E27FC236}">
                <a16:creationId xmlns:a16="http://schemas.microsoft.com/office/drawing/2014/main" id="{C50E2A6A-3777-5D1B-0047-007AB8B701E8}"/>
              </a:ext>
            </a:extLst>
          </p:cNvPr>
          <p:cNvCxnSpPr/>
          <p:nvPr/>
        </p:nvCxnSpPr>
        <p:spPr>
          <a:xfrm>
            <a:off x="8089021" y="2276404"/>
            <a:ext cx="1691314"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0" name="SD:sc_hm_Executive_aligment_and_commitment">
            <a:extLst>
              <a:ext uri="{FF2B5EF4-FFF2-40B4-BE49-F238E27FC236}">
                <a16:creationId xmlns:a16="http://schemas.microsoft.com/office/drawing/2014/main" id="{0212B363-617B-0FC7-650E-F0028C65C747}"/>
              </a:ext>
            </a:extLst>
          </p:cNvPr>
          <p:cNvSpPr>
            <a:spLocks/>
          </p:cNvSpPr>
          <p:nvPr/>
        </p:nvSpPr>
        <p:spPr>
          <a:xfrm>
            <a:off x="8089022" y="3569354"/>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2.9</a:t>
            </a:r>
          </a:p>
        </p:txBody>
      </p:sp>
      <p:sp>
        <p:nvSpPr>
          <p:cNvPr id="151" name="SD:sc_hm_Bold_long_term_vision">
            <a:extLst>
              <a:ext uri="{FF2B5EF4-FFF2-40B4-BE49-F238E27FC236}">
                <a16:creationId xmlns:a16="http://schemas.microsoft.com/office/drawing/2014/main" id="{AA603248-350F-30A8-D8AB-8EB7B6AF096D}"/>
              </a:ext>
            </a:extLst>
          </p:cNvPr>
          <p:cNvSpPr>
            <a:spLocks/>
          </p:cNvSpPr>
          <p:nvPr/>
        </p:nvSpPr>
        <p:spPr>
          <a:xfrm>
            <a:off x="8089022" y="2339601"/>
            <a:ext cx="424441" cy="493557"/>
          </a:xfrm>
          <a:prstGeom prst="rect">
            <a:avLst/>
          </a:prstGeom>
          <a:solidFill>
            <a:srgbClr val="1B863F"/>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3.1</a:t>
            </a:r>
          </a:p>
        </p:txBody>
      </p:sp>
      <p:sp>
        <p:nvSpPr>
          <p:cNvPr id="152" name="SD:sc_hm_Prioritized_and_Reimagined_Domains">
            <a:extLst>
              <a:ext uri="{FF2B5EF4-FFF2-40B4-BE49-F238E27FC236}">
                <a16:creationId xmlns:a16="http://schemas.microsoft.com/office/drawing/2014/main" id="{66B114DC-CE13-F6CE-1DD4-68ECE3C7904F}"/>
              </a:ext>
            </a:extLst>
          </p:cNvPr>
          <p:cNvSpPr>
            <a:spLocks/>
          </p:cNvSpPr>
          <p:nvPr/>
        </p:nvSpPr>
        <p:spPr>
          <a:xfrm>
            <a:off x="8089022" y="4188873"/>
            <a:ext cx="424441" cy="493557"/>
          </a:xfrm>
          <a:prstGeom prst="rect">
            <a:avLst/>
          </a:prstGeom>
          <a:solidFill>
            <a:srgbClr val="1B863F"/>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3.1</a:t>
            </a:r>
          </a:p>
        </p:txBody>
      </p:sp>
      <p:sp>
        <p:nvSpPr>
          <p:cNvPr id="153" name="Rectangle 152">
            <a:extLst>
              <a:ext uri="{FF2B5EF4-FFF2-40B4-BE49-F238E27FC236}">
                <a16:creationId xmlns:a16="http://schemas.microsoft.com/office/drawing/2014/main" id="{AA620813-9E9D-B52F-9705-26CA8E262079}"/>
              </a:ext>
            </a:extLst>
          </p:cNvPr>
          <p:cNvSpPr>
            <a:spLocks/>
          </p:cNvSpPr>
          <p:nvPr/>
        </p:nvSpPr>
        <p:spPr>
          <a:xfrm>
            <a:off x="8513463" y="481767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Data Security</a:t>
            </a:r>
          </a:p>
        </p:txBody>
      </p:sp>
      <p:sp>
        <p:nvSpPr>
          <p:cNvPr id="155" name="Rectangle 16">
            <a:extLst>
              <a:ext uri="{FF2B5EF4-FFF2-40B4-BE49-F238E27FC236}">
                <a16:creationId xmlns:a16="http://schemas.microsoft.com/office/drawing/2014/main" id="{9B7486DE-C95B-49AC-5EE2-5B36E8A0D1B1}"/>
              </a:ext>
            </a:extLst>
          </p:cNvPr>
          <p:cNvSpPr txBox="1">
            <a:spLocks/>
          </p:cNvSpPr>
          <p:nvPr/>
        </p:nvSpPr>
        <p:spPr>
          <a:xfrm>
            <a:off x="571832" y="2042843"/>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671420" rtl="0" eaLnBrk="1" fontAlgn="auto" latinLnBrk="0" hangingPunct="1">
              <a:lnSpc>
                <a:spcPct val="100000"/>
              </a:lnSpc>
              <a:spcBef>
                <a:spcPct val="0"/>
              </a:spcBef>
              <a:spcAft>
                <a:spcPts val="450"/>
              </a:spcAft>
              <a:buClr>
                <a:srgbClr val="FFFFFF"/>
              </a:buClr>
              <a:buSzTx/>
              <a:buFontTx/>
              <a:buNone/>
              <a:tabLst/>
              <a:defRPr/>
            </a:pPr>
            <a:r>
              <a:rPr kumimoji="0" lang="en-US" sz="1200" b="1" i="0" u="none" strike="noStrike" kern="0" cap="none" spc="0" normalizeH="0" baseline="0" noProof="0">
                <a:ln>
                  <a:noFill/>
                </a:ln>
                <a:solidFill>
                  <a:srgbClr val="111918"/>
                </a:solidFill>
                <a:effectLst/>
                <a:uLnTx/>
                <a:uFillTx/>
                <a:latin typeface="Tahoma"/>
                <a:ea typeface="+mn-ea"/>
                <a:cs typeface="Tahoma" panose="020B0604030504040204" pitchFamily="34" charset="0"/>
                <a:sym typeface="Arial"/>
              </a:rPr>
              <a:t>Strategy</a:t>
            </a:r>
          </a:p>
        </p:txBody>
      </p:sp>
      <p:sp>
        <p:nvSpPr>
          <p:cNvPr id="156" name="Rectangle 16">
            <a:extLst>
              <a:ext uri="{FF2B5EF4-FFF2-40B4-BE49-F238E27FC236}">
                <a16:creationId xmlns:a16="http://schemas.microsoft.com/office/drawing/2014/main" id="{126DA370-4EF0-23D8-2AB2-AB0BEECA2EE1}"/>
              </a:ext>
            </a:extLst>
          </p:cNvPr>
          <p:cNvSpPr txBox="1">
            <a:spLocks/>
          </p:cNvSpPr>
          <p:nvPr/>
        </p:nvSpPr>
        <p:spPr>
          <a:xfrm>
            <a:off x="6207813" y="2042843"/>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sym typeface="Arial"/>
              </a:rPr>
              <a:t>Technology</a:t>
            </a:r>
          </a:p>
        </p:txBody>
      </p:sp>
      <p:sp>
        <p:nvSpPr>
          <p:cNvPr id="157" name="Rectangle 156">
            <a:extLst>
              <a:ext uri="{FF2B5EF4-FFF2-40B4-BE49-F238E27FC236}">
                <a16:creationId xmlns:a16="http://schemas.microsoft.com/office/drawing/2014/main" id="{72483DD4-1C92-B26E-8A07-63C4515934D5}"/>
              </a:ext>
            </a:extLst>
          </p:cNvPr>
          <p:cNvSpPr>
            <a:spLocks/>
          </p:cNvSpPr>
          <p:nvPr/>
        </p:nvSpPr>
        <p:spPr>
          <a:xfrm>
            <a:off x="6632255" y="2339601"/>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Platform Architecture</a:t>
            </a:r>
          </a:p>
        </p:txBody>
      </p:sp>
      <p:sp>
        <p:nvSpPr>
          <p:cNvPr id="158" name="Rectangle 157">
            <a:extLst>
              <a:ext uri="{FF2B5EF4-FFF2-40B4-BE49-F238E27FC236}">
                <a16:creationId xmlns:a16="http://schemas.microsoft.com/office/drawing/2014/main" id="{234D02DC-8A06-6BFF-F16A-4BD8E6E6204E}"/>
              </a:ext>
            </a:extLst>
          </p:cNvPr>
          <p:cNvSpPr>
            <a:spLocks/>
          </p:cNvSpPr>
          <p:nvPr/>
        </p:nvSpPr>
        <p:spPr>
          <a:xfrm>
            <a:off x="6632255" y="294953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Infrastructure</a:t>
            </a:r>
          </a:p>
        </p:txBody>
      </p:sp>
      <p:sp>
        <p:nvSpPr>
          <p:cNvPr id="159" name="Rectangle 158">
            <a:extLst>
              <a:ext uri="{FF2B5EF4-FFF2-40B4-BE49-F238E27FC236}">
                <a16:creationId xmlns:a16="http://schemas.microsoft.com/office/drawing/2014/main" id="{E5757B89-60D7-9C39-54FB-443F867EC455}"/>
              </a:ext>
            </a:extLst>
          </p:cNvPr>
          <p:cNvSpPr>
            <a:spLocks/>
          </p:cNvSpPr>
          <p:nvPr/>
        </p:nvSpPr>
        <p:spPr>
          <a:xfrm>
            <a:off x="6632255" y="3569354"/>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IN"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MLOps/LLMOps</a:t>
            </a:r>
            <a:endPar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cxnSp>
        <p:nvCxnSpPr>
          <p:cNvPr id="160" name="Straight Connector 159">
            <a:extLst>
              <a:ext uri="{FF2B5EF4-FFF2-40B4-BE49-F238E27FC236}">
                <a16:creationId xmlns:a16="http://schemas.microsoft.com/office/drawing/2014/main" id="{4DA868C9-ACF6-DC46-6D4B-FA5FBAD2DFB9}"/>
              </a:ext>
            </a:extLst>
          </p:cNvPr>
          <p:cNvCxnSpPr/>
          <p:nvPr/>
        </p:nvCxnSpPr>
        <p:spPr>
          <a:xfrm>
            <a:off x="6207813" y="2276404"/>
            <a:ext cx="1691314"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1" name="SD:sc_hm_Executive_aligment_and_commitment">
            <a:extLst>
              <a:ext uri="{FF2B5EF4-FFF2-40B4-BE49-F238E27FC236}">
                <a16:creationId xmlns:a16="http://schemas.microsoft.com/office/drawing/2014/main" id="{C68D6910-B115-1373-3232-B46B266FA6F8}"/>
              </a:ext>
            </a:extLst>
          </p:cNvPr>
          <p:cNvSpPr>
            <a:spLocks/>
          </p:cNvSpPr>
          <p:nvPr/>
        </p:nvSpPr>
        <p:spPr>
          <a:xfrm>
            <a:off x="6207813" y="3569354"/>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2.7</a:t>
            </a:r>
          </a:p>
        </p:txBody>
      </p:sp>
      <p:sp>
        <p:nvSpPr>
          <p:cNvPr id="162" name="SD:sc_hm_Linked_to_business_strategy">
            <a:extLst>
              <a:ext uri="{FF2B5EF4-FFF2-40B4-BE49-F238E27FC236}">
                <a16:creationId xmlns:a16="http://schemas.microsoft.com/office/drawing/2014/main" id="{C5DBEECD-D25A-2B8A-BC8A-1454003C388D}"/>
              </a:ext>
            </a:extLst>
          </p:cNvPr>
          <p:cNvSpPr>
            <a:spLocks/>
          </p:cNvSpPr>
          <p:nvPr/>
        </p:nvSpPr>
        <p:spPr>
          <a:xfrm>
            <a:off x="6207813" y="294953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2.9</a:t>
            </a:r>
          </a:p>
        </p:txBody>
      </p:sp>
      <p:sp>
        <p:nvSpPr>
          <p:cNvPr id="163" name="SD:sc_hm_Bold_long_term_vision">
            <a:extLst>
              <a:ext uri="{FF2B5EF4-FFF2-40B4-BE49-F238E27FC236}">
                <a16:creationId xmlns:a16="http://schemas.microsoft.com/office/drawing/2014/main" id="{FD05FC9E-6E43-1D0C-2485-0498D19F96DB}"/>
              </a:ext>
            </a:extLst>
          </p:cNvPr>
          <p:cNvSpPr>
            <a:spLocks/>
          </p:cNvSpPr>
          <p:nvPr/>
        </p:nvSpPr>
        <p:spPr>
          <a:xfrm>
            <a:off x="6207813" y="2339601"/>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2.8</a:t>
            </a:r>
          </a:p>
        </p:txBody>
      </p:sp>
      <p:sp>
        <p:nvSpPr>
          <p:cNvPr id="164" name="Rectangle 163">
            <a:extLst>
              <a:ext uri="{FF2B5EF4-FFF2-40B4-BE49-F238E27FC236}">
                <a16:creationId xmlns:a16="http://schemas.microsoft.com/office/drawing/2014/main" id="{0BF2A406-CEB6-5D44-0191-1FD92D738253}"/>
              </a:ext>
            </a:extLst>
          </p:cNvPr>
          <p:cNvSpPr>
            <a:spLocks/>
          </p:cNvSpPr>
          <p:nvPr/>
        </p:nvSpPr>
        <p:spPr>
          <a:xfrm>
            <a:off x="6632255" y="4188873"/>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AI Enabled SDLC</a:t>
            </a:r>
          </a:p>
        </p:txBody>
      </p:sp>
      <p:sp>
        <p:nvSpPr>
          <p:cNvPr id="165" name="SD:sc_hm_Prioritized_and_Reimagined_Domains">
            <a:extLst>
              <a:ext uri="{FF2B5EF4-FFF2-40B4-BE49-F238E27FC236}">
                <a16:creationId xmlns:a16="http://schemas.microsoft.com/office/drawing/2014/main" id="{79D5C41F-A354-9653-1361-0F38E38C5184}"/>
              </a:ext>
            </a:extLst>
          </p:cNvPr>
          <p:cNvSpPr>
            <a:spLocks/>
          </p:cNvSpPr>
          <p:nvPr/>
        </p:nvSpPr>
        <p:spPr>
          <a:xfrm>
            <a:off x="6207813" y="4188873"/>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3.0</a:t>
            </a:r>
          </a:p>
        </p:txBody>
      </p:sp>
      <p:cxnSp>
        <p:nvCxnSpPr>
          <p:cNvPr id="166" name="Straight Connector 165">
            <a:extLst>
              <a:ext uri="{FF2B5EF4-FFF2-40B4-BE49-F238E27FC236}">
                <a16:creationId xmlns:a16="http://schemas.microsoft.com/office/drawing/2014/main" id="{09A43FFD-3C2A-6D2E-6955-1A27672D145D}"/>
              </a:ext>
            </a:extLst>
          </p:cNvPr>
          <p:cNvCxnSpPr/>
          <p:nvPr/>
        </p:nvCxnSpPr>
        <p:spPr>
          <a:xfrm>
            <a:off x="554736" y="200333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8" name="Rectangle 167">
            <a:extLst>
              <a:ext uri="{FF2B5EF4-FFF2-40B4-BE49-F238E27FC236}">
                <a16:creationId xmlns:a16="http://schemas.microsoft.com/office/drawing/2014/main" id="{670E3CA4-66D7-1288-6C86-E8DD707DA1C0}"/>
              </a:ext>
            </a:extLst>
          </p:cNvPr>
          <p:cNvSpPr>
            <a:spLocks/>
          </p:cNvSpPr>
          <p:nvPr/>
        </p:nvSpPr>
        <p:spPr>
          <a:xfrm>
            <a:off x="4745668" y="2339601"/>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Structure and Roles</a:t>
            </a:r>
          </a:p>
        </p:txBody>
      </p:sp>
      <p:sp>
        <p:nvSpPr>
          <p:cNvPr id="169" name="Rectangle 168">
            <a:extLst>
              <a:ext uri="{FF2B5EF4-FFF2-40B4-BE49-F238E27FC236}">
                <a16:creationId xmlns:a16="http://schemas.microsoft.com/office/drawing/2014/main" id="{2DCF89BD-CAA2-D5F6-3451-1B9D07EDA82A}"/>
              </a:ext>
            </a:extLst>
          </p:cNvPr>
          <p:cNvSpPr>
            <a:spLocks/>
          </p:cNvSpPr>
          <p:nvPr/>
        </p:nvSpPr>
        <p:spPr>
          <a:xfrm>
            <a:off x="4745668" y="3569354"/>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Funding and Governance</a:t>
            </a:r>
          </a:p>
        </p:txBody>
      </p:sp>
      <p:sp>
        <p:nvSpPr>
          <p:cNvPr id="170" name="Rectangle 169">
            <a:extLst>
              <a:ext uri="{FF2B5EF4-FFF2-40B4-BE49-F238E27FC236}">
                <a16:creationId xmlns:a16="http://schemas.microsoft.com/office/drawing/2014/main" id="{C43F18E7-623D-3C28-68BD-3CF5C80F03DE}"/>
              </a:ext>
            </a:extLst>
          </p:cNvPr>
          <p:cNvSpPr>
            <a:spLocks/>
          </p:cNvSpPr>
          <p:nvPr/>
        </p:nvSpPr>
        <p:spPr>
          <a:xfrm>
            <a:off x="4745668" y="294953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Ways of Working</a:t>
            </a:r>
          </a:p>
        </p:txBody>
      </p:sp>
      <p:sp>
        <p:nvSpPr>
          <p:cNvPr id="171" name="SD:sc_hm_Executive_aligment_and_commitment">
            <a:extLst>
              <a:ext uri="{FF2B5EF4-FFF2-40B4-BE49-F238E27FC236}">
                <a16:creationId xmlns:a16="http://schemas.microsoft.com/office/drawing/2014/main" id="{0C897082-EE4B-09FD-5A61-B06A6BE9E377}"/>
              </a:ext>
            </a:extLst>
          </p:cNvPr>
          <p:cNvSpPr>
            <a:spLocks/>
          </p:cNvSpPr>
          <p:nvPr/>
        </p:nvSpPr>
        <p:spPr>
          <a:xfrm>
            <a:off x="4321226" y="294953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2.5</a:t>
            </a:r>
          </a:p>
        </p:txBody>
      </p:sp>
      <p:sp>
        <p:nvSpPr>
          <p:cNvPr id="172" name="SD:sc_hm_Linked_to_business_strategy">
            <a:extLst>
              <a:ext uri="{FF2B5EF4-FFF2-40B4-BE49-F238E27FC236}">
                <a16:creationId xmlns:a16="http://schemas.microsoft.com/office/drawing/2014/main" id="{0FB136AA-8395-7C94-F3B6-C041600D8A4D}"/>
              </a:ext>
            </a:extLst>
          </p:cNvPr>
          <p:cNvSpPr>
            <a:spLocks/>
          </p:cNvSpPr>
          <p:nvPr/>
        </p:nvSpPr>
        <p:spPr>
          <a:xfrm>
            <a:off x="4321226" y="2339601"/>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2.4</a:t>
            </a:r>
          </a:p>
        </p:txBody>
      </p:sp>
      <p:sp>
        <p:nvSpPr>
          <p:cNvPr id="173" name="SD:sc_hm_Prioritized_and_Reimagined_Domains">
            <a:extLst>
              <a:ext uri="{FF2B5EF4-FFF2-40B4-BE49-F238E27FC236}">
                <a16:creationId xmlns:a16="http://schemas.microsoft.com/office/drawing/2014/main" id="{3735EAB7-DC35-4AB0-0195-4418200F46A1}"/>
              </a:ext>
            </a:extLst>
          </p:cNvPr>
          <p:cNvSpPr>
            <a:spLocks/>
          </p:cNvSpPr>
          <p:nvPr/>
        </p:nvSpPr>
        <p:spPr>
          <a:xfrm>
            <a:off x="4321226" y="3569354"/>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2.6</a:t>
            </a:r>
          </a:p>
        </p:txBody>
      </p:sp>
      <p:sp>
        <p:nvSpPr>
          <p:cNvPr id="174" name="Rectangle 173">
            <a:extLst>
              <a:ext uri="{FF2B5EF4-FFF2-40B4-BE49-F238E27FC236}">
                <a16:creationId xmlns:a16="http://schemas.microsoft.com/office/drawing/2014/main" id="{31A149D6-FC41-6856-CAF4-A41C36942C1A}"/>
              </a:ext>
            </a:extLst>
          </p:cNvPr>
          <p:cNvSpPr>
            <a:spLocks/>
          </p:cNvSpPr>
          <p:nvPr/>
        </p:nvSpPr>
        <p:spPr>
          <a:xfrm>
            <a:off x="4745668" y="4188873"/>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Human – AI model</a:t>
            </a:r>
          </a:p>
        </p:txBody>
      </p:sp>
      <p:sp>
        <p:nvSpPr>
          <p:cNvPr id="175" name="SD:sc_hm_Prioritized_and_Reimagined_Domains">
            <a:extLst>
              <a:ext uri="{FF2B5EF4-FFF2-40B4-BE49-F238E27FC236}">
                <a16:creationId xmlns:a16="http://schemas.microsoft.com/office/drawing/2014/main" id="{AA4AE315-C77A-4086-7CFD-5D8BE2766ED4}"/>
              </a:ext>
            </a:extLst>
          </p:cNvPr>
          <p:cNvSpPr>
            <a:spLocks/>
          </p:cNvSpPr>
          <p:nvPr/>
        </p:nvSpPr>
        <p:spPr>
          <a:xfrm>
            <a:off x="4321226" y="4188873"/>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2.2</a:t>
            </a:r>
          </a:p>
        </p:txBody>
      </p:sp>
      <p:sp>
        <p:nvSpPr>
          <p:cNvPr id="176" name="Rectangle 175">
            <a:extLst>
              <a:ext uri="{FF2B5EF4-FFF2-40B4-BE49-F238E27FC236}">
                <a16:creationId xmlns:a16="http://schemas.microsoft.com/office/drawing/2014/main" id="{920A960F-4B08-7F6A-F4DE-63D8DFABA50A}"/>
              </a:ext>
            </a:extLst>
          </p:cNvPr>
          <p:cNvSpPr>
            <a:spLocks/>
          </p:cNvSpPr>
          <p:nvPr/>
        </p:nvSpPr>
        <p:spPr>
          <a:xfrm>
            <a:off x="10405428" y="3569354"/>
            <a:ext cx="124893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Change Management</a:t>
            </a:r>
          </a:p>
        </p:txBody>
      </p:sp>
      <p:sp>
        <p:nvSpPr>
          <p:cNvPr id="177" name="Rectangle 176">
            <a:extLst>
              <a:ext uri="{FF2B5EF4-FFF2-40B4-BE49-F238E27FC236}">
                <a16:creationId xmlns:a16="http://schemas.microsoft.com/office/drawing/2014/main" id="{DF224C5A-16A2-D035-8678-91FC7ACFE5DC}"/>
              </a:ext>
            </a:extLst>
          </p:cNvPr>
          <p:cNvSpPr>
            <a:spLocks/>
          </p:cNvSpPr>
          <p:nvPr/>
        </p:nvSpPr>
        <p:spPr>
          <a:xfrm>
            <a:off x="10405428" y="2949532"/>
            <a:ext cx="124893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Solution Adoption</a:t>
            </a:r>
          </a:p>
        </p:txBody>
      </p:sp>
      <p:sp>
        <p:nvSpPr>
          <p:cNvPr id="178" name="Rectangle 177">
            <a:extLst>
              <a:ext uri="{FF2B5EF4-FFF2-40B4-BE49-F238E27FC236}">
                <a16:creationId xmlns:a16="http://schemas.microsoft.com/office/drawing/2014/main" id="{49BCE60B-0139-D3D2-D9F2-5562A4462D91}"/>
              </a:ext>
            </a:extLst>
          </p:cNvPr>
          <p:cNvSpPr>
            <a:spLocks/>
          </p:cNvSpPr>
          <p:nvPr/>
        </p:nvSpPr>
        <p:spPr>
          <a:xfrm>
            <a:off x="10405428" y="2339601"/>
            <a:ext cx="124893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Scaling Approach</a:t>
            </a:r>
          </a:p>
        </p:txBody>
      </p:sp>
      <p:sp>
        <p:nvSpPr>
          <p:cNvPr id="179" name="Rectangle 178">
            <a:extLst>
              <a:ext uri="{FF2B5EF4-FFF2-40B4-BE49-F238E27FC236}">
                <a16:creationId xmlns:a16="http://schemas.microsoft.com/office/drawing/2014/main" id="{84B53ACB-930D-89FA-0504-E10EF1F208FD}"/>
              </a:ext>
            </a:extLst>
          </p:cNvPr>
          <p:cNvSpPr>
            <a:spLocks/>
          </p:cNvSpPr>
          <p:nvPr/>
        </p:nvSpPr>
        <p:spPr>
          <a:xfrm>
            <a:off x="10405428" y="4188873"/>
            <a:ext cx="124893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Impact Measurement</a:t>
            </a:r>
          </a:p>
        </p:txBody>
      </p:sp>
      <p:sp>
        <p:nvSpPr>
          <p:cNvPr id="180" name="Rectangle 179">
            <a:extLst>
              <a:ext uri="{FF2B5EF4-FFF2-40B4-BE49-F238E27FC236}">
                <a16:creationId xmlns:a16="http://schemas.microsoft.com/office/drawing/2014/main" id="{9A7F34A7-2941-3030-2C41-7C37BD7CB6E3}"/>
              </a:ext>
            </a:extLst>
          </p:cNvPr>
          <p:cNvSpPr>
            <a:spLocks/>
          </p:cNvSpPr>
          <p:nvPr/>
        </p:nvSpPr>
        <p:spPr>
          <a:xfrm>
            <a:off x="10405428" y="4817672"/>
            <a:ext cx="124893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AI Trust and Risk</a:t>
            </a:r>
          </a:p>
        </p:txBody>
      </p:sp>
      <p:cxnSp>
        <p:nvCxnSpPr>
          <p:cNvPr id="181" name="Straight Connector 180">
            <a:extLst>
              <a:ext uri="{FF2B5EF4-FFF2-40B4-BE49-F238E27FC236}">
                <a16:creationId xmlns:a16="http://schemas.microsoft.com/office/drawing/2014/main" id="{B70B3AA4-6F91-FE7F-B2C5-09619347ED37}"/>
              </a:ext>
            </a:extLst>
          </p:cNvPr>
          <p:cNvCxnSpPr/>
          <p:nvPr/>
        </p:nvCxnSpPr>
        <p:spPr>
          <a:xfrm>
            <a:off x="9963046" y="2276404"/>
            <a:ext cx="1691314"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2" name="SD:sc_hm_Executive_aligment_and_commitment">
            <a:extLst>
              <a:ext uri="{FF2B5EF4-FFF2-40B4-BE49-F238E27FC236}">
                <a16:creationId xmlns:a16="http://schemas.microsoft.com/office/drawing/2014/main" id="{334A108A-D2C3-E273-BF51-3FB687E4580C}"/>
              </a:ext>
            </a:extLst>
          </p:cNvPr>
          <p:cNvSpPr>
            <a:spLocks/>
          </p:cNvSpPr>
          <p:nvPr/>
        </p:nvSpPr>
        <p:spPr>
          <a:xfrm>
            <a:off x="9980987" y="3569354"/>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2.7</a:t>
            </a:r>
          </a:p>
        </p:txBody>
      </p:sp>
      <p:sp>
        <p:nvSpPr>
          <p:cNvPr id="183" name="SD:sc_hm_Linked_to_business_strategy">
            <a:extLst>
              <a:ext uri="{FF2B5EF4-FFF2-40B4-BE49-F238E27FC236}">
                <a16:creationId xmlns:a16="http://schemas.microsoft.com/office/drawing/2014/main" id="{EFB6CBDF-B2E3-E794-A3FB-4399CC46D4FE}"/>
              </a:ext>
            </a:extLst>
          </p:cNvPr>
          <p:cNvSpPr>
            <a:spLocks/>
          </p:cNvSpPr>
          <p:nvPr/>
        </p:nvSpPr>
        <p:spPr>
          <a:xfrm>
            <a:off x="9980987" y="294953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2.3</a:t>
            </a:r>
          </a:p>
        </p:txBody>
      </p:sp>
      <p:sp>
        <p:nvSpPr>
          <p:cNvPr id="184" name="SD:sc_hm_Bold_long_term_vision">
            <a:extLst>
              <a:ext uri="{FF2B5EF4-FFF2-40B4-BE49-F238E27FC236}">
                <a16:creationId xmlns:a16="http://schemas.microsoft.com/office/drawing/2014/main" id="{99D9F04D-3240-F16B-EEEA-A6651EDA23AE}"/>
              </a:ext>
            </a:extLst>
          </p:cNvPr>
          <p:cNvSpPr>
            <a:spLocks/>
          </p:cNvSpPr>
          <p:nvPr/>
        </p:nvSpPr>
        <p:spPr>
          <a:xfrm>
            <a:off x="9980987" y="2339601"/>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2.4</a:t>
            </a:r>
          </a:p>
        </p:txBody>
      </p:sp>
      <p:sp>
        <p:nvSpPr>
          <p:cNvPr id="185" name="SD:sc_hm_Prioritized_and_Reimagined_Domains">
            <a:extLst>
              <a:ext uri="{FF2B5EF4-FFF2-40B4-BE49-F238E27FC236}">
                <a16:creationId xmlns:a16="http://schemas.microsoft.com/office/drawing/2014/main" id="{39725421-E078-6FCD-035A-6094D39C3E07}"/>
              </a:ext>
            </a:extLst>
          </p:cNvPr>
          <p:cNvSpPr>
            <a:spLocks/>
          </p:cNvSpPr>
          <p:nvPr/>
        </p:nvSpPr>
        <p:spPr>
          <a:xfrm>
            <a:off x="9980987" y="4188873"/>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2.6</a:t>
            </a:r>
          </a:p>
        </p:txBody>
      </p:sp>
      <p:sp>
        <p:nvSpPr>
          <p:cNvPr id="186" name="SD:sc_hm_Ecosystem_Platform_and_Partnerships">
            <a:extLst>
              <a:ext uri="{FF2B5EF4-FFF2-40B4-BE49-F238E27FC236}">
                <a16:creationId xmlns:a16="http://schemas.microsoft.com/office/drawing/2014/main" id="{1060109F-CEFD-5ACB-760E-D5F45C36A9FD}"/>
              </a:ext>
            </a:extLst>
          </p:cNvPr>
          <p:cNvSpPr>
            <a:spLocks/>
          </p:cNvSpPr>
          <p:nvPr/>
        </p:nvSpPr>
        <p:spPr>
          <a:xfrm>
            <a:off x="9980987" y="481767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2.5</a:t>
            </a:r>
          </a:p>
        </p:txBody>
      </p:sp>
      <p:sp>
        <p:nvSpPr>
          <p:cNvPr id="205" name="Rectangle 204">
            <a:extLst>
              <a:ext uri="{FF2B5EF4-FFF2-40B4-BE49-F238E27FC236}">
                <a16:creationId xmlns:a16="http://schemas.microsoft.com/office/drawing/2014/main" id="{0ABC7267-8348-2C30-5D27-947B01BE7878}"/>
              </a:ext>
            </a:extLst>
          </p:cNvPr>
          <p:cNvSpPr>
            <a:spLocks/>
          </p:cNvSpPr>
          <p:nvPr/>
        </p:nvSpPr>
        <p:spPr>
          <a:xfrm>
            <a:off x="996274" y="2950039"/>
            <a:ext cx="1266872" cy="492543"/>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Linked to Business Strategy</a:t>
            </a:r>
          </a:p>
        </p:txBody>
      </p:sp>
      <p:sp>
        <p:nvSpPr>
          <p:cNvPr id="207" name="SD:sc_hm_Executive_aligment_and_commitment">
            <a:extLst>
              <a:ext uri="{FF2B5EF4-FFF2-40B4-BE49-F238E27FC236}">
                <a16:creationId xmlns:a16="http://schemas.microsoft.com/office/drawing/2014/main" id="{C37441DB-BD70-0C37-6982-09A8CDE549C0}"/>
              </a:ext>
            </a:extLst>
          </p:cNvPr>
          <p:cNvSpPr>
            <a:spLocks/>
          </p:cNvSpPr>
          <p:nvPr/>
        </p:nvSpPr>
        <p:spPr>
          <a:xfrm>
            <a:off x="571832" y="3569354"/>
            <a:ext cx="424441" cy="493557"/>
          </a:xfrm>
          <a:prstGeom prst="rect">
            <a:avLst/>
          </a:prstGeom>
          <a:solidFill>
            <a:srgbClr val="1B863F"/>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3.1</a:t>
            </a:r>
          </a:p>
        </p:txBody>
      </p:sp>
      <p:sp>
        <p:nvSpPr>
          <p:cNvPr id="209" name="Rectangle 208">
            <a:extLst>
              <a:ext uri="{FF2B5EF4-FFF2-40B4-BE49-F238E27FC236}">
                <a16:creationId xmlns:a16="http://schemas.microsoft.com/office/drawing/2014/main" id="{5C1CDA43-EFD4-5709-2C1D-F40134E05ED3}"/>
              </a:ext>
            </a:extLst>
          </p:cNvPr>
          <p:cNvSpPr>
            <a:spLocks/>
          </p:cNvSpPr>
          <p:nvPr/>
        </p:nvSpPr>
        <p:spPr>
          <a:xfrm>
            <a:off x="996274" y="4188508"/>
            <a:ext cx="1266872" cy="494285"/>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Ecosystem, Platform and Partnerships</a:t>
            </a:r>
          </a:p>
        </p:txBody>
      </p:sp>
      <p:sp>
        <p:nvSpPr>
          <p:cNvPr id="210" name="SD:sc_hm_Linked_to_business_strategy">
            <a:extLst>
              <a:ext uri="{FF2B5EF4-FFF2-40B4-BE49-F238E27FC236}">
                <a16:creationId xmlns:a16="http://schemas.microsoft.com/office/drawing/2014/main" id="{58EF115E-8593-6AAF-981F-F252AF58C080}"/>
              </a:ext>
            </a:extLst>
          </p:cNvPr>
          <p:cNvSpPr>
            <a:spLocks/>
          </p:cNvSpPr>
          <p:nvPr/>
        </p:nvSpPr>
        <p:spPr>
          <a:xfrm>
            <a:off x="571832" y="294953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2.7</a:t>
            </a:r>
          </a:p>
        </p:txBody>
      </p:sp>
      <p:sp>
        <p:nvSpPr>
          <p:cNvPr id="211" name="Rectangle 210">
            <a:extLst>
              <a:ext uri="{FF2B5EF4-FFF2-40B4-BE49-F238E27FC236}">
                <a16:creationId xmlns:a16="http://schemas.microsoft.com/office/drawing/2014/main" id="{BC2D6B5D-F7DC-F47A-1358-3EA94B06AAFF}"/>
              </a:ext>
            </a:extLst>
          </p:cNvPr>
          <p:cNvSpPr>
            <a:spLocks/>
          </p:cNvSpPr>
          <p:nvPr/>
        </p:nvSpPr>
        <p:spPr>
          <a:xfrm>
            <a:off x="996274" y="2339602"/>
            <a:ext cx="1266872" cy="493555"/>
          </a:xfrm>
          <a:prstGeom prst="rect">
            <a:avLst/>
          </a:prstGeom>
          <a:solidFill>
            <a:schemeClr val="bg1"/>
          </a:solidFill>
          <a:ln w="9525"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Bold, Long-Term Vision</a:t>
            </a:r>
          </a:p>
        </p:txBody>
      </p:sp>
      <p:sp>
        <p:nvSpPr>
          <p:cNvPr id="212" name="SD:sc_hm_Bold_long_term_vision">
            <a:extLst>
              <a:ext uri="{FF2B5EF4-FFF2-40B4-BE49-F238E27FC236}">
                <a16:creationId xmlns:a16="http://schemas.microsoft.com/office/drawing/2014/main" id="{42F9C124-B1CB-FB42-14CA-46CAAFBF391B}"/>
              </a:ext>
            </a:extLst>
          </p:cNvPr>
          <p:cNvSpPr>
            <a:spLocks/>
          </p:cNvSpPr>
          <p:nvPr/>
        </p:nvSpPr>
        <p:spPr>
          <a:xfrm>
            <a:off x="571832" y="2339601"/>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2.9</a:t>
            </a:r>
          </a:p>
        </p:txBody>
      </p:sp>
      <p:sp>
        <p:nvSpPr>
          <p:cNvPr id="213" name="SD:sc_hm_Prioritized_and_Reimagined_Domains">
            <a:extLst>
              <a:ext uri="{FF2B5EF4-FFF2-40B4-BE49-F238E27FC236}">
                <a16:creationId xmlns:a16="http://schemas.microsoft.com/office/drawing/2014/main" id="{AB1AAB7D-9FE8-4FCC-A0D0-96CCB27E10BD}"/>
              </a:ext>
            </a:extLst>
          </p:cNvPr>
          <p:cNvSpPr>
            <a:spLocks/>
          </p:cNvSpPr>
          <p:nvPr/>
        </p:nvSpPr>
        <p:spPr>
          <a:xfrm>
            <a:off x="571832" y="4188873"/>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dirty="0">
                <a:ln>
                  <a:noFill/>
                </a:ln>
                <a:effectLst/>
                <a:uLnTx/>
                <a:uFillTx/>
                <a:latin typeface="Tahoma"/>
                <a:ea typeface="+mn-ea"/>
                <a:cs typeface="Tahoma" panose="020B0604030504040204" pitchFamily="34" charset="0"/>
              </a:rPr>
              <a:t>3.0</a:t>
            </a:r>
          </a:p>
        </p:txBody>
      </p:sp>
      <p:sp>
        <p:nvSpPr>
          <p:cNvPr id="214" name="Rectangle 213">
            <a:extLst>
              <a:ext uri="{FF2B5EF4-FFF2-40B4-BE49-F238E27FC236}">
                <a16:creationId xmlns:a16="http://schemas.microsoft.com/office/drawing/2014/main" id="{592D8CFF-B452-8823-E0D3-ACD70DA8AB29}"/>
              </a:ext>
            </a:extLst>
          </p:cNvPr>
          <p:cNvSpPr>
            <a:spLocks/>
          </p:cNvSpPr>
          <p:nvPr/>
        </p:nvSpPr>
        <p:spPr>
          <a:xfrm>
            <a:off x="999526" y="3568989"/>
            <a:ext cx="1266872" cy="494285"/>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Executive Alignment</a:t>
            </a:r>
          </a:p>
        </p:txBody>
      </p:sp>
      <p:sp>
        <p:nvSpPr>
          <p:cNvPr id="215" name="Rectangle 214">
            <a:extLst>
              <a:ext uri="{FF2B5EF4-FFF2-40B4-BE49-F238E27FC236}">
                <a16:creationId xmlns:a16="http://schemas.microsoft.com/office/drawing/2014/main" id="{7D33AE30-0E22-DA01-0BE4-0EB29F115059}"/>
              </a:ext>
            </a:extLst>
          </p:cNvPr>
          <p:cNvSpPr>
            <a:spLocks/>
          </p:cNvSpPr>
          <p:nvPr/>
        </p:nvSpPr>
        <p:spPr>
          <a:xfrm>
            <a:off x="996274" y="4817307"/>
            <a:ext cx="1266872" cy="494285"/>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Business Case</a:t>
            </a:r>
          </a:p>
        </p:txBody>
      </p:sp>
      <p:sp>
        <p:nvSpPr>
          <p:cNvPr id="216" name="SD:sc_hm_Ecosystem_Platform_and_Partnerships">
            <a:extLst>
              <a:ext uri="{FF2B5EF4-FFF2-40B4-BE49-F238E27FC236}">
                <a16:creationId xmlns:a16="http://schemas.microsoft.com/office/drawing/2014/main" id="{DA1E7B6C-940D-9153-2DC6-A043599DEEDE}"/>
              </a:ext>
            </a:extLst>
          </p:cNvPr>
          <p:cNvSpPr>
            <a:spLocks/>
          </p:cNvSpPr>
          <p:nvPr/>
        </p:nvSpPr>
        <p:spPr>
          <a:xfrm>
            <a:off x="571832" y="481767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2.8</a:t>
            </a:r>
          </a:p>
        </p:txBody>
      </p:sp>
      <p:cxnSp>
        <p:nvCxnSpPr>
          <p:cNvPr id="217" name="Straight Connector 216">
            <a:extLst>
              <a:ext uri="{FF2B5EF4-FFF2-40B4-BE49-F238E27FC236}">
                <a16:creationId xmlns:a16="http://schemas.microsoft.com/office/drawing/2014/main" id="{7D8819E3-0FAC-FC87-3633-16884DDB456B}"/>
              </a:ext>
            </a:extLst>
          </p:cNvPr>
          <p:cNvCxnSpPr/>
          <p:nvPr/>
        </p:nvCxnSpPr>
        <p:spPr>
          <a:xfrm>
            <a:off x="571832" y="2276404"/>
            <a:ext cx="1691314"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3" name="Rectangle 202">
            <a:extLst>
              <a:ext uri="{FF2B5EF4-FFF2-40B4-BE49-F238E27FC236}">
                <a16:creationId xmlns:a16="http://schemas.microsoft.com/office/drawing/2014/main" id="{2D860D47-C6B9-B97E-BAC9-AA50E92136F2}"/>
              </a:ext>
            </a:extLst>
          </p:cNvPr>
          <p:cNvSpPr>
            <a:spLocks/>
          </p:cNvSpPr>
          <p:nvPr/>
        </p:nvSpPr>
        <p:spPr>
          <a:xfrm>
            <a:off x="996273" y="5396586"/>
            <a:ext cx="1266872" cy="494285"/>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Workflow Optimization</a:t>
            </a:r>
          </a:p>
        </p:txBody>
      </p:sp>
      <p:sp>
        <p:nvSpPr>
          <p:cNvPr id="204" name="SD:sc_hm_Prioritized_and_Reimagined_Domains">
            <a:extLst>
              <a:ext uri="{FF2B5EF4-FFF2-40B4-BE49-F238E27FC236}">
                <a16:creationId xmlns:a16="http://schemas.microsoft.com/office/drawing/2014/main" id="{1801C98F-C230-33BE-38E0-7351E2B3B4F8}"/>
              </a:ext>
            </a:extLst>
          </p:cNvPr>
          <p:cNvSpPr>
            <a:spLocks/>
          </p:cNvSpPr>
          <p:nvPr/>
        </p:nvSpPr>
        <p:spPr>
          <a:xfrm>
            <a:off x="571831" y="5396950"/>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2.5</a:t>
            </a:r>
          </a:p>
        </p:txBody>
      </p:sp>
      <p:sp>
        <p:nvSpPr>
          <p:cNvPr id="218" name="Rectangle 217">
            <a:extLst>
              <a:ext uri="{FF2B5EF4-FFF2-40B4-BE49-F238E27FC236}">
                <a16:creationId xmlns:a16="http://schemas.microsoft.com/office/drawing/2014/main" id="{1E607B35-7897-C015-70A2-5E55C93DE8AF}"/>
              </a:ext>
            </a:extLst>
          </p:cNvPr>
          <p:cNvSpPr>
            <a:spLocks/>
          </p:cNvSpPr>
          <p:nvPr/>
        </p:nvSpPr>
        <p:spPr>
          <a:xfrm>
            <a:off x="6632255" y="481767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Engineering and Delivery Maturity</a:t>
            </a:r>
          </a:p>
        </p:txBody>
      </p:sp>
      <p:sp>
        <p:nvSpPr>
          <p:cNvPr id="219" name="SD:sc_hm_Prioritized_and_Reimagined_Domains">
            <a:extLst>
              <a:ext uri="{FF2B5EF4-FFF2-40B4-BE49-F238E27FC236}">
                <a16:creationId xmlns:a16="http://schemas.microsoft.com/office/drawing/2014/main" id="{1585F179-55F4-BD98-347E-E72898BC3440}"/>
              </a:ext>
            </a:extLst>
          </p:cNvPr>
          <p:cNvSpPr>
            <a:spLocks/>
          </p:cNvSpPr>
          <p:nvPr/>
        </p:nvSpPr>
        <p:spPr>
          <a:xfrm>
            <a:off x="6207813" y="481767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3.0</a:t>
            </a:r>
          </a:p>
        </p:txBody>
      </p:sp>
      <p:sp>
        <p:nvSpPr>
          <p:cNvPr id="220" name="Rectangle 219">
            <a:extLst>
              <a:ext uri="{FF2B5EF4-FFF2-40B4-BE49-F238E27FC236}">
                <a16:creationId xmlns:a16="http://schemas.microsoft.com/office/drawing/2014/main" id="{7AF67583-8727-4E97-1D4A-B9D7A4134E66}"/>
              </a:ext>
            </a:extLst>
          </p:cNvPr>
          <p:cNvSpPr>
            <a:spLocks/>
          </p:cNvSpPr>
          <p:nvPr/>
        </p:nvSpPr>
        <p:spPr>
          <a:xfrm>
            <a:off x="2875949" y="4817672"/>
            <a:ext cx="1266872" cy="493557"/>
          </a:xfrm>
          <a:prstGeom prst="rect">
            <a:avLst/>
          </a:prstGeom>
          <a:solidFill>
            <a:schemeClr val="bg1"/>
          </a:solidFill>
          <a:ln w="6350" cap="sq">
            <a:solidFill>
              <a:schemeClr val="bg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AI-augmented roles</a:t>
            </a:r>
          </a:p>
        </p:txBody>
      </p:sp>
      <p:sp>
        <p:nvSpPr>
          <p:cNvPr id="221" name="SD:sc_hm_Prioritized_and_Reimagined_Domains">
            <a:extLst>
              <a:ext uri="{FF2B5EF4-FFF2-40B4-BE49-F238E27FC236}">
                <a16:creationId xmlns:a16="http://schemas.microsoft.com/office/drawing/2014/main" id="{6ADD35FE-0A76-0FDC-51E4-7DC8788D6A51}"/>
              </a:ext>
            </a:extLst>
          </p:cNvPr>
          <p:cNvSpPr>
            <a:spLocks/>
          </p:cNvSpPr>
          <p:nvPr/>
        </p:nvSpPr>
        <p:spPr>
          <a:xfrm>
            <a:off x="2451506" y="481767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Tahoma"/>
                <a:ea typeface="+mn-ea"/>
                <a:cs typeface="Tahoma" panose="020B0604030504040204" pitchFamily="34" charset="0"/>
              </a:rPr>
              <a:t>2.4</a:t>
            </a:r>
          </a:p>
        </p:txBody>
      </p:sp>
      <p:sp>
        <p:nvSpPr>
          <p:cNvPr id="17" name="Rectangle 16">
            <a:extLst>
              <a:ext uri="{FF2B5EF4-FFF2-40B4-BE49-F238E27FC236}">
                <a16:creationId xmlns:a16="http://schemas.microsoft.com/office/drawing/2014/main" id="{26FBE7C1-37A4-1B34-A71D-DD5BECF8DD40}"/>
              </a:ext>
            </a:extLst>
          </p:cNvPr>
          <p:cNvSpPr/>
          <p:nvPr/>
        </p:nvSpPr>
        <p:spPr>
          <a:xfrm>
            <a:off x="4075168" y="2339601"/>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18" name="Rectangle 17">
            <a:extLst>
              <a:ext uri="{FF2B5EF4-FFF2-40B4-BE49-F238E27FC236}">
                <a16:creationId xmlns:a16="http://schemas.microsoft.com/office/drawing/2014/main" id="{F196EA93-79F8-6F41-E1FC-B849742D5308}"/>
              </a:ext>
            </a:extLst>
          </p:cNvPr>
          <p:cNvSpPr/>
          <p:nvPr/>
        </p:nvSpPr>
        <p:spPr>
          <a:xfrm>
            <a:off x="5944887" y="2339601"/>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19" name="Rectangle 18">
            <a:extLst>
              <a:ext uri="{FF2B5EF4-FFF2-40B4-BE49-F238E27FC236}">
                <a16:creationId xmlns:a16="http://schemas.microsoft.com/office/drawing/2014/main" id="{1A962421-2181-2FEC-B6A6-8C1F5454E4EF}"/>
              </a:ext>
            </a:extLst>
          </p:cNvPr>
          <p:cNvSpPr/>
          <p:nvPr/>
        </p:nvSpPr>
        <p:spPr>
          <a:xfrm>
            <a:off x="2193958" y="2339601"/>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20" name="Rectangle 19">
            <a:extLst>
              <a:ext uri="{FF2B5EF4-FFF2-40B4-BE49-F238E27FC236}">
                <a16:creationId xmlns:a16="http://schemas.microsoft.com/office/drawing/2014/main" id="{37B88C00-D68E-330A-11A3-E417205C163C}"/>
              </a:ext>
            </a:extLst>
          </p:cNvPr>
          <p:cNvSpPr/>
          <p:nvPr/>
        </p:nvSpPr>
        <p:spPr>
          <a:xfrm>
            <a:off x="2193958" y="2949026"/>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31" name="Rectangle 30">
            <a:extLst>
              <a:ext uri="{FF2B5EF4-FFF2-40B4-BE49-F238E27FC236}">
                <a16:creationId xmlns:a16="http://schemas.microsoft.com/office/drawing/2014/main" id="{8009841D-0D36-483D-3C8E-EE9AC41F2AEB}"/>
              </a:ext>
            </a:extLst>
          </p:cNvPr>
          <p:cNvSpPr/>
          <p:nvPr/>
        </p:nvSpPr>
        <p:spPr>
          <a:xfrm>
            <a:off x="2193958" y="4817673"/>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32" name="Rectangle 31">
            <a:extLst>
              <a:ext uri="{FF2B5EF4-FFF2-40B4-BE49-F238E27FC236}">
                <a16:creationId xmlns:a16="http://schemas.microsoft.com/office/drawing/2014/main" id="{16074992-733E-0398-824A-692A81799B84}"/>
              </a:ext>
            </a:extLst>
          </p:cNvPr>
          <p:cNvSpPr/>
          <p:nvPr/>
        </p:nvSpPr>
        <p:spPr>
          <a:xfrm>
            <a:off x="7831474" y="2339601"/>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34" name="Rectangle 33">
            <a:extLst>
              <a:ext uri="{FF2B5EF4-FFF2-40B4-BE49-F238E27FC236}">
                <a16:creationId xmlns:a16="http://schemas.microsoft.com/office/drawing/2014/main" id="{E1F0F5C7-8FF8-8109-5E16-5C6EC5E7DEDC}"/>
              </a:ext>
            </a:extLst>
          </p:cNvPr>
          <p:cNvSpPr/>
          <p:nvPr/>
        </p:nvSpPr>
        <p:spPr>
          <a:xfrm>
            <a:off x="11586341" y="2949532"/>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35" name="Rectangle 34">
            <a:extLst>
              <a:ext uri="{FF2B5EF4-FFF2-40B4-BE49-F238E27FC236}">
                <a16:creationId xmlns:a16="http://schemas.microsoft.com/office/drawing/2014/main" id="{B2EA6022-C1B7-197B-9B14-7066A668BAD3}"/>
              </a:ext>
            </a:extLst>
          </p:cNvPr>
          <p:cNvSpPr/>
          <p:nvPr/>
        </p:nvSpPr>
        <p:spPr>
          <a:xfrm>
            <a:off x="11586341" y="3568989"/>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10" name="Rectangle 9">
            <a:extLst>
              <a:ext uri="{FF2B5EF4-FFF2-40B4-BE49-F238E27FC236}">
                <a16:creationId xmlns:a16="http://schemas.microsoft.com/office/drawing/2014/main" id="{7A79A225-B9A9-A331-0CF5-A74CF7738A3B}"/>
              </a:ext>
            </a:extLst>
          </p:cNvPr>
          <p:cNvSpPr/>
          <p:nvPr/>
        </p:nvSpPr>
        <p:spPr>
          <a:xfrm>
            <a:off x="9712682" y="4188874"/>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13" name="Rectangle 12">
            <a:extLst>
              <a:ext uri="{FF2B5EF4-FFF2-40B4-BE49-F238E27FC236}">
                <a16:creationId xmlns:a16="http://schemas.microsoft.com/office/drawing/2014/main" id="{D2DBBE07-554D-BAB9-3F0C-2C3369A2FB7C}"/>
              </a:ext>
            </a:extLst>
          </p:cNvPr>
          <p:cNvSpPr/>
          <p:nvPr/>
        </p:nvSpPr>
        <p:spPr>
          <a:xfrm>
            <a:off x="9712682" y="2339601"/>
            <a:ext cx="67653" cy="49355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latin typeface="Tahoma"/>
              <a:ea typeface="+mn-ea"/>
              <a:cs typeface="Tahoma" panose="020B0604030504040204" pitchFamily="34" charset="0"/>
            </a:endParaRPr>
          </a:p>
        </p:txBody>
      </p:sp>
      <p:sp>
        <p:nvSpPr>
          <p:cNvPr id="48" name="SD:sc_hm_Linked_to_business_strategy">
            <a:extLst>
              <a:ext uri="{FF2B5EF4-FFF2-40B4-BE49-F238E27FC236}">
                <a16:creationId xmlns:a16="http://schemas.microsoft.com/office/drawing/2014/main" id="{7EAC44AA-5FC6-B56C-537F-837FE8BF491A}"/>
              </a:ext>
            </a:extLst>
          </p:cNvPr>
          <p:cNvSpPr>
            <a:spLocks/>
          </p:cNvSpPr>
          <p:nvPr/>
        </p:nvSpPr>
        <p:spPr>
          <a:xfrm>
            <a:off x="8089022" y="294953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0" cap="none" spc="0" normalizeH="0" baseline="0" noProof="0">
                <a:ln>
                  <a:noFill/>
                </a:ln>
                <a:effectLst/>
                <a:uLnTx/>
                <a:uFillTx/>
                <a:latin typeface="Tahoma" panose="020B0604030504040204" pitchFamily="34" charset="0"/>
                <a:ea typeface="+mn-ea"/>
                <a:cs typeface="Tahoma" panose="020B0604030504040204" pitchFamily="34" charset="0"/>
              </a:rPr>
              <a:t>2.8</a:t>
            </a:r>
          </a:p>
        </p:txBody>
      </p:sp>
      <p:sp>
        <p:nvSpPr>
          <p:cNvPr id="49" name="SD:sc_hm_Ecosystem_Platform_and_Partnerships">
            <a:extLst>
              <a:ext uri="{FF2B5EF4-FFF2-40B4-BE49-F238E27FC236}">
                <a16:creationId xmlns:a16="http://schemas.microsoft.com/office/drawing/2014/main" id="{93CF592E-D048-7F97-B31B-9DCD19EF20E1}"/>
              </a:ext>
            </a:extLst>
          </p:cNvPr>
          <p:cNvSpPr>
            <a:spLocks/>
          </p:cNvSpPr>
          <p:nvPr/>
        </p:nvSpPr>
        <p:spPr>
          <a:xfrm>
            <a:off x="8089022" y="4817672"/>
            <a:ext cx="424441" cy="493557"/>
          </a:xfrm>
          <a:prstGeom prst="rect">
            <a:avLst/>
          </a:prstGeom>
          <a:solidFill>
            <a:srgbClr val="91D7AA"/>
          </a:solidFill>
          <a:ln w="6350">
            <a:solidFill>
              <a:schemeClr val="bg1">
                <a:lumMod val="75000"/>
              </a:schemeClr>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00" b="0" i="0" u="none" strike="noStrike" kern="0" cap="none" spc="0" normalizeH="0" baseline="0" noProof="0">
                <a:ln>
                  <a:noFill/>
                </a:ln>
                <a:effectLst/>
                <a:uLnTx/>
                <a:uFillTx/>
                <a:latin typeface="Tahoma" panose="020B0604030504040204" pitchFamily="34" charset="0"/>
                <a:ea typeface="+mn-ea"/>
                <a:cs typeface="Tahoma" panose="020B0604030504040204" pitchFamily="34" charset="0"/>
              </a:rPr>
              <a:t>2.7</a:t>
            </a:r>
          </a:p>
        </p:txBody>
      </p:sp>
    </p:spTree>
    <p:custDataLst>
      <p:tags r:id="rId1"/>
    </p:custDataLst>
    <p:extLst>
      <p:ext uri="{BB962C8B-B14F-4D97-AF65-F5344CB8AC3E}">
        <p14:creationId xmlns:p14="http://schemas.microsoft.com/office/powerpoint/2010/main" val="3651978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5CAA0-87AD-F3FE-9E8B-AEB68F2A1174}"/>
            </a:ext>
          </a:extLst>
        </p:cNvPr>
        <p:cNvGrpSpPr/>
        <p:nvPr/>
      </p:nvGrpSpPr>
      <p:grpSpPr>
        <a:xfrm>
          <a:off x="0" y="0"/>
          <a:ext cx="0" cy="0"/>
          <a:chOff x="0" y="0"/>
          <a:chExt cx="0" cy="0"/>
        </a:xfrm>
      </p:grpSpPr>
      <p:graphicFrame>
        <p:nvGraphicFramePr>
          <p:cNvPr id="52" name="Object 51" hidden="1">
            <a:extLst>
              <a:ext uri="{FF2B5EF4-FFF2-40B4-BE49-F238E27FC236}">
                <a16:creationId xmlns:a16="http://schemas.microsoft.com/office/drawing/2014/main" id="{65019341-C8D8-AF64-7D5F-AACA5514716A}"/>
              </a:ext>
            </a:extLst>
          </p:cNvPr>
          <p:cNvGraphicFramePr>
            <a:graphicFrameLocks noChangeAspect="1"/>
          </p:cNvGraphicFramePr>
          <p:nvPr>
            <p:custDataLst>
              <p:tags r:id="rId2"/>
            </p:custDataLst>
            <p:extLst>
              <p:ext uri="{D42A27DB-BD31-4B8C-83A1-F6EECF244321}">
                <p14:modId xmlns:p14="http://schemas.microsoft.com/office/powerpoint/2010/main" val="2830721008"/>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52" name="Object 51" hidden="1">
                        <a:extLst>
                          <a:ext uri="{FF2B5EF4-FFF2-40B4-BE49-F238E27FC236}">
                            <a16:creationId xmlns:a16="http://schemas.microsoft.com/office/drawing/2014/main" id="{65019341-C8D8-AF64-7D5F-AACA5514716A}"/>
                          </a:ext>
                        </a:extLst>
                      </p:cNvPr>
                      <p:cNvPicPr/>
                      <p:nvPr/>
                    </p:nvPicPr>
                    <p:blipFill>
                      <a:blip r:embed="rId9"/>
                      <a:stretch>
                        <a:fillRect/>
                      </a:stretch>
                    </p:blipFill>
                    <p:spPr>
                      <a:xfrm>
                        <a:off x="1525892" y="1622"/>
                        <a:ext cx="1619" cy="1619"/>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07C86B5-6C54-7DA6-B5C6-C34E96D35503}"/>
              </a:ext>
            </a:extLst>
          </p:cNvPr>
          <p:cNvSpPr/>
          <p:nvPr>
            <p:custDataLst>
              <p:tags r:id="rId3"/>
            </p:custDataLst>
          </p:nvPr>
        </p:nvSpPr>
        <p:spPr bwMode="auto">
          <a:xfrm>
            <a:off x="1524270" y="1"/>
            <a:ext cx="161974" cy="161974"/>
          </a:xfrm>
          <a:prstGeom prst="rect">
            <a:avLst/>
          </a:prstGeom>
          <a:solidFill>
            <a:schemeClr val="accent1"/>
          </a:solid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AU" sz="23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28" name="2. Slide Title">
            <a:extLst>
              <a:ext uri="{FF2B5EF4-FFF2-40B4-BE49-F238E27FC236}">
                <a16:creationId xmlns:a16="http://schemas.microsoft.com/office/drawing/2014/main" id="{1C5B8216-552A-8F41-482D-33424DDEF46B}"/>
              </a:ext>
            </a:extLst>
          </p:cNvPr>
          <p:cNvSpPr>
            <a:spLocks noGrp="1"/>
          </p:cNvSpPr>
          <p:nvPr>
            <p:ph type="title"/>
            <p:custDataLst>
              <p:tags r:id="rId4"/>
            </p:custDataLst>
          </p:nvPr>
        </p:nvSpPr>
        <p:spPr>
          <a:xfrm>
            <a:off x="554734" y="165068"/>
            <a:ext cx="11082528" cy="1015663"/>
          </a:xfrm>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sz="2200" dirty="0"/>
              <a:t>Compared to peer average, pockets of strength observed across data with clear opportunity areas across bold, long-term vision, linkage to business strategy, talent management, structure &amp; roles, and Adoption &amp; Scaling</a:t>
            </a:r>
          </a:p>
        </p:txBody>
      </p:sp>
      <p:grpSp>
        <p:nvGrpSpPr>
          <p:cNvPr id="24" name="Group 23">
            <a:extLst>
              <a:ext uri="{FF2B5EF4-FFF2-40B4-BE49-F238E27FC236}">
                <a16:creationId xmlns:a16="http://schemas.microsoft.com/office/drawing/2014/main" id="{B51793CD-40E3-B24A-8630-6A119C4840DF}"/>
              </a:ext>
            </a:extLst>
          </p:cNvPr>
          <p:cNvGrpSpPr/>
          <p:nvPr/>
        </p:nvGrpSpPr>
        <p:grpSpPr>
          <a:xfrm>
            <a:off x="7428116" y="1517848"/>
            <a:ext cx="2033403" cy="153888"/>
            <a:chOff x="5874930" y="1503010"/>
            <a:chExt cx="2033403" cy="153888"/>
          </a:xfrm>
        </p:grpSpPr>
        <p:sp>
          <p:nvSpPr>
            <p:cNvPr id="36" name="TextBox 35">
              <a:extLst>
                <a:ext uri="{FF2B5EF4-FFF2-40B4-BE49-F238E27FC236}">
                  <a16:creationId xmlns:a16="http://schemas.microsoft.com/office/drawing/2014/main" id="{04F8640F-88A3-A351-0B9E-354B9F7C804B}"/>
                </a:ext>
              </a:extLst>
            </p:cNvPr>
            <p:cNvSpPr txBox="1">
              <a:spLocks/>
            </p:cNvSpPr>
            <p:nvPr/>
          </p:nvSpPr>
          <p:spPr>
            <a:xfrm>
              <a:off x="6036346" y="1503010"/>
              <a:ext cx="1871987"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FFFFFF"/>
                </a:buClr>
                <a:buSzPct val="125000"/>
                <a:buFontTx/>
                <a:buNone/>
                <a:tabLst/>
                <a:defRPr/>
              </a:pP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Behind peer average by </a:t>
              </a:r>
              <a:r>
                <a:rPr lang="en-AU" sz="1000" dirty="0">
                  <a:solidFill>
                    <a:srgbClr val="111918"/>
                  </a:solidFill>
                  <a:cs typeface="Tahoma" panose="020B0604030504040204" pitchFamily="34" charset="0"/>
                </a:rPr>
                <a:t>1</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 – </a:t>
              </a:r>
              <a:r>
                <a:rPr lang="en-AU" sz="1000" dirty="0">
                  <a:solidFill>
                    <a:srgbClr val="111918"/>
                  </a:solidFill>
                  <a:cs typeface="Tahoma" panose="020B0604030504040204" pitchFamily="34" charset="0"/>
                </a:rPr>
                <a:t>12</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a:t>
              </a:r>
            </a:p>
          </p:txBody>
        </p:sp>
        <p:sp>
          <p:nvSpPr>
            <p:cNvPr id="37" name="G">
              <a:extLst>
                <a:ext uri="{FF2B5EF4-FFF2-40B4-BE49-F238E27FC236}">
                  <a16:creationId xmlns:a16="http://schemas.microsoft.com/office/drawing/2014/main" id="{6DF15499-EF23-A749-CA8F-31DD9D703CF7}"/>
                </a:ext>
              </a:extLst>
            </p:cNvPr>
            <p:cNvSpPr>
              <a:spLocks/>
            </p:cNvSpPr>
            <p:nvPr/>
          </p:nvSpPr>
          <p:spPr>
            <a:xfrm>
              <a:off x="5874930" y="1522119"/>
              <a:ext cx="118872" cy="121606"/>
            </a:xfrm>
            <a:prstGeom prst="rect">
              <a:avLst/>
            </a:prstGeom>
            <a:solidFill>
              <a:srgbClr val="EEE683"/>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nvGrpSpPr>
          <p:cNvPr id="25" name="Group 24">
            <a:extLst>
              <a:ext uri="{FF2B5EF4-FFF2-40B4-BE49-F238E27FC236}">
                <a16:creationId xmlns:a16="http://schemas.microsoft.com/office/drawing/2014/main" id="{00F42B31-8CDC-123D-A42A-175155D2D684}"/>
              </a:ext>
            </a:extLst>
          </p:cNvPr>
          <p:cNvGrpSpPr/>
          <p:nvPr/>
        </p:nvGrpSpPr>
        <p:grpSpPr>
          <a:xfrm>
            <a:off x="3008272" y="1517848"/>
            <a:ext cx="2096738" cy="153888"/>
            <a:chOff x="2250122" y="1499942"/>
            <a:chExt cx="2096738" cy="153888"/>
          </a:xfrm>
        </p:grpSpPr>
        <p:sp>
          <p:nvSpPr>
            <p:cNvPr id="34" name="TextBox 33">
              <a:extLst>
                <a:ext uri="{FF2B5EF4-FFF2-40B4-BE49-F238E27FC236}">
                  <a16:creationId xmlns:a16="http://schemas.microsoft.com/office/drawing/2014/main" id="{268D8B06-1F47-3F67-F44C-8CCC159EBD78}"/>
                </a:ext>
              </a:extLst>
            </p:cNvPr>
            <p:cNvSpPr txBox="1">
              <a:spLocks/>
            </p:cNvSpPr>
            <p:nvPr/>
          </p:nvSpPr>
          <p:spPr>
            <a:xfrm>
              <a:off x="2404341" y="1499942"/>
              <a:ext cx="1942519"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FFFFFF"/>
                </a:buClr>
                <a:buSzPct val="125000"/>
                <a:buFontTx/>
                <a:buNone/>
                <a:tabLst/>
                <a:defRPr/>
              </a:pP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Behind peer average by </a:t>
              </a:r>
              <a:r>
                <a:rPr lang="en-AU" sz="1000" dirty="0">
                  <a:solidFill>
                    <a:srgbClr val="111918"/>
                  </a:solidFill>
                  <a:cs typeface="Tahoma" panose="020B0604030504040204" pitchFamily="34" charset="0"/>
                </a:rPr>
                <a:t>19</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 – </a:t>
              </a:r>
              <a:r>
                <a:rPr lang="en-AU" sz="1000" dirty="0">
                  <a:solidFill>
                    <a:srgbClr val="111918"/>
                  </a:solidFill>
                  <a:cs typeface="Tahoma" panose="020B0604030504040204" pitchFamily="34" charset="0"/>
                </a:rPr>
                <a:t>28</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a:t>
              </a:r>
            </a:p>
          </p:txBody>
        </p:sp>
        <p:sp>
          <p:nvSpPr>
            <p:cNvPr id="35" name="G">
              <a:extLst>
                <a:ext uri="{FF2B5EF4-FFF2-40B4-BE49-F238E27FC236}">
                  <a16:creationId xmlns:a16="http://schemas.microsoft.com/office/drawing/2014/main" id="{6EA15D4A-6F4A-F2F1-F3E4-9E3AC6E82D73}"/>
                </a:ext>
              </a:extLst>
            </p:cNvPr>
            <p:cNvSpPr>
              <a:spLocks/>
            </p:cNvSpPr>
            <p:nvPr/>
          </p:nvSpPr>
          <p:spPr>
            <a:xfrm>
              <a:off x="2250122" y="1519051"/>
              <a:ext cx="118872" cy="121606"/>
            </a:xfrm>
            <a:prstGeom prst="rect">
              <a:avLst/>
            </a:prstGeom>
            <a:solidFill>
              <a:srgbClr val="E5546C"/>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nvGrpSpPr>
          <p:cNvPr id="29" name="Group 28">
            <a:extLst>
              <a:ext uri="{FF2B5EF4-FFF2-40B4-BE49-F238E27FC236}">
                <a16:creationId xmlns:a16="http://schemas.microsoft.com/office/drawing/2014/main" id="{999B8652-E236-1190-C558-E09180038A25}"/>
              </a:ext>
            </a:extLst>
          </p:cNvPr>
          <p:cNvGrpSpPr/>
          <p:nvPr/>
        </p:nvGrpSpPr>
        <p:grpSpPr>
          <a:xfrm>
            <a:off x="5214595" y="1517848"/>
            <a:ext cx="2103936" cy="153888"/>
            <a:chOff x="4966895" y="1651686"/>
            <a:chExt cx="2103936" cy="153888"/>
          </a:xfrm>
        </p:grpSpPr>
        <p:sp>
          <p:nvSpPr>
            <p:cNvPr id="32" name="TextBox 31">
              <a:extLst>
                <a:ext uri="{FF2B5EF4-FFF2-40B4-BE49-F238E27FC236}">
                  <a16:creationId xmlns:a16="http://schemas.microsoft.com/office/drawing/2014/main" id="{7F599B54-7A2B-56BF-073C-3E7C8F32AA6F}"/>
                </a:ext>
              </a:extLst>
            </p:cNvPr>
            <p:cNvSpPr txBox="1">
              <a:spLocks/>
            </p:cNvSpPr>
            <p:nvPr/>
          </p:nvSpPr>
          <p:spPr>
            <a:xfrm>
              <a:off x="5128312" y="1651686"/>
              <a:ext cx="1942519"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FFFFFF"/>
                </a:buClr>
                <a:buSzPct val="125000"/>
                <a:buFontTx/>
                <a:buNone/>
                <a:tabLst/>
                <a:defRPr/>
              </a:pP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Behind peer average by </a:t>
              </a:r>
              <a:r>
                <a:rPr lang="en-AU" sz="1000" dirty="0">
                  <a:solidFill>
                    <a:srgbClr val="111918"/>
                  </a:solidFill>
                  <a:cs typeface="Tahoma" panose="020B0604030504040204" pitchFamily="34" charset="0"/>
                </a:rPr>
                <a:t>13</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 – </a:t>
              </a:r>
              <a:r>
                <a:rPr lang="en-AU" sz="1000" dirty="0">
                  <a:solidFill>
                    <a:srgbClr val="111918"/>
                  </a:solidFill>
                  <a:cs typeface="Tahoma" panose="020B0604030504040204" pitchFamily="34" charset="0"/>
                </a:rPr>
                <a:t>18</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a:t>
              </a:r>
            </a:p>
          </p:txBody>
        </p:sp>
        <p:sp>
          <p:nvSpPr>
            <p:cNvPr id="33" name="G">
              <a:extLst>
                <a:ext uri="{FF2B5EF4-FFF2-40B4-BE49-F238E27FC236}">
                  <a16:creationId xmlns:a16="http://schemas.microsoft.com/office/drawing/2014/main" id="{F03D3C00-35B3-F46D-29F0-C59AA946E71F}"/>
                </a:ext>
              </a:extLst>
            </p:cNvPr>
            <p:cNvSpPr>
              <a:spLocks/>
            </p:cNvSpPr>
            <p:nvPr/>
          </p:nvSpPr>
          <p:spPr>
            <a:xfrm>
              <a:off x="4966895" y="1671451"/>
              <a:ext cx="118872" cy="121606"/>
            </a:xfrm>
            <a:prstGeom prst="rect">
              <a:avLst/>
            </a:prstGeom>
            <a:solidFill>
              <a:srgbClr val="FA8E72"/>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nvGrpSpPr>
          <p:cNvPr id="21" name="Group 20">
            <a:extLst>
              <a:ext uri="{FF2B5EF4-FFF2-40B4-BE49-F238E27FC236}">
                <a16:creationId xmlns:a16="http://schemas.microsoft.com/office/drawing/2014/main" id="{471507DC-568E-39EF-7A11-295DB4368567}"/>
              </a:ext>
            </a:extLst>
          </p:cNvPr>
          <p:cNvGrpSpPr/>
          <p:nvPr/>
        </p:nvGrpSpPr>
        <p:grpSpPr>
          <a:xfrm>
            <a:off x="9571103" y="1517848"/>
            <a:ext cx="2001344" cy="153888"/>
            <a:chOff x="4966895" y="1651686"/>
            <a:chExt cx="2001344" cy="153888"/>
          </a:xfrm>
        </p:grpSpPr>
        <p:sp>
          <p:nvSpPr>
            <p:cNvPr id="23" name="TextBox 22">
              <a:extLst>
                <a:ext uri="{FF2B5EF4-FFF2-40B4-BE49-F238E27FC236}">
                  <a16:creationId xmlns:a16="http://schemas.microsoft.com/office/drawing/2014/main" id="{C32578F2-3CF2-6075-DFC0-435D2CDA6EF2}"/>
                </a:ext>
              </a:extLst>
            </p:cNvPr>
            <p:cNvSpPr txBox="1">
              <a:spLocks/>
            </p:cNvSpPr>
            <p:nvPr/>
          </p:nvSpPr>
          <p:spPr>
            <a:xfrm>
              <a:off x="5128312" y="1651686"/>
              <a:ext cx="1839927"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FFFFFF"/>
                </a:buClr>
                <a:buSzPct val="125000"/>
                <a:buFontTx/>
                <a:buNone/>
                <a:tabLst/>
                <a:defRPr/>
              </a:pP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Ahead peer average by </a:t>
              </a:r>
              <a:r>
                <a:rPr lang="en-AU" sz="1000" dirty="0">
                  <a:solidFill>
                    <a:srgbClr val="111918"/>
                  </a:solidFill>
                  <a:cs typeface="Tahoma" panose="020B0604030504040204" pitchFamily="34" charset="0"/>
                </a:rPr>
                <a:t>1</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 – </a:t>
              </a:r>
              <a:r>
                <a:rPr lang="en-AU" sz="1000" dirty="0">
                  <a:solidFill>
                    <a:srgbClr val="111918"/>
                  </a:solidFill>
                  <a:cs typeface="Tahoma" panose="020B0604030504040204" pitchFamily="34" charset="0"/>
                </a:rPr>
                <a:t>15</a:t>
              </a:r>
              <a:r>
                <a:rPr kumimoji="0" lang="en-AU" sz="1000" b="0" i="0" u="none" strike="noStrike" kern="1200" cap="none" spc="0" normalizeH="0" baseline="0" noProof="0" dirty="0">
                  <a:ln>
                    <a:noFill/>
                  </a:ln>
                  <a:solidFill>
                    <a:srgbClr val="111918"/>
                  </a:solidFill>
                  <a:effectLst/>
                  <a:uLnTx/>
                  <a:uFillTx/>
                  <a:cs typeface="Tahoma" panose="020B0604030504040204" pitchFamily="34" charset="0"/>
                </a:rPr>
                <a:t>%</a:t>
              </a:r>
            </a:p>
          </p:txBody>
        </p:sp>
        <p:sp>
          <p:nvSpPr>
            <p:cNvPr id="30" name="G">
              <a:extLst>
                <a:ext uri="{FF2B5EF4-FFF2-40B4-BE49-F238E27FC236}">
                  <a16:creationId xmlns:a16="http://schemas.microsoft.com/office/drawing/2014/main" id="{A83F229A-C369-1047-7E7B-E9DC9CABC4B9}"/>
                </a:ext>
              </a:extLst>
            </p:cNvPr>
            <p:cNvSpPr>
              <a:spLocks/>
            </p:cNvSpPr>
            <p:nvPr/>
          </p:nvSpPr>
          <p:spPr>
            <a:xfrm>
              <a:off x="4966895" y="1671451"/>
              <a:ext cx="118872" cy="121606"/>
            </a:xfrm>
            <a:prstGeom prst="rect">
              <a:avLst/>
            </a:prstGeom>
            <a:solidFill>
              <a:srgbClr val="9ED17E"/>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76" tIns="34288" rIns="68576" bIns="3428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25"/>
                </a:spcBef>
                <a:spcAft>
                  <a:spcPts val="225"/>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sp>
        <p:nvSpPr>
          <p:cNvPr id="143" name="Rectangle 16">
            <a:extLst>
              <a:ext uri="{FF2B5EF4-FFF2-40B4-BE49-F238E27FC236}">
                <a16:creationId xmlns:a16="http://schemas.microsoft.com/office/drawing/2014/main" id="{CD59E097-2984-8CDE-3D5B-60887180F415}"/>
              </a:ext>
            </a:extLst>
          </p:cNvPr>
          <p:cNvSpPr txBox="1">
            <a:spLocks/>
          </p:cNvSpPr>
          <p:nvPr/>
        </p:nvSpPr>
        <p:spPr>
          <a:xfrm>
            <a:off x="9945951" y="2080220"/>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AU" sz="1200" b="1" i="0" u="none" strike="noStrike" kern="1200" cap="none" spc="0" normalizeH="0" baseline="0" noProof="0">
                <a:ln>
                  <a:noFill/>
                </a:ln>
                <a:solidFill>
                  <a:srgbClr val="111918"/>
                </a:solidFill>
                <a:effectLst/>
                <a:uLnTx/>
                <a:uFillTx/>
                <a:latin typeface="+mn-lt"/>
                <a:ea typeface="+mn-ea"/>
                <a:cs typeface="Tahoma" panose="020B0604030504040204" pitchFamily="34" charset="0"/>
                <a:sym typeface="Arial"/>
              </a:rPr>
              <a:t>Adoption &amp; Scaling</a:t>
            </a:r>
          </a:p>
        </p:txBody>
      </p:sp>
      <p:sp>
        <p:nvSpPr>
          <p:cNvPr id="144" name="Rectangle 16">
            <a:extLst>
              <a:ext uri="{FF2B5EF4-FFF2-40B4-BE49-F238E27FC236}">
                <a16:creationId xmlns:a16="http://schemas.microsoft.com/office/drawing/2014/main" id="{62794FCA-B8D5-2C29-2257-B3BB9927FC25}"/>
              </a:ext>
            </a:extLst>
          </p:cNvPr>
          <p:cNvSpPr txBox="1">
            <a:spLocks/>
          </p:cNvSpPr>
          <p:nvPr/>
        </p:nvSpPr>
        <p:spPr>
          <a:xfrm>
            <a:off x="554737" y="2080220"/>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671420" rtl="0" eaLnBrk="1" fontAlgn="auto" latinLnBrk="0" hangingPunct="1">
              <a:lnSpc>
                <a:spcPct val="100000"/>
              </a:lnSpc>
              <a:spcBef>
                <a:spcPct val="0"/>
              </a:spcBef>
              <a:spcAft>
                <a:spcPts val="450"/>
              </a:spcAft>
              <a:buClr>
                <a:srgbClr val="FFFFFF"/>
              </a:buClr>
              <a:buSzTx/>
              <a:buFontTx/>
              <a:buNone/>
              <a:tabLst/>
              <a:defRPr/>
            </a:pPr>
            <a:r>
              <a:rPr kumimoji="0" lang="en-AU" sz="1200" b="1" i="0" u="none" strike="noStrike" kern="0" cap="none" spc="0" normalizeH="0" baseline="0" noProof="0">
                <a:ln>
                  <a:noFill/>
                </a:ln>
                <a:solidFill>
                  <a:srgbClr val="111918"/>
                </a:solidFill>
                <a:effectLst/>
                <a:uLnTx/>
                <a:uFillTx/>
                <a:latin typeface="+mn-lt"/>
                <a:ea typeface="+mn-ea"/>
                <a:cs typeface="Tahoma" panose="020B0604030504040204" pitchFamily="34" charset="0"/>
                <a:sym typeface="Arial"/>
              </a:rPr>
              <a:t>Strategy</a:t>
            </a:r>
          </a:p>
        </p:txBody>
      </p:sp>
      <p:sp>
        <p:nvSpPr>
          <p:cNvPr id="145" name="Rectangle 16">
            <a:extLst>
              <a:ext uri="{FF2B5EF4-FFF2-40B4-BE49-F238E27FC236}">
                <a16:creationId xmlns:a16="http://schemas.microsoft.com/office/drawing/2014/main" id="{8EE359EE-5EE8-F716-80D9-0C4CBEB278AC}"/>
              </a:ext>
            </a:extLst>
          </p:cNvPr>
          <p:cNvSpPr txBox="1">
            <a:spLocks/>
          </p:cNvSpPr>
          <p:nvPr/>
        </p:nvSpPr>
        <p:spPr>
          <a:xfrm>
            <a:off x="2432980" y="2080220"/>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AU" sz="1200" b="1" i="0" u="none" strike="noStrike" kern="1200" cap="none" spc="0" normalizeH="0" baseline="0" noProof="0">
                <a:ln>
                  <a:noFill/>
                </a:ln>
                <a:solidFill>
                  <a:srgbClr val="111918"/>
                </a:solidFill>
                <a:effectLst/>
                <a:uLnTx/>
                <a:uFillTx/>
                <a:latin typeface="+mn-lt"/>
                <a:ea typeface="+mn-ea"/>
                <a:cs typeface="Tahoma" panose="020B0604030504040204" pitchFamily="34" charset="0"/>
                <a:sym typeface="Arial"/>
              </a:rPr>
              <a:t>Talent</a:t>
            </a:r>
          </a:p>
        </p:txBody>
      </p:sp>
      <p:sp>
        <p:nvSpPr>
          <p:cNvPr id="146" name="Rectangle 16">
            <a:extLst>
              <a:ext uri="{FF2B5EF4-FFF2-40B4-BE49-F238E27FC236}">
                <a16:creationId xmlns:a16="http://schemas.microsoft.com/office/drawing/2014/main" id="{41658FF6-4874-D79D-924F-4F7AB3A7196C}"/>
              </a:ext>
            </a:extLst>
          </p:cNvPr>
          <p:cNvSpPr txBox="1">
            <a:spLocks/>
          </p:cNvSpPr>
          <p:nvPr/>
        </p:nvSpPr>
        <p:spPr>
          <a:xfrm>
            <a:off x="4311223" y="2080220"/>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AU" sz="1200" b="1" i="0" u="none" strike="noStrike" kern="1200" cap="none" spc="-20" normalizeH="0" baseline="0" noProof="0">
                <a:ln>
                  <a:noFill/>
                </a:ln>
                <a:solidFill>
                  <a:srgbClr val="111918"/>
                </a:solidFill>
                <a:effectLst/>
                <a:uLnTx/>
                <a:uFillTx/>
                <a:latin typeface="+mn-lt"/>
                <a:ea typeface="+mn-ea"/>
                <a:cs typeface="Tahoma" panose="020B0604030504040204" pitchFamily="34" charset="0"/>
                <a:sym typeface="Arial"/>
              </a:rPr>
              <a:t>Operating Model</a:t>
            </a:r>
          </a:p>
        </p:txBody>
      </p:sp>
      <p:sp>
        <p:nvSpPr>
          <p:cNvPr id="147" name="Rectangle 16">
            <a:extLst>
              <a:ext uri="{FF2B5EF4-FFF2-40B4-BE49-F238E27FC236}">
                <a16:creationId xmlns:a16="http://schemas.microsoft.com/office/drawing/2014/main" id="{47050395-37B1-46DA-C9BC-B19699F6E658}"/>
              </a:ext>
            </a:extLst>
          </p:cNvPr>
          <p:cNvSpPr txBox="1">
            <a:spLocks/>
          </p:cNvSpPr>
          <p:nvPr/>
        </p:nvSpPr>
        <p:spPr>
          <a:xfrm>
            <a:off x="6189466" y="2080220"/>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AU" sz="1200" b="1" i="0" u="none" strike="noStrike" kern="1200" cap="none" spc="0" normalizeH="0" baseline="0" noProof="0">
                <a:ln>
                  <a:noFill/>
                </a:ln>
                <a:solidFill>
                  <a:srgbClr val="111918"/>
                </a:solidFill>
                <a:effectLst/>
                <a:uLnTx/>
                <a:uFillTx/>
                <a:latin typeface="+mn-lt"/>
                <a:ea typeface="+mn-ea"/>
                <a:cs typeface="Tahoma" panose="020B0604030504040204" pitchFamily="34" charset="0"/>
                <a:sym typeface="Arial"/>
              </a:rPr>
              <a:t>Technology</a:t>
            </a:r>
          </a:p>
        </p:txBody>
      </p:sp>
      <p:sp>
        <p:nvSpPr>
          <p:cNvPr id="148" name="Rectangle 16">
            <a:extLst>
              <a:ext uri="{FF2B5EF4-FFF2-40B4-BE49-F238E27FC236}">
                <a16:creationId xmlns:a16="http://schemas.microsoft.com/office/drawing/2014/main" id="{C1B0DBD0-9317-3CA4-26DE-D1F46359BFC0}"/>
              </a:ext>
            </a:extLst>
          </p:cNvPr>
          <p:cNvSpPr txBox="1">
            <a:spLocks/>
          </p:cNvSpPr>
          <p:nvPr/>
        </p:nvSpPr>
        <p:spPr>
          <a:xfrm>
            <a:off x="8067709" y="2080220"/>
            <a:ext cx="1691314"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FFFFFF"/>
              </a:buClr>
              <a:buSzTx/>
              <a:buFontTx/>
              <a:buNone/>
              <a:tabLst/>
              <a:defRPr/>
            </a:pPr>
            <a:r>
              <a:rPr kumimoji="0" lang="en-AU" sz="1200" b="1" i="0" u="none" strike="noStrike" kern="1200" cap="none" spc="0" normalizeH="0" baseline="0" noProof="0">
                <a:ln>
                  <a:noFill/>
                </a:ln>
                <a:solidFill>
                  <a:srgbClr val="111918"/>
                </a:solidFill>
                <a:effectLst/>
                <a:uLnTx/>
                <a:uFillTx/>
                <a:latin typeface="+mn-lt"/>
                <a:ea typeface="+mn-ea"/>
                <a:cs typeface="Tahoma" panose="020B0604030504040204" pitchFamily="34" charset="0"/>
                <a:sym typeface="Arial"/>
              </a:rPr>
              <a:t>Data</a:t>
            </a:r>
          </a:p>
        </p:txBody>
      </p:sp>
      <p:cxnSp>
        <p:nvCxnSpPr>
          <p:cNvPr id="302" name="Straight Connector 301">
            <a:extLst>
              <a:ext uri="{FF2B5EF4-FFF2-40B4-BE49-F238E27FC236}">
                <a16:creationId xmlns:a16="http://schemas.microsoft.com/office/drawing/2014/main" id="{E4FA451E-CF3D-394C-4C6F-83C2A5F7C48F}"/>
              </a:ext>
            </a:extLst>
          </p:cNvPr>
          <p:cNvCxnSpPr>
            <a:cxnSpLocks/>
          </p:cNvCxnSpPr>
          <p:nvPr/>
        </p:nvCxnSpPr>
        <p:spPr>
          <a:xfrm>
            <a:off x="9945951" y="2299846"/>
            <a:ext cx="1691314" cy="0"/>
          </a:xfrm>
          <a:prstGeom prst="line">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06937298-247B-90A2-2D8B-FB598FB5B79D}"/>
              </a:ext>
            </a:extLst>
          </p:cNvPr>
          <p:cNvCxnSpPr>
            <a:cxnSpLocks/>
          </p:cNvCxnSpPr>
          <p:nvPr/>
        </p:nvCxnSpPr>
        <p:spPr>
          <a:xfrm>
            <a:off x="554737" y="2299846"/>
            <a:ext cx="1691314" cy="0"/>
          </a:xfrm>
          <a:prstGeom prst="line">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B6BFE9C9-4CAC-BAB2-61C2-4451C0267D8E}"/>
              </a:ext>
            </a:extLst>
          </p:cNvPr>
          <p:cNvCxnSpPr>
            <a:cxnSpLocks/>
          </p:cNvCxnSpPr>
          <p:nvPr/>
        </p:nvCxnSpPr>
        <p:spPr>
          <a:xfrm>
            <a:off x="2432980" y="2299846"/>
            <a:ext cx="1691314" cy="0"/>
          </a:xfrm>
          <a:prstGeom prst="line">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9028AB3D-B384-D8F0-D796-7566C01EF2AC}"/>
              </a:ext>
            </a:extLst>
          </p:cNvPr>
          <p:cNvCxnSpPr>
            <a:cxnSpLocks/>
          </p:cNvCxnSpPr>
          <p:nvPr/>
        </p:nvCxnSpPr>
        <p:spPr>
          <a:xfrm>
            <a:off x="4311223" y="2299846"/>
            <a:ext cx="1691314" cy="0"/>
          </a:xfrm>
          <a:prstGeom prst="line">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0A16D38-9FF7-09C3-FEDB-DF0FAFB76E23}"/>
              </a:ext>
            </a:extLst>
          </p:cNvPr>
          <p:cNvCxnSpPr>
            <a:cxnSpLocks/>
          </p:cNvCxnSpPr>
          <p:nvPr/>
        </p:nvCxnSpPr>
        <p:spPr>
          <a:xfrm>
            <a:off x="8067709" y="2299846"/>
            <a:ext cx="1691314" cy="0"/>
          </a:xfrm>
          <a:prstGeom prst="line">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2BAB7B97-1C81-7410-BF42-C97ACD6D51D8}"/>
              </a:ext>
            </a:extLst>
          </p:cNvPr>
          <p:cNvCxnSpPr>
            <a:cxnSpLocks/>
          </p:cNvCxnSpPr>
          <p:nvPr/>
        </p:nvCxnSpPr>
        <p:spPr>
          <a:xfrm>
            <a:off x="6189466" y="2299846"/>
            <a:ext cx="1691314" cy="0"/>
          </a:xfrm>
          <a:prstGeom prst="line">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16">
            <a:extLst>
              <a:ext uri="{FF2B5EF4-FFF2-40B4-BE49-F238E27FC236}">
                <a16:creationId xmlns:a16="http://schemas.microsoft.com/office/drawing/2014/main" id="{13BF8BD9-A8CB-830C-959C-2C0B788FE58F}"/>
              </a:ext>
            </a:extLst>
          </p:cNvPr>
          <p:cNvSpPr txBox="1">
            <a:spLocks/>
          </p:cNvSpPr>
          <p:nvPr/>
        </p:nvSpPr>
        <p:spPr>
          <a:xfrm>
            <a:off x="554737" y="1793160"/>
            <a:ext cx="4180928" cy="18466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a:buChar char="▪"/>
              <a:defRPr sz="1800" baseline="0">
                <a:latin typeface="Arial"/>
                <a:sym typeface="Arial"/>
              </a:defRPr>
            </a:lvl2pPr>
            <a:lvl3pPr marL="457200" lvl="2" indent="-261938" defTabSz="895350" eaLnBrk="1" hangingPunct="1">
              <a:spcAft>
                <a:spcPts val="600"/>
              </a:spcAft>
              <a:buClr>
                <a:schemeClr val="tx2"/>
              </a:buClr>
              <a:buSzPct val="120000"/>
              <a:buFont typeface="Arial"/>
              <a:buChar char="–"/>
              <a:defRPr sz="1800" baseline="0">
                <a:latin typeface="Arial"/>
                <a:sym typeface="Arial"/>
              </a:defRPr>
            </a:lvl3pPr>
            <a:lvl4pPr marL="614363" lvl="3" indent="-155575" defTabSz="895350" eaLnBrk="1" hangingPunct="1">
              <a:spcAft>
                <a:spcPts val="600"/>
              </a:spcAft>
              <a:buClr>
                <a:schemeClr val="tx2"/>
              </a:buClr>
              <a:buSzPct val="120000"/>
              <a:buFont typeface="Arial"/>
              <a:buChar char="▫"/>
              <a:defRPr sz="1800" baseline="0">
                <a:latin typeface="Arial"/>
                <a:sym typeface="Arial"/>
              </a:defRPr>
            </a:lvl4pPr>
            <a:lvl5pPr marL="749808" lvl="4" indent="-130175" defTabSz="895350" eaLnBrk="1" hangingPunct="1">
              <a:spcAft>
                <a:spcPts val="600"/>
              </a:spcAft>
              <a:buClr>
                <a:schemeClr val="tx2"/>
              </a:buClr>
              <a:buSzPct val="89000"/>
              <a:buFont typeface="Arial"/>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a:buChar char="-"/>
              <a:defRPr baseline="0">
                <a:latin typeface="+mn-lt"/>
              </a:defRPr>
            </a:lvl6pPr>
            <a:lvl7pPr marL="749808" indent="-130175" defTabSz="895350" fontAlgn="base">
              <a:spcBef>
                <a:spcPct val="0"/>
              </a:spcBef>
              <a:spcAft>
                <a:spcPct val="0"/>
              </a:spcAft>
              <a:buClr>
                <a:schemeClr val="tx2"/>
              </a:buClr>
              <a:buSzPct val="89000"/>
              <a:buFont typeface="Arial"/>
              <a:buChar char="-"/>
              <a:defRPr baseline="0">
                <a:latin typeface="+mn-lt"/>
              </a:defRPr>
            </a:lvl7pPr>
            <a:lvl8pPr marL="749808" indent="-130175" defTabSz="895350" fontAlgn="base">
              <a:spcBef>
                <a:spcPct val="0"/>
              </a:spcBef>
              <a:spcAft>
                <a:spcPct val="0"/>
              </a:spcAft>
              <a:buClr>
                <a:schemeClr val="tx2"/>
              </a:buClr>
              <a:buSzPct val="89000"/>
              <a:buFont typeface="Arial"/>
              <a:buChar char="-"/>
              <a:defRPr baseline="0">
                <a:latin typeface="+mn-lt"/>
              </a:defRPr>
            </a:lvl8pPr>
            <a:lvl9pPr marL="749808" indent="-130175" defTabSz="895350" fontAlgn="base">
              <a:spcBef>
                <a:spcPct val="0"/>
              </a:spcBef>
              <a:spcAft>
                <a:spcPct val="0"/>
              </a:spcAft>
              <a:buClr>
                <a:schemeClr val="tx2"/>
              </a:buClr>
              <a:buSzPct val="89000"/>
              <a:buFont typeface="Arial"/>
              <a:buChar char="-"/>
              <a:defRPr baseline="0">
                <a:latin typeface="+mn-lt"/>
              </a:defRPr>
            </a:lvl9pPr>
          </a:lstStyle>
          <a:p>
            <a:pPr marL="0" marR="0" lvl="0" indent="0" algn="l" defTabSz="671420" rtl="0" eaLnBrk="1" fontAlgn="auto" latinLnBrk="0" hangingPunct="1">
              <a:lnSpc>
                <a:spcPct val="100000"/>
              </a:lnSpc>
              <a:spcBef>
                <a:spcPct val="0"/>
              </a:spcBef>
              <a:spcAft>
                <a:spcPts val="450"/>
              </a:spcAft>
              <a:buClr>
                <a:srgbClr val="FFFFFF"/>
              </a:buClr>
              <a:buSzTx/>
              <a:buFontTx/>
              <a:buNone/>
              <a:tabLst/>
              <a:defRPr/>
            </a:pPr>
            <a:r>
              <a:rPr kumimoji="0" lang="en-AU" sz="1200" b="1" i="0" u="none" strike="noStrike" kern="0" cap="none" spc="0" normalizeH="0" baseline="0" noProof="0">
                <a:ln>
                  <a:noFill/>
                </a:ln>
                <a:solidFill>
                  <a:srgbClr val="111918"/>
                </a:solidFill>
                <a:effectLst/>
                <a:uLnTx/>
                <a:uFillTx/>
                <a:latin typeface="+mn-lt"/>
                <a:ea typeface="+mn-ea"/>
                <a:cs typeface="Tahoma" panose="020B0604030504040204" pitchFamily="34" charset="0"/>
                <a:sym typeface="Arial"/>
              </a:rPr>
              <a:t>%difference</a:t>
            </a:r>
            <a:r>
              <a:rPr kumimoji="0" lang="en-AU" sz="1200" b="1" i="0" u="none" strike="noStrike" kern="0" cap="none" spc="0" normalizeH="0" baseline="30000" noProof="0">
                <a:ln>
                  <a:noFill/>
                </a:ln>
                <a:solidFill>
                  <a:srgbClr val="111918"/>
                </a:solidFill>
                <a:effectLst/>
                <a:uLnTx/>
                <a:uFillTx/>
                <a:latin typeface="+mn-lt"/>
                <a:ea typeface="+mn-ea"/>
                <a:cs typeface="Tahoma" panose="020B0604030504040204" pitchFamily="34" charset="0"/>
                <a:sym typeface="Arial"/>
              </a:rPr>
              <a:t>1</a:t>
            </a:r>
            <a:r>
              <a:rPr kumimoji="0" lang="en-AU" sz="1200" b="1" i="0" u="none" strike="noStrike" kern="0" cap="none" spc="0" normalizeH="0" baseline="0" noProof="0">
                <a:ln>
                  <a:noFill/>
                </a:ln>
                <a:solidFill>
                  <a:srgbClr val="111918"/>
                </a:solidFill>
                <a:effectLst/>
                <a:uLnTx/>
                <a:uFillTx/>
                <a:latin typeface="+mn-lt"/>
                <a:ea typeface="+mn-ea"/>
                <a:cs typeface="Tahoma" panose="020B0604030504040204" pitchFamily="34" charset="0"/>
                <a:sym typeface="Arial"/>
              </a:rPr>
              <a:t> in AIQ Scores relative to Peer Average</a:t>
            </a:r>
            <a:r>
              <a:rPr kumimoji="0" lang="en-AU" sz="1200" b="1" i="0" u="none" strike="noStrike" kern="0" cap="none" spc="0" normalizeH="0" baseline="30000" noProof="0">
                <a:ln>
                  <a:noFill/>
                </a:ln>
                <a:solidFill>
                  <a:srgbClr val="111918"/>
                </a:solidFill>
                <a:effectLst/>
                <a:uLnTx/>
                <a:uFillTx/>
                <a:latin typeface="+mn-lt"/>
                <a:ea typeface="+mn-ea"/>
                <a:cs typeface="Tahoma" panose="020B0604030504040204" pitchFamily="34" charset="0"/>
                <a:sym typeface="Arial"/>
              </a:rPr>
              <a:t>2</a:t>
            </a:r>
          </a:p>
        </p:txBody>
      </p:sp>
      <p:cxnSp>
        <p:nvCxnSpPr>
          <p:cNvPr id="9" name="Straight Connector 8">
            <a:extLst>
              <a:ext uri="{FF2B5EF4-FFF2-40B4-BE49-F238E27FC236}">
                <a16:creationId xmlns:a16="http://schemas.microsoft.com/office/drawing/2014/main" id="{4EC0B314-BAA0-F0A0-4F53-6A3B3A124C3E}"/>
              </a:ext>
            </a:extLst>
          </p:cNvPr>
          <p:cNvCxnSpPr/>
          <p:nvPr/>
        </p:nvCxnSpPr>
        <p:spPr>
          <a:xfrm>
            <a:off x="554737" y="2013733"/>
            <a:ext cx="11082528" cy="0"/>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DF6F4B17-2039-DB0B-E456-5B47347BF5B2}"/>
              </a:ext>
            </a:extLst>
          </p:cNvPr>
          <p:cNvSpPr>
            <a:spLocks/>
          </p:cNvSpPr>
          <p:nvPr/>
        </p:nvSpPr>
        <p:spPr>
          <a:xfrm>
            <a:off x="979179" y="2986084"/>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Linked to Business Strategy</a:t>
            </a:r>
          </a:p>
        </p:txBody>
      </p:sp>
      <p:sp>
        <p:nvSpPr>
          <p:cNvPr id="244" name="Rectangle 243">
            <a:extLst>
              <a:ext uri="{FF2B5EF4-FFF2-40B4-BE49-F238E27FC236}">
                <a16:creationId xmlns:a16="http://schemas.microsoft.com/office/drawing/2014/main" id="{C6BDCADA-1184-C680-A55D-67AD28315E8D}"/>
              </a:ext>
            </a:extLst>
          </p:cNvPr>
          <p:cNvSpPr>
            <a:spLocks/>
          </p:cNvSpPr>
          <p:nvPr/>
        </p:nvSpPr>
        <p:spPr>
          <a:xfrm>
            <a:off x="4735665" y="2388475"/>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Structure and Roles</a:t>
            </a:r>
          </a:p>
        </p:txBody>
      </p:sp>
      <p:sp>
        <p:nvSpPr>
          <p:cNvPr id="261" name="text_Client_ManagementPractice2_1-5Avg">
            <a:extLst>
              <a:ext uri="{FF2B5EF4-FFF2-40B4-BE49-F238E27FC236}">
                <a16:creationId xmlns:a16="http://schemas.microsoft.com/office/drawing/2014/main" id="{59D69AB7-92C7-2246-7773-5FE90843E173}"/>
              </a:ext>
            </a:extLst>
          </p:cNvPr>
          <p:cNvSpPr>
            <a:spLocks/>
          </p:cNvSpPr>
          <p:nvPr/>
        </p:nvSpPr>
        <p:spPr>
          <a:xfrm>
            <a:off x="554737" y="2986084"/>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rgbClr val="111918"/>
                </a:solidFill>
                <a:effectLst/>
                <a:uLnTx/>
                <a:uFillTx/>
                <a:ea typeface="+mn-ea"/>
                <a:cs typeface="Tahoma" panose="020B0604030504040204" pitchFamily="34" charset="0"/>
              </a:rPr>
              <a:t>-17%</a:t>
            </a:r>
          </a:p>
        </p:txBody>
      </p:sp>
      <p:sp>
        <p:nvSpPr>
          <p:cNvPr id="262" name="Rectangle 261">
            <a:extLst>
              <a:ext uri="{FF2B5EF4-FFF2-40B4-BE49-F238E27FC236}">
                <a16:creationId xmlns:a16="http://schemas.microsoft.com/office/drawing/2014/main" id="{240113DF-D1C7-14B6-5E47-9DDB112FEA83}"/>
              </a:ext>
            </a:extLst>
          </p:cNvPr>
          <p:cNvSpPr>
            <a:spLocks/>
          </p:cNvSpPr>
          <p:nvPr/>
        </p:nvSpPr>
        <p:spPr>
          <a:xfrm>
            <a:off x="2857422" y="2986084"/>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Attraction and Onboarding</a:t>
            </a:r>
          </a:p>
        </p:txBody>
      </p:sp>
      <p:sp>
        <p:nvSpPr>
          <p:cNvPr id="263" name="text_Client_ManagementPractice8_1-5Avg">
            <a:extLst>
              <a:ext uri="{FF2B5EF4-FFF2-40B4-BE49-F238E27FC236}">
                <a16:creationId xmlns:a16="http://schemas.microsoft.com/office/drawing/2014/main" id="{09067316-96AC-51CF-84D2-01E498286312}"/>
              </a:ext>
            </a:extLst>
          </p:cNvPr>
          <p:cNvSpPr>
            <a:spLocks/>
          </p:cNvSpPr>
          <p:nvPr/>
        </p:nvSpPr>
        <p:spPr>
          <a:xfrm>
            <a:off x="2432980" y="2986084"/>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a:buClr>
                <a:srgbClr val="000000"/>
              </a:buClr>
            </a:pPr>
            <a:r>
              <a:rPr lang="en-AU" sz="900" b="1">
                <a:cs typeface="Tahoma" panose="020B0604030504040204" pitchFamily="34" charset="0"/>
              </a:rPr>
              <a:t>-2%</a:t>
            </a:r>
          </a:p>
        </p:txBody>
      </p:sp>
      <p:sp>
        <p:nvSpPr>
          <p:cNvPr id="265" name="text_Client_ManagementPractice12_1-5Avg">
            <a:extLst>
              <a:ext uri="{FF2B5EF4-FFF2-40B4-BE49-F238E27FC236}">
                <a16:creationId xmlns:a16="http://schemas.microsoft.com/office/drawing/2014/main" id="{C782C572-8B5B-3AAA-63DA-01E83645CD92}"/>
              </a:ext>
            </a:extLst>
          </p:cNvPr>
          <p:cNvSpPr>
            <a:spLocks/>
          </p:cNvSpPr>
          <p:nvPr/>
        </p:nvSpPr>
        <p:spPr>
          <a:xfrm>
            <a:off x="4311223" y="2390599"/>
            <a:ext cx="424441" cy="508986"/>
          </a:xfrm>
          <a:prstGeom prst="rect">
            <a:avLst/>
          </a:prstGeom>
          <a:solidFill>
            <a:srgbClr val="E5546C"/>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chemeClr val="bg1"/>
                </a:solidFill>
                <a:effectLst/>
                <a:uLnTx/>
                <a:uFillTx/>
                <a:ea typeface="+mn-ea"/>
                <a:cs typeface="Tahoma" panose="020B0604030504040204" pitchFamily="34" charset="0"/>
              </a:rPr>
              <a:t>-24%</a:t>
            </a:r>
          </a:p>
        </p:txBody>
      </p:sp>
      <p:sp>
        <p:nvSpPr>
          <p:cNvPr id="266" name="Rectangle 265">
            <a:extLst>
              <a:ext uri="{FF2B5EF4-FFF2-40B4-BE49-F238E27FC236}">
                <a16:creationId xmlns:a16="http://schemas.microsoft.com/office/drawing/2014/main" id="{FD3D6B75-2C9F-59BB-FB58-62E184C0C0D4}"/>
              </a:ext>
            </a:extLst>
          </p:cNvPr>
          <p:cNvSpPr>
            <a:spLocks/>
          </p:cNvSpPr>
          <p:nvPr/>
        </p:nvSpPr>
        <p:spPr>
          <a:xfrm>
            <a:off x="8492151" y="2986084"/>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Data Architecture</a:t>
            </a:r>
          </a:p>
        </p:txBody>
      </p:sp>
      <p:sp>
        <p:nvSpPr>
          <p:cNvPr id="267" name="text_Client_ManagementPractice20_1-5Avg">
            <a:extLst>
              <a:ext uri="{FF2B5EF4-FFF2-40B4-BE49-F238E27FC236}">
                <a16:creationId xmlns:a16="http://schemas.microsoft.com/office/drawing/2014/main" id="{85CAB72C-DDFD-C551-5299-5B9DAD8BADB2}"/>
              </a:ext>
            </a:extLst>
          </p:cNvPr>
          <p:cNvSpPr>
            <a:spLocks/>
          </p:cNvSpPr>
          <p:nvPr/>
        </p:nvSpPr>
        <p:spPr>
          <a:xfrm>
            <a:off x="8067709" y="2986084"/>
            <a:ext cx="424441" cy="508986"/>
          </a:xfrm>
          <a:prstGeom prst="rect">
            <a:avLst/>
          </a:prstGeom>
          <a:solidFill>
            <a:srgbClr val="A0D37E"/>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15%</a:t>
            </a:r>
          </a:p>
        </p:txBody>
      </p:sp>
      <p:sp>
        <p:nvSpPr>
          <p:cNvPr id="268" name="Rectangle 267">
            <a:extLst>
              <a:ext uri="{FF2B5EF4-FFF2-40B4-BE49-F238E27FC236}">
                <a16:creationId xmlns:a16="http://schemas.microsoft.com/office/drawing/2014/main" id="{5123A6BA-B889-E89C-8AD8-15066EA3F42C}"/>
              </a:ext>
            </a:extLst>
          </p:cNvPr>
          <p:cNvSpPr>
            <a:spLocks/>
          </p:cNvSpPr>
          <p:nvPr/>
        </p:nvSpPr>
        <p:spPr>
          <a:xfrm>
            <a:off x="6613908" y="2986084"/>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Infrastructure</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69" name="text_Client_ManagementPractice16_1-5Avg">
            <a:extLst>
              <a:ext uri="{FF2B5EF4-FFF2-40B4-BE49-F238E27FC236}">
                <a16:creationId xmlns:a16="http://schemas.microsoft.com/office/drawing/2014/main" id="{B6903366-9D14-299D-79D4-934E48FDFB69}"/>
              </a:ext>
            </a:extLst>
          </p:cNvPr>
          <p:cNvSpPr>
            <a:spLocks/>
          </p:cNvSpPr>
          <p:nvPr/>
        </p:nvSpPr>
        <p:spPr>
          <a:xfrm>
            <a:off x="6189466" y="2986084"/>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lvl="0">
              <a:buClr>
                <a:srgbClr val="000000"/>
              </a:buClr>
              <a:defRPr/>
            </a:pPr>
            <a:r>
              <a:rPr lang="en-AU" sz="900" b="1" dirty="0">
                <a:cs typeface="Tahoma" panose="020B0604030504040204" pitchFamily="34" charset="0"/>
              </a:rPr>
              <a:t>-3%</a:t>
            </a:r>
          </a:p>
        </p:txBody>
      </p:sp>
      <p:sp>
        <p:nvSpPr>
          <p:cNvPr id="270" name="Rectangle 269">
            <a:extLst>
              <a:ext uri="{FF2B5EF4-FFF2-40B4-BE49-F238E27FC236}">
                <a16:creationId xmlns:a16="http://schemas.microsoft.com/office/drawing/2014/main" id="{82FCCFEE-0FE4-B381-26FD-5DDD77FD4B96}"/>
              </a:ext>
            </a:extLst>
          </p:cNvPr>
          <p:cNvSpPr>
            <a:spLocks/>
          </p:cNvSpPr>
          <p:nvPr/>
        </p:nvSpPr>
        <p:spPr>
          <a:xfrm>
            <a:off x="10370393" y="2986084"/>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Solution Adoption</a:t>
            </a:r>
          </a:p>
        </p:txBody>
      </p:sp>
      <p:sp>
        <p:nvSpPr>
          <p:cNvPr id="271" name="text_Client_ManagementPractice24_1-5Avg">
            <a:extLst>
              <a:ext uri="{FF2B5EF4-FFF2-40B4-BE49-F238E27FC236}">
                <a16:creationId xmlns:a16="http://schemas.microsoft.com/office/drawing/2014/main" id="{531A496A-048D-A835-C8E5-B61574F18386}"/>
              </a:ext>
            </a:extLst>
          </p:cNvPr>
          <p:cNvSpPr>
            <a:spLocks/>
          </p:cNvSpPr>
          <p:nvPr/>
        </p:nvSpPr>
        <p:spPr>
          <a:xfrm>
            <a:off x="9945951" y="2986084"/>
            <a:ext cx="424441" cy="508986"/>
          </a:xfrm>
          <a:prstGeom prst="rect">
            <a:avLst/>
          </a:prstGeom>
          <a:solidFill>
            <a:srgbClr val="E5546C"/>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chemeClr val="bg1"/>
                </a:solidFill>
                <a:effectLst/>
                <a:uLnTx/>
                <a:uFillTx/>
                <a:ea typeface="+mn-ea"/>
                <a:cs typeface="Tahoma" panose="020B0604030504040204" pitchFamily="34" charset="0"/>
              </a:rPr>
              <a:t>-20%</a:t>
            </a:r>
          </a:p>
        </p:txBody>
      </p:sp>
      <p:sp>
        <p:nvSpPr>
          <p:cNvPr id="206" name="Rectangle 205">
            <a:extLst>
              <a:ext uri="{FF2B5EF4-FFF2-40B4-BE49-F238E27FC236}">
                <a16:creationId xmlns:a16="http://schemas.microsoft.com/office/drawing/2014/main" id="{496BF63E-6C40-8DB4-2168-6F0E40C7D5D9}"/>
              </a:ext>
            </a:extLst>
          </p:cNvPr>
          <p:cNvSpPr>
            <a:spLocks/>
          </p:cNvSpPr>
          <p:nvPr/>
        </p:nvSpPr>
        <p:spPr>
          <a:xfrm>
            <a:off x="2857422" y="238760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Talent Planning</a:t>
            </a:r>
          </a:p>
        </p:txBody>
      </p:sp>
      <p:sp>
        <p:nvSpPr>
          <p:cNvPr id="264" name="Rectangle 263">
            <a:extLst>
              <a:ext uri="{FF2B5EF4-FFF2-40B4-BE49-F238E27FC236}">
                <a16:creationId xmlns:a16="http://schemas.microsoft.com/office/drawing/2014/main" id="{341CEDF2-1F0A-4A91-92C8-17DE14CDC814}"/>
              </a:ext>
            </a:extLst>
          </p:cNvPr>
          <p:cNvSpPr>
            <a:spLocks/>
          </p:cNvSpPr>
          <p:nvPr/>
        </p:nvSpPr>
        <p:spPr>
          <a:xfrm>
            <a:off x="4735665" y="420331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Human – AI model</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72" name="Rectangle 271">
            <a:extLst>
              <a:ext uri="{FF2B5EF4-FFF2-40B4-BE49-F238E27FC236}">
                <a16:creationId xmlns:a16="http://schemas.microsoft.com/office/drawing/2014/main" id="{DAC66738-5C5A-DE84-43C0-89E9546D0239}"/>
              </a:ext>
            </a:extLst>
          </p:cNvPr>
          <p:cNvSpPr>
            <a:spLocks/>
          </p:cNvSpPr>
          <p:nvPr/>
        </p:nvSpPr>
        <p:spPr>
          <a:xfrm>
            <a:off x="979179" y="238760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Bold, Long-Term Vision</a:t>
            </a:r>
          </a:p>
        </p:txBody>
      </p:sp>
      <p:sp>
        <p:nvSpPr>
          <p:cNvPr id="273" name="text_Client_ManagementPractice1_1-5Avg">
            <a:extLst>
              <a:ext uri="{FF2B5EF4-FFF2-40B4-BE49-F238E27FC236}">
                <a16:creationId xmlns:a16="http://schemas.microsoft.com/office/drawing/2014/main" id="{9C1B8836-D251-AEF9-EED1-8BEF9EB5392B}"/>
              </a:ext>
            </a:extLst>
          </p:cNvPr>
          <p:cNvSpPr>
            <a:spLocks/>
          </p:cNvSpPr>
          <p:nvPr/>
        </p:nvSpPr>
        <p:spPr>
          <a:xfrm>
            <a:off x="554737" y="3584561"/>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-9%</a:t>
            </a:r>
          </a:p>
        </p:txBody>
      </p:sp>
      <p:sp>
        <p:nvSpPr>
          <p:cNvPr id="275" name="text_Client_ManagementPractice7_1-5Avg">
            <a:extLst>
              <a:ext uri="{FF2B5EF4-FFF2-40B4-BE49-F238E27FC236}">
                <a16:creationId xmlns:a16="http://schemas.microsoft.com/office/drawing/2014/main" id="{8DB5A068-0FA5-1C2F-6A6B-BAC5C7416982}"/>
              </a:ext>
            </a:extLst>
          </p:cNvPr>
          <p:cNvSpPr>
            <a:spLocks/>
          </p:cNvSpPr>
          <p:nvPr/>
        </p:nvSpPr>
        <p:spPr>
          <a:xfrm>
            <a:off x="2432980" y="2387608"/>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-7%</a:t>
            </a:r>
          </a:p>
        </p:txBody>
      </p:sp>
      <p:sp>
        <p:nvSpPr>
          <p:cNvPr id="277" name="text_Client_ManagementPractice11_1-5Avg">
            <a:extLst>
              <a:ext uri="{FF2B5EF4-FFF2-40B4-BE49-F238E27FC236}">
                <a16:creationId xmlns:a16="http://schemas.microsoft.com/office/drawing/2014/main" id="{C36D2DDD-C045-8202-0390-0B96DB2A9E0E}"/>
              </a:ext>
            </a:extLst>
          </p:cNvPr>
          <p:cNvSpPr>
            <a:spLocks/>
          </p:cNvSpPr>
          <p:nvPr/>
        </p:nvSpPr>
        <p:spPr>
          <a:xfrm>
            <a:off x="4311223" y="4203318"/>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lvl="0">
              <a:buClr>
                <a:srgbClr val="000000"/>
              </a:buClr>
              <a:defRPr/>
            </a:pPr>
            <a:r>
              <a:rPr lang="en-AU" sz="900" b="1" dirty="0">
                <a:cs typeface="Tahoma" panose="020B0604030504040204" pitchFamily="34" charset="0"/>
              </a:rPr>
              <a:t>-14%</a:t>
            </a:r>
          </a:p>
        </p:txBody>
      </p:sp>
      <p:sp>
        <p:nvSpPr>
          <p:cNvPr id="252" name="Rectangle 251">
            <a:extLst>
              <a:ext uri="{FF2B5EF4-FFF2-40B4-BE49-F238E27FC236}">
                <a16:creationId xmlns:a16="http://schemas.microsoft.com/office/drawing/2014/main" id="{54C48328-EE7A-B8E8-2DEF-064BB746D64D}"/>
              </a:ext>
            </a:extLst>
          </p:cNvPr>
          <p:cNvSpPr>
            <a:spLocks/>
          </p:cNvSpPr>
          <p:nvPr/>
        </p:nvSpPr>
        <p:spPr>
          <a:xfrm>
            <a:off x="8492151" y="238760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Data Strategy</a:t>
            </a:r>
          </a:p>
        </p:txBody>
      </p:sp>
      <p:sp>
        <p:nvSpPr>
          <p:cNvPr id="279" name="text_Client_ManagementPractice19_1-5Avg">
            <a:extLst>
              <a:ext uri="{FF2B5EF4-FFF2-40B4-BE49-F238E27FC236}">
                <a16:creationId xmlns:a16="http://schemas.microsoft.com/office/drawing/2014/main" id="{4F7F1134-55FC-1CEF-6E8A-D43A21DF5553}"/>
              </a:ext>
            </a:extLst>
          </p:cNvPr>
          <p:cNvSpPr>
            <a:spLocks/>
          </p:cNvSpPr>
          <p:nvPr/>
        </p:nvSpPr>
        <p:spPr>
          <a:xfrm>
            <a:off x="8067709" y="2387608"/>
            <a:ext cx="424441" cy="508986"/>
          </a:xfrm>
          <a:prstGeom prst="rect">
            <a:avLst/>
          </a:prstGeom>
          <a:solidFill>
            <a:srgbClr val="A0D37E"/>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3%</a:t>
            </a:r>
          </a:p>
        </p:txBody>
      </p:sp>
      <p:sp>
        <p:nvSpPr>
          <p:cNvPr id="255" name="Rectangle 254">
            <a:extLst>
              <a:ext uri="{FF2B5EF4-FFF2-40B4-BE49-F238E27FC236}">
                <a16:creationId xmlns:a16="http://schemas.microsoft.com/office/drawing/2014/main" id="{212D49D4-5AA7-5CC9-270B-27B39120C60F}"/>
              </a:ext>
            </a:extLst>
          </p:cNvPr>
          <p:cNvSpPr>
            <a:spLocks/>
          </p:cNvSpPr>
          <p:nvPr/>
        </p:nvSpPr>
        <p:spPr>
          <a:xfrm>
            <a:off x="6613908" y="238760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Platform Architecture</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81" name="text_Client_ManagementPractice15_1-5Avg">
            <a:extLst>
              <a:ext uri="{FF2B5EF4-FFF2-40B4-BE49-F238E27FC236}">
                <a16:creationId xmlns:a16="http://schemas.microsoft.com/office/drawing/2014/main" id="{1F6C20BD-05C7-993A-E875-B7D52E4E0F59}"/>
              </a:ext>
            </a:extLst>
          </p:cNvPr>
          <p:cNvSpPr>
            <a:spLocks/>
          </p:cNvSpPr>
          <p:nvPr/>
        </p:nvSpPr>
        <p:spPr>
          <a:xfrm>
            <a:off x="6189466" y="2387608"/>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AU" sz="900" b="1">
                <a:cs typeface="Tahoma" panose="020B0604030504040204" pitchFamily="34" charset="0"/>
              </a:rPr>
              <a:t>-9</a:t>
            </a:r>
            <a:r>
              <a:rPr kumimoji="0" lang="en-AU" sz="900" b="1" i="0" u="none" strike="noStrike" kern="1200" cap="none" spc="0" normalizeH="0" baseline="0" noProof="0">
                <a:ln>
                  <a:noFill/>
                </a:ln>
                <a:effectLst/>
                <a:uLnTx/>
                <a:uFillTx/>
                <a:ea typeface="+mn-ea"/>
                <a:cs typeface="Tahoma" panose="020B0604030504040204" pitchFamily="34" charset="0"/>
              </a:rPr>
              <a:t>%</a:t>
            </a:r>
          </a:p>
        </p:txBody>
      </p:sp>
      <p:sp>
        <p:nvSpPr>
          <p:cNvPr id="282" name="Rectangle 281">
            <a:extLst>
              <a:ext uri="{FF2B5EF4-FFF2-40B4-BE49-F238E27FC236}">
                <a16:creationId xmlns:a16="http://schemas.microsoft.com/office/drawing/2014/main" id="{82F1F009-B1DD-F220-17C3-A3F99D17E155}"/>
              </a:ext>
            </a:extLst>
          </p:cNvPr>
          <p:cNvSpPr>
            <a:spLocks/>
          </p:cNvSpPr>
          <p:nvPr/>
        </p:nvSpPr>
        <p:spPr>
          <a:xfrm>
            <a:off x="10370393" y="238760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Scaling Approach</a:t>
            </a:r>
          </a:p>
        </p:txBody>
      </p:sp>
      <p:sp>
        <p:nvSpPr>
          <p:cNvPr id="283" name="text_Client_ManagementPractice23_1-5Avg">
            <a:extLst>
              <a:ext uri="{FF2B5EF4-FFF2-40B4-BE49-F238E27FC236}">
                <a16:creationId xmlns:a16="http://schemas.microsoft.com/office/drawing/2014/main" id="{67FFB10C-3903-F012-3A82-2816ADF84D46}"/>
              </a:ext>
            </a:extLst>
          </p:cNvPr>
          <p:cNvSpPr>
            <a:spLocks/>
          </p:cNvSpPr>
          <p:nvPr/>
        </p:nvSpPr>
        <p:spPr>
          <a:xfrm>
            <a:off x="9945951" y="2387608"/>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a:buClr>
                <a:srgbClr val="000000"/>
              </a:buClr>
            </a:pPr>
            <a:r>
              <a:rPr lang="en-AU" sz="900" b="1">
                <a:solidFill>
                  <a:srgbClr val="111918"/>
                </a:solidFill>
                <a:cs typeface="Tahoma" panose="020B0604030504040204" pitchFamily="34" charset="0"/>
              </a:rPr>
              <a:t>-18%</a:t>
            </a:r>
          </a:p>
        </p:txBody>
      </p:sp>
      <p:sp>
        <p:nvSpPr>
          <p:cNvPr id="260" name="Rectangle 259">
            <a:extLst>
              <a:ext uri="{FF2B5EF4-FFF2-40B4-BE49-F238E27FC236}">
                <a16:creationId xmlns:a16="http://schemas.microsoft.com/office/drawing/2014/main" id="{8083C0DF-D591-2D6D-AA31-E42D88853B7D}"/>
              </a:ext>
            </a:extLst>
          </p:cNvPr>
          <p:cNvSpPr>
            <a:spLocks/>
          </p:cNvSpPr>
          <p:nvPr/>
        </p:nvSpPr>
        <p:spPr>
          <a:xfrm>
            <a:off x="979179" y="418303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Ecosystem, Platform and Partnerships</a:t>
            </a:r>
          </a:p>
        </p:txBody>
      </p:sp>
      <p:sp>
        <p:nvSpPr>
          <p:cNvPr id="274" name="Rectangle 273">
            <a:extLst>
              <a:ext uri="{FF2B5EF4-FFF2-40B4-BE49-F238E27FC236}">
                <a16:creationId xmlns:a16="http://schemas.microsoft.com/office/drawing/2014/main" id="{0B4D79CE-EBC8-26FC-98B8-06E8ED246299}"/>
              </a:ext>
            </a:extLst>
          </p:cNvPr>
          <p:cNvSpPr>
            <a:spLocks/>
          </p:cNvSpPr>
          <p:nvPr/>
        </p:nvSpPr>
        <p:spPr>
          <a:xfrm>
            <a:off x="2857422" y="418303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Talent  Management</a:t>
            </a:r>
            <a:endPar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endParaRPr>
          </a:p>
        </p:txBody>
      </p:sp>
      <p:sp>
        <p:nvSpPr>
          <p:cNvPr id="276" name="Rectangle 275">
            <a:extLst>
              <a:ext uri="{FF2B5EF4-FFF2-40B4-BE49-F238E27FC236}">
                <a16:creationId xmlns:a16="http://schemas.microsoft.com/office/drawing/2014/main" id="{796F9997-6537-0FF8-7797-F8B16B4CB913}"/>
              </a:ext>
            </a:extLst>
          </p:cNvPr>
          <p:cNvSpPr>
            <a:spLocks/>
          </p:cNvSpPr>
          <p:nvPr/>
        </p:nvSpPr>
        <p:spPr>
          <a:xfrm>
            <a:off x="4735665" y="3603082"/>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Funding and Governance</a:t>
            </a:r>
            <a:endPar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endParaRPr>
          </a:p>
        </p:txBody>
      </p:sp>
      <p:sp>
        <p:nvSpPr>
          <p:cNvPr id="285" name="text_Client_ManagementPractice4_1-5Avg">
            <a:extLst>
              <a:ext uri="{FF2B5EF4-FFF2-40B4-BE49-F238E27FC236}">
                <a16:creationId xmlns:a16="http://schemas.microsoft.com/office/drawing/2014/main" id="{96F13269-CC10-FB94-963E-C34AE4EC34B6}"/>
              </a:ext>
            </a:extLst>
          </p:cNvPr>
          <p:cNvSpPr>
            <a:spLocks/>
          </p:cNvSpPr>
          <p:nvPr/>
        </p:nvSpPr>
        <p:spPr>
          <a:xfrm>
            <a:off x="554737" y="4183038"/>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rgbClr val="111918"/>
                </a:solidFill>
                <a:effectLst/>
                <a:uLnTx/>
                <a:uFillTx/>
                <a:ea typeface="+mn-ea"/>
                <a:cs typeface="Tahoma" panose="020B0604030504040204" pitchFamily="34" charset="0"/>
              </a:rPr>
              <a:t>-8%</a:t>
            </a:r>
          </a:p>
        </p:txBody>
      </p:sp>
      <p:sp>
        <p:nvSpPr>
          <p:cNvPr id="287" name="text_Client_ManagementPractice10_1-5Avg">
            <a:extLst>
              <a:ext uri="{FF2B5EF4-FFF2-40B4-BE49-F238E27FC236}">
                <a16:creationId xmlns:a16="http://schemas.microsoft.com/office/drawing/2014/main" id="{643562A6-D24D-E61E-DA3D-346DA185B5C4}"/>
              </a:ext>
            </a:extLst>
          </p:cNvPr>
          <p:cNvSpPr>
            <a:spLocks/>
          </p:cNvSpPr>
          <p:nvPr/>
        </p:nvSpPr>
        <p:spPr>
          <a:xfrm>
            <a:off x="2432980" y="4183038"/>
            <a:ext cx="424441" cy="508986"/>
          </a:xfrm>
          <a:prstGeom prst="rect">
            <a:avLst/>
          </a:prstGeom>
          <a:solidFill>
            <a:srgbClr val="E5546C"/>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chemeClr val="bg1"/>
                </a:solidFill>
                <a:effectLst/>
                <a:uLnTx/>
                <a:uFillTx/>
                <a:ea typeface="+mn-ea"/>
                <a:cs typeface="Tahoma" panose="020B0604030504040204" pitchFamily="34" charset="0"/>
              </a:rPr>
              <a:t>-27%</a:t>
            </a:r>
          </a:p>
        </p:txBody>
      </p:sp>
      <p:sp>
        <p:nvSpPr>
          <p:cNvPr id="289" name="text_Client_ManagementPractice14_1-5Avg">
            <a:extLst>
              <a:ext uri="{FF2B5EF4-FFF2-40B4-BE49-F238E27FC236}">
                <a16:creationId xmlns:a16="http://schemas.microsoft.com/office/drawing/2014/main" id="{377629E6-69BD-6AD7-4A93-5038253D0C9B}"/>
              </a:ext>
            </a:extLst>
          </p:cNvPr>
          <p:cNvSpPr>
            <a:spLocks/>
          </p:cNvSpPr>
          <p:nvPr/>
        </p:nvSpPr>
        <p:spPr>
          <a:xfrm>
            <a:off x="4311223" y="3603082"/>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-6%</a:t>
            </a:r>
          </a:p>
        </p:txBody>
      </p:sp>
      <p:sp>
        <p:nvSpPr>
          <p:cNvPr id="278" name="Rectangle 277">
            <a:extLst>
              <a:ext uri="{FF2B5EF4-FFF2-40B4-BE49-F238E27FC236}">
                <a16:creationId xmlns:a16="http://schemas.microsoft.com/office/drawing/2014/main" id="{3DAADCA4-052A-041F-5282-2921F81EB73E}"/>
              </a:ext>
            </a:extLst>
          </p:cNvPr>
          <p:cNvSpPr>
            <a:spLocks/>
          </p:cNvSpPr>
          <p:nvPr/>
        </p:nvSpPr>
        <p:spPr>
          <a:xfrm>
            <a:off x="8492151" y="418303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Data Operating Model</a:t>
            </a:r>
          </a:p>
        </p:txBody>
      </p:sp>
      <p:sp>
        <p:nvSpPr>
          <p:cNvPr id="291" name="text_Client_ManagementPractice22_1-5Avg">
            <a:extLst>
              <a:ext uri="{FF2B5EF4-FFF2-40B4-BE49-F238E27FC236}">
                <a16:creationId xmlns:a16="http://schemas.microsoft.com/office/drawing/2014/main" id="{E96F6AA0-67A3-8966-0A00-BCDF93BE4C9B}"/>
              </a:ext>
            </a:extLst>
          </p:cNvPr>
          <p:cNvSpPr>
            <a:spLocks/>
          </p:cNvSpPr>
          <p:nvPr/>
        </p:nvSpPr>
        <p:spPr>
          <a:xfrm>
            <a:off x="8067709" y="4183038"/>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-2%</a:t>
            </a:r>
          </a:p>
        </p:txBody>
      </p:sp>
      <p:sp>
        <p:nvSpPr>
          <p:cNvPr id="280" name="Rectangle 279">
            <a:extLst>
              <a:ext uri="{FF2B5EF4-FFF2-40B4-BE49-F238E27FC236}">
                <a16:creationId xmlns:a16="http://schemas.microsoft.com/office/drawing/2014/main" id="{73B2B88C-A67E-82C9-D33E-3B22581D626D}"/>
              </a:ext>
            </a:extLst>
          </p:cNvPr>
          <p:cNvSpPr>
            <a:spLocks/>
          </p:cNvSpPr>
          <p:nvPr/>
        </p:nvSpPr>
        <p:spPr>
          <a:xfrm>
            <a:off x="6613908" y="418303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AI Enabled SDLC</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3" name="text_Client_ManagementPractice18_1-5Avg">
            <a:extLst>
              <a:ext uri="{FF2B5EF4-FFF2-40B4-BE49-F238E27FC236}">
                <a16:creationId xmlns:a16="http://schemas.microsoft.com/office/drawing/2014/main" id="{834ABADB-A5A4-6E93-3A66-86F213FD638D}"/>
              </a:ext>
            </a:extLst>
          </p:cNvPr>
          <p:cNvSpPr>
            <a:spLocks/>
          </p:cNvSpPr>
          <p:nvPr/>
        </p:nvSpPr>
        <p:spPr>
          <a:xfrm>
            <a:off x="6189466" y="4183038"/>
            <a:ext cx="424441" cy="508986"/>
          </a:xfrm>
          <a:prstGeom prst="rect">
            <a:avLst/>
          </a:prstGeom>
          <a:solidFill>
            <a:schemeClr val="bg1">
              <a:lumMod val="85000"/>
            </a:schemeClr>
          </a:solidFill>
          <a:ln w="6350">
            <a:solidFill>
              <a:schemeClr val="accent1"/>
            </a:solidFill>
          </a:ln>
        </p:spPr>
        <p:txBody>
          <a:bodyPr vert="horz" wrap="square" lIns="38100" tIns="38100" rIns="38100" bIns="38100" numCol="1" anchor="ctr" anchorCtr="1" compatLnSpc="1">
            <a:prstTxWarp prst="textNoShape">
              <a:avLst/>
            </a:prstTxWarp>
            <a:noAutofit/>
          </a:bodyPr>
          <a:lstStyle/>
          <a:p>
            <a:pPr lvl="0">
              <a:buClr>
                <a:srgbClr val="000000"/>
              </a:buClr>
              <a:defRPr/>
            </a:pPr>
            <a:r>
              <a:rPr lang="en-AU" sz="900" b="1">
                <a:cs typeface="Tahoma" panose="020B0604030504040204" pitchFamily="34" charset="0"/>
              </a:rPr>
              <a:t>NA</a:t>
            </a:r>
          </a:p>
        </p:txBody>
      </p:sp>
      <p:sp>
        <p:nvSpPr>
          <p:cNvPr id="294" name="Rectangle 293">
            <a:extLst>
              <a:ext uri="{FF2B5EF4-FFF2-40B4-BE49-F238E27FC236}">
                <a16:creationId xmlns:a16="http://schemas.microsoft.com/office/drawing/2014/main" id="{3DDF4D00-A11B-1ECB-BBB0-BA38926BAD02}"/>
              </a:ext>
            </a:extLst>
          </p:cNvPr>
          <p:cNvSpPr>
            <a:spLocks/>
          </p:cNvSpPr>
          <p:nvPr/>
        </p:nvSpPr>
        <p:spPr>
          <a:xfrm>
            <a:off x="10370393" y="4183038"/>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Impact Measurement</a:t>
            </a:r>
          </a:p>
        </p:txBody>
      </p:sp>
      <p:sp>
        <p:nvSpPr>
          <p:cNvPr id="295" name="text_Client_ManagementPractice26_1-5Avg">
            <a:extLst>
              <a:ext uri="{FF2B5EF4-FFF2-40B4-BE49-F238E27FC236}">
                <a16:creationId xmlns:a16="http://schemas.microsoft.com/office/drawing/2014/main" id="{AF902077-65B9-4130-E10B-5B7B8D0A7FC3}"/>
              </a:ext>
            </a:extLst>
          </p:cNvPr>
          <p:cNvSpPr>
            <a:spLocks/>
          </p:cNvSpPr>
          <p:nvPr/>
        </p:nvSpPr>
        <p:spPr>
          <a:xfrm>
            <a:off x="9945951" y="4183038"/>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-8%</a:t>
            </a:r>
          </a:p>
        </p:txBody>
      </p:sp>
      <p:sp>
        <p:nvSpPr>
          <p:cNvPr id="150" name="text_Client_ManagementPractice3_1-5Avg">
            <a:extLst>
              <a:ext uri="{FF2B5EF4-FFF2-40B4-BE49-F238E27FC236}">
                <a16:creationId xmlns:a16="http://schemas.microsoft.com/office/drawing/2014/main" id="{640CE686-871B-05B4-127A-93151DA29F05}"/>
              </a:ext>
            </a:extLst>
          </p:cNvPr>
          <p:cNvSpPr>
            <a:spLocks/>
          </p:cNvSpPr>
          <p:nvPr/>
        </p:nvSpPr>
        <p:spPr>
          <a:xfrm>
            <a:off x="554737" y="2387608"/>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AU" sz="900" b="1">
                <a:solidFill>
                  <a:srgbClr val="111918"/>
                </a:solidFill>
                <a:cs typeface="Tahoma" panose="020B0604030504040204" pitchFamily="34" charset="0"/>
              </a:rPr>
              <a:t>-16%</a:t>
            </a:r>
            <a:endParaRPr kumimoji="0" lang="en-AU" sz="900" b="1"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4" name="text_Client_ManagementPractice9_1-5Avg">
            <a:extLst>
              <a:ext uri="{FF2B5EF4-FFF2-40B4-BE49-F238E27FC236}">
                <a16:creationId xmlns:a16="http://schemas.microsoft.com/office/drawing/2014/main" id="{A5C02180-1E75-D2A3-5971-0EE3C88BB740}"/>
              </a:ext>
            </a:extLst>
          </p:cNvPr>
          <p:cNvSpPr>
            <a:spLocks/>
          </p:cNvSpPr>
          <p:nvPr/>
        </p:nvSpPr>
        <p:spPr>
          <a:xfrm>
            <a:off x="2432980" y="3584561"/>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-4%</a:t>
            </a:r>
          </a:p>
        </p:txBody>
      </p:sp>
      <p:sp>
        <p:nvSpPr>
          <p:cNvPr id="245" name="text_Client_ManagementPractice13_1-5Avg">
            <a:extLst>
              <a:ext uri="{FF2B5EF4-FFF2-40B4-BE49-F238E27FC236}">
                <a16:creationId xmlns:a16="http://schemas.microsoft.com/office/drawing/2014/main" id="{325D4048-FFC2-D64D-348F-64A61734B668}"/>
              </a:ext>
            </a:extLst>
          </p:cNvPr>
          <p:cNvSpPr>
            <a:spLocks/>
          </p:cNvSpPr>
          <p:nvPr/>
        </p:nvSpPr>
        <p:spPr>
          <a:xfrm>
            <a:off x="4311223" y="3004605"/>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rgbClr val="111918"/>
                </a:solidFill>
                <a:effectLst/>
                <a:uLnTx/>
                <a:uFillTx/>
                <a:ea typeface="+mn-ea"/>
                <a:cs typeface="Tahoma" panose="020B0604030504040204" pitchFamily="34" charset="0"/>
              </a:rPr>
              <a:t>-16%</a:t>
            </a:r>
          </a:p>
        </p:txBody>
      </p:sp>
      <p:sp>
        <p:nvSpPr>
          <p:cNvPr id="258" name="Rectangle 257">
            <a:extLst>
              <a:ext uri="{FF2B5EF4-FFF2-40B4-BE49-F238E27FC236}">
                <a16:creationId xmlns:a16="http://schemas.microsoft.com/office/drawing/2014/main" id="{09B2EBDD-18C6-ECE6-D9E6-B60844CAEFD1}"/>
              </a:ext>
            </a:extLst>
          </p:cNvPr>
          <p:cNvSpPr>
            <a:spLocks/>
          </p:cNvSpPr>
          <p:nvPr/>
        </p:nvSpPr>
        <p:spPr>
          <a:xfrm>
            <a:off x="10370393" y="3584561"/>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Change Management</a:t>
            </a:r>
          </a:p>
        </p:txBody>
      </p:sp>
      <p:sp>
        <p:nvSpPr>
          <p:cNvPr id="259" name="text_Client_ManagementPractice25_1-5Avg">
            <a:extLst>
              <a:ext uri="{FF2B5EF4-FFF2-40B4-BE49-F238E27FC236}">
                <a16:creationId xmlns:a16="http://schemas.microsoft.com/office/drawing/2014/main" id="{DABFF4A8-9EDD-9C38-2D1C-DFDEDAEFE3C0}"/>
              </a:ext>
            </a:extLst>
          </p:cNvPr>
          <p:cNvSpPr>
            <a:spLocks/>
          </p:cNvSpPr>
          <p:nvPr/>
        </p:nvSpPr>
        <p:spPr>
          <a:xfrm>
            <a:off x="9945951" y="3584561"/>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rgbClr val="111918"/>
                </a:solidFill>
                <a:effectLst/>
                <a:uLnTx/>
                <a:uFillTx/>
                <a:ea typeface="+mn-ea"/>
                <a:cs typeface="Tahoma" panose="020B0604030504040204" pitchFamily="34" charset="0"/>
              </a:rPr>
              <a:t>-16%</a:t>
            </a:r>
          </a:p>
        </p:txBody>
      </p:sp>
      <p:sp>
        <p:nvSpPr>
          <p:cNvPr id="286" name="Rectangle 285">
            <a:extLst>
              <a:ext uri="{FF2B5EF4-FFF2-40B4-BE49-F238E27FC236}">
                <a16:creationId xmlns:a16="http://schemas.microsoft.com/office/drawing/2014/main" id="{AF1A3540-0648-FD2C-95CF-61FA1FCA26F6}"/>
              </a:ext>
            </a:extLst>
          </p:cNvPr>
          <p:cNvSpPr>
            <a:spLocks/>
          </p:cNvSpPr>
          <p:nvPr/>
        </p:nvSpPr>
        <p:spPr>
          <a:xfrm>
            <a:off x="2857422" y="3584561"/>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Talent Development</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88" name="Rectangle 287">
            <a:extLst>
              <a:ext uri="{FF2B5EF4-FFF2-40B4-BE49-F238E27FC236}">
                <a16:creationId xmlns:a16="http://schemas.microsoft.com/office/drawing/2014/main" id="{2C7E97FD-CF5A-7361-73AB-8A6E0F1C0245}"/>
              </a:ext>
            </a:extLst>
          </p:cNvPr>
          <p:cNvSpPr>
            <a:spLocks/>
          </p:cNvSpPr>
          <p:nvPr/>
        </p:nvSpPr>
        <p:spPr>
          <a:xfrm>
            <a:off x="4735665" y="3004605"/>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Ways of Working</a:t>
            </a:r>
          </a:p>
        </p:txBody>
      </p:sp>
      <p:sp>
        <p:nvSpPr>
          <p:cNvPr id="254" name="text_Client_ManagementPractice21_1-5Avg">
            <a:extLst>
              <a:ext uri="{FF2B5EF4-FFF2-40B4-BE49-F238E27FC236}">
                <a16:creationId xmlns:a16="http://schemas.microsoft.com/office/drawing/2014/main" id="{4B5406F8-328B-10D6-0E50-E6F5559218B0}"/>
              </a:ext>
            </a:extLst>
          </p:cNvPr>
          <p:cNvSpPr>
            <a:spLocks/>
          </p:cNvSpPr>
          <p:nvPr/>
        </p:nvSpPr>
        <p:spPr>
          <a:xfrm>
            <a:off x="8067709" y="3584561"/>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effectLst/>
                <a:uLnTx/>
                <a:uFillTx/>
                <a:ea typeface="+mn-ea"/>
                <a:cs typeface="Tahoma" panose="020B0604030504040204" pitchFamily="34" charset="0"/>
              </a:rPr>
              <a:t>-5%</a:t>
            </a:r>
          </a:p>
        </p:txBody>
      </p:sp>
      <p:sp>
        <p:nvSpPr>
          <p:cNvPr id="290" name="Rectangle 289">
            <a:extLst>
              <a:ext uri="{FF2B5EF4-FFF2-40B4-BE49-F238E27FC236}">
                <a16:creationId xmlns:a16="http://schemas.microsoft.com/office/drawing/2014/main" id="{D012941F-0ECC-F729-8A9A-20B5AC2468D7}"/>
              </a:ext>
            </a:extLst>
          </p:cNvPr>
          <p:cNvSpPr>
            <a:spLocks/>
          </p:cNvSpPr>
          <p:nvPr/>
        </p:nvSpPr>
        <p:spPr>
          <a:xfrm>
            <a:off x="8492151" y="3584561"/>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Data Products</a:t>
            </a:r>
          </a:p>
        </p:txBody>
      </p:sp>
      <p:sp>
        <p:nvSpPr>
          <p:cNvPr id="257" name="text_Client_ManagementPractice17_1-5Avg">
            <a:extLst>
              <a:ext uri="{FF2B5EF4-FFF2-40B4-BE49-F238E27FC236}">
                <a16:creationId xmlns:a16="http://schemas.microsoft.com/office/drawing/2014/main" id="{EE25BD0B-B643-11F5-7107-941330984FF0}"/>
              </a:ext>
            </a:extLst>
          </p:cNvPr>
          <p:cNvSpPr>
            <a:spLocks/>
          </p:cNvSpPr>
          <p:nvPr/>
        </p:nvSpPr>
        <p:spPr>
          <a:xfrm>
            <a:off x="6189466" y="3584561"/>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lvl="0">
              <a:buClr>
                <a:srgbClr val="000000"/>
              </a:buClr>
              <a:defRPr/>
            </a:pPr>
            <a:r>
              <a:rPr lang="en-AU" sz="900" b="1">
                <a:cs typeface="Tahoma" panose="020B0604030504040204" pitchFamily="34" charset="0"/>
              </a:rPr>
              <a:t>-16%</a:t>
            </a:r>
          </a:p>
        </p:txBody>
      </p:sp>
      <p:sp>
        <p:nvSpPr>
          <p:cNvPr id="292" name="Rectangle 291">
            <a:extLst>
              <a:ext uri="{FF2B5EF4-FFF2-40B4-BE49-F238E27FC236}">
                <a16:creationId xmlns:a16="http://schemas.microsoft.com/office/drawing/2014/main" id="{8EF9238C-9896-5FC1-26AF-6621DDA7DD3E}"/>
              </a:ext>
            </a:extLst>
          </p:cNvPr>
          <p:cNvSpPr>
            <a:spLocks/>
          </p:cNvSpPr>
          <p:nvPr/>
        </p:nvSpPr>
        <p:spPr>
          <a:xfrm>
            <a:off x="6613908" y="3584561"/>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IN" sz="1000" b="0" i="0" u="none" strike="noStrike" kern="1200" cap="none" spc="0" normalizeH="0" baseline="0" noProof="0" err="1">
                <a:ln>
                  <a:noFill/>
                </a:ln>
                <a:solidFill>
                  <a:srgbClr val="111918"/>
                </a:solidFill>
                <a:effectLst/>
                <a:uLnTx/>
                <a:uFillTx/>
                <a:ea typeface="+mn-ea"/>
                <a:cs typeface="Tahoma" panose="020B0604030504040204" pitchFamily="34" charset="0"/>
              </a:rPr>
              <a:t>MLOps</a:t>
            </a:r>
            <a:r>
              <a:rPr kumimoji="0" lang="en-IN" sz="1000" b="0" i="0" u="none" strike="noStrike" kern="1200" cap="none" spc="0" normalizeH="0" baseline="0" noProof="0">
                <a:ln>
                  <a:noFill/>
                </a:ln>
                <a:solidFill>
                  <a:srgbClr val="111918"/>
                </a:solidFill>
                <a:effectLst/>
                <a:uLnTx/>
                <a:uFillTx/>
                <a:ea typeface="+mn-ea"/>
                <a:cs typeface="Tahoma" panose="020B0604030504040204" pitchFamily="34" charset="0"/>
              </a:rPr>
              <a:t>/ </a:t>
            </a:r>
            <a:r>
              <a:rPr kumimoji="0" lang="en-IN" sz="1000" b="0" i="0" u="none" strike="noStrike" kern="1200" cap="none" spc="0" normalizeH="0" baseline="0" noProof="0" err="1">
                <a:ln>
                  <a:noFill/>
                </a:ln>
                <a:solidFill>
                  <a:srgbClr val="111918"/>
                </a:solidFill>
                <a:effectLst/>
                <a:uLnTx/>
                <a:uFillTx/>
                <a:ea typeface="+mn-ea"/>
                <a:cs typeface="Tahoma" panose="020B0604030504040204" pitchFamily="34" charset="0"/>
              </a:rPr>
              <a:t>LLMOps</a:t>
            </a:r>
            <a:endPar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6" name="Rectangle 295">
            <a:extLst>
              <a:ext uri="{FF2B5EF4-FFF2-40B4-BE49-F238E27FC236}">
                <a16:creationId xmlns:a16="http://schemas.microsoft.com/office/drawing/2014/main" id="{6946022D-CD58-5376-B189-E0F5E57CA7FD}"/>
              </a:ext>
            </a:extLst>
          </p:cNvPr>
          <p:cNvSpPr>
            <a:spLocks/>
          </p:cNvSpPr>
          <p:nvPr/>
        </p:nvSpPr>
        <p:spPr>
          <a:xfrm>
            <a:off x="979179" y="3584561"/>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Executive Alignment</a:t>
            </a:r>
          </a:p>
        </p:txBody>
      </p:sp>
      <p:sp>
        <p:nvSpPr>
          <p:cNvPr id="284" name="Rectangle 283">
            <a:extLst>
              <a:ext uri="{FF2B5EF4-FFF2-40B4-BE49-F238E27FC236}">
                <a16:creationId xmlns:a16="http://schemas.microsoft.com/office/drawing/2014/main" id="{924336B3-8E73-4BC6-2557-AA80BB39364A}"/>
              </a:ext>
            </a:extLst>
          </p:cNvPr>
          <p:cNvSpPr>
            <a:spLocks/>
          </p:cNvSpPr>
          <p:nvPr/>
        </p:nvSpPr>
        <p:spPr>
          <a:xfrm>
            <a:off x="979179" y="4781513"/>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Business Case</a:t>
            </a:r>
          </a:p>
        </p:txBody>
      </p:sp>
      <p:sp>
        <p:nvSpPr>
          <p:cNvPr id="297" name="text_Client_ManagementPractice5_1-5Avg">
            <a:extLst>
              <a:ext uri="{FF2B5EF4-FFF2-40B4-BE49-F238E27FC236}">
                <a16:creationId xmlns:a16="http://schemas.microsoft.com/office/drawing/2014/main" id="{F312E355-77AC-8232-D9DB-70B3C8B28624}"/>
              </a:ext>
            </a:extLst>
          </p:cNvPr>
          <p:cNvSpPr>
            <a:spLocks/>
          </p:cNvSpPr>
          <p:nvPr/>
        </p:nvSpPr>
        <p:spPr>
          <a:xfrm>
            <a:off x="554737" y="4781513"/>
            <a:ext cx="424441" cy="508986"/>
          </a:xfrm>
          <a:prstGeom prst="rect">
            <a:avLst/>
          </a:prstGeom>
          <a:solidFill>
            <a:srgbClr val="EFE683"/>
          </a:solidFill>
          <a:ln w="6350">
            <a:solidFill>
              <a:schemeClr val="accent1"/>
            </a:solidFill>
          </a:ln>
        </p:spPr>
        <p:txBody>
          <a:bodyPr vert="horz" wrap="square" lIns="38100" tIns="38100" rIns="38100" bIns="38100" numCol="1" anchor="ctr" anchorCtr="1" compatLnSpc="1">
            <a:prstTxWarp prst="textNoShape">
              <a:avLst/>
            </a:prstTxWarp>
            <a:noAutofit/>
          </a:bodyPr>
          <a:lstStyle/>
          <a:p>
            <a:pPr>
              <a:buClr>
                <a:srgbClr val="000000"/>
              </a:buClr>
            </a:pPr>
            <a:r>
              <a:rPr lang="en-AU" sz="900" b="1">
                <a:solidFill>
                  <a:srgbClr val="111918"/>
                </a:solidFill>
                <a:cs typeface="Tahoma" panose="020B0604030504040204" pitchFamily="34" charset="0"/>
              </a:rPr>
              <a:t>-12%</a:t>
            </a:r>
          </a:p>
        </p:txBody>
      </p:sp>
      <p:sp>
        <p:nvSpPr>
          <p:cNvPr id="26" name="Rectangle 25">
            <a:extLst>
              <a:ext uri="{FF2B5EF4-FFF2-40B4-BE49-F238E27FC236}">
                <a16:creationId xmlns:a16="http://schemas.microsoft.com/office/drawing/2014/main" id="{D4F4718C-5995-D63E-D8A4-102DF18B7B90}"/>
              </a:ext>
            </a:extLst>
          </p:cNvPr>
          <p:cNvSpPr>
            <a:spLocks/>
          </p:cNvSpPr>
          <p:nvPr/>
        </p:nvSpPr>
        <p:spPr>
          <a:xfrm>
            <a:off x="8492151" y="4781513"/>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buClr>
                <a:srgbClr val="000000"/>
              </a:buClr>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Data Security</a:t>
            </a:r>
            <a:r>
              <a:rPr lang="en-US" sz="1000" baseline="30000">
                <a:solidFill>
                  <a:srgbClr val="111918"/>
                </a:solidFill>
                <a:cs typeface="Tahoma" panose="020B0604030504040204" pitchFamily="34" charset="0"/>
              </a:rPr>
              <a:t>3</a:t>
            </a:r>
            <a:endPar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7" name="text_Client_ManagementPractice22_1-5Avg">
            <a:extLst>
              <a:ext uri="{FF2B5EF4-FFF2-40B4-BE49-F238E27FC236}">
                <a16:creationId xmlns:a16="http://schemas.microsoft.com/office/drawing/2014/main" id="{CC061B85-59D4-FC3E-FE68-7DB12A2FB885}"/>
              </a:ext>
            </a:extLst>
          </p:cNvPr>
          <p:cNvSpPr>
            <a:spLocks/>
          </p:cNvSpPr>
          <p:nvPr/>
        </p:nvSpPr>
        <p:spPr>
          <a:xfrm>
            <a:off x="8067709" y="4781513"/>
            <a:ext cx="424441" cy="508986"/>
          </a:xfrm>
          <a:prstGeom prst="rect">
            <a:avLst/>
          </a:prstGeom>
          <a:solidFill>
            <a:schemeClr val="bg1">
              <a:lumMod val="85000"/>
            </a:schemeClr>
          </a:solidFill>
          <a:ln w="6350">
            <a:solidFill>
              <a:schemeClr val="accent1"/>
            </a:solidFill>
          </a:ln>
        </p:spPr>
        <p:txBody>
          <a:bodyPr vert="horz" wrap="square" lIns="38100" tIns="38100" rIns="38100" bIns="38100" numCol="1" anchor="ctr" anchorCtr="1" compatLnSpc="1">
            <a:prstTxWarp prst="textNoShape">
              <a:avLst/>
            </a:prstTxWarp>
            <a:noAutofit/>
          </a:bodyPr>
          <a:lstStyle/>
          <a:p>
            <a:pPr lvl="0">
              <a:buClr>
                <a:srgbClr val="000000"/>
              </a:buClr>
              <a:defRPr/>
            </a:pPr>
            <a:r>
              <a:rPr lang="en-AU" sz="900" b="1">
                <a:cs typeface="Tahoma" panose="020B0604030504040204" pitchFamily="34" charset="0"/>
              </a:rPr>
              <a:t>NA</a:t>
            </a:r>
          </a:p>
        </p:txBody>
      </p:sp>
      <p:sp>
        <p:nvSpPr>
          <p:cNvPr id="17" name="Rectangle 16">
            <a:extLst>
              <a:ext uri="{FF2B5EF4-FFF2-40B4-BE49-F238E27FC236}">
                <a16:creationId xmlns:a16="http://schemas.microsoft.com/office/drawing/2014/main" id="{1A40AE6A-D94C-550E-473E-2BBD8E4A6854}"/>
              </a:ext>
            </a:extLst>
          </p:cNvPr>
          <p:cNvSpPr>
            <a:spLocks/>
          </p:cNvSpPr>
          <p:nvPr/>
        </p:nvSpPr>
        <p:spPr>
          <a:xfrm>
            <a:off x="10370393" y="4788893"/>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AI Trust and Risk</a:t>
            </a:r>
            <a:endPar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endParaRPr>
          </a:p>
        </p:txBody>
      </p:sp>
      <p:sp>
        <p:nvSpPr>
          <p:cNvPr id="18" name="text_Client_ManagementPractice18_1-5Avg">
            <a:extLst>
              <a:ext uri="{FF2B5EF4-FFF2-40B4-BE49-F238E27FC236}">
                <a16:creationId xmlns:a16="http://schemas.microsoft.com/office/drawing/2014/main" id="{3026179C-5748-593D-798C-74EB8A0F243B}"/>
              </a:ext>
            </a:extLst>
          </p:cNvPr>
          <p:cNvSpPr>
            <a:spLocks/>
          </p:cNvSpPr>
          <p:nvPr/>
        </p:nvSpPr>
        <p:spPr>
          <a:xfrm>
            <a:off x="9945951" y="4788893"/>
            <a:ext cx="424441" cy="508986"/>
          </a:xfrm>
          <a:prstGeom prst="rect">
            <a:avLst/>
          </a:prstGeom>
          <a:solidFill>
            <a:srgbClr val="E5546C"/>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a:ln>
                  <a:noFill/>
                </a:ln>
                <a:solidFill>
                  <a:schemeClr val="bg1"/>
                </a:solidFill>
                <a:effectLst/>
                <a:uLnTx/>
                <a:uFillTx/>
                <a:ea typeface="+mn-ea"/>
                <a:cs typeface="Tahoma" panose="020B0604030504040204" pitchFamily="34" charset="0"/>
              </a:rPr>
              <a:t>-29%</a:t>
            </a:r>
          </a:p>
        </p:txBody>
      </p:sp>
      <p:sp>
        <p:nvSpPr>
          <p:cNvPr id="6" name="Rectangle 5">
            <a:extLst>
              <a:ext uri="{FF2B5EF4-FFF2-40B4-BE49-F238E27FC236}">
                <a16:creationId xmlns:a16="http://schemas.microsoft.com/office/drawing/2014/main" id="{079EEEFA-01F5-C2B9-B640-779637FF6430}"/>
              </a:ext>
            </a:extLst>
          </p:cNvPr>
          <p:cNvSpPr>
            <a:spLocks/>
          </p:cNvSpPr>
          <p:nvPr/>
        </p:nvSpPr>
        <p:spPr>
          <a:xfrm>
            <a:off x="979179" y="5381885"/>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Workflow Optimization</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p>
        </p:txBody>
      </p:sp>
      <p:sp>
        <p:nvSpPr>
          <p:cNvPr id="7" name="text_Client_ManagementPractice2_1-5Avg">
            <a:extLst>
              <a:ext uri="{FF2B5EF4-FFF2-40B4-BE49-F238E27FC236}">
                <a16:creationId xmlns:a16="http://schemas.microsoft.com/office/drawing/2014/main" id="{A1CF1A95-BFFA-6797-5583-D4136A17A686}"/>
              </a:ext>
            </a:extLst>
          </p:cNvPr>
          <p:cNvSpPr>
            <a:spLocks/>
          </p:cNvSpPr>
          <p:nvPr/>
        </p:nvSpPr>
        <p:spPr>
          <a:xfrm>
            <a:off x="554737" y="5381885"/>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dirty="0">
                <a:ln>
                  <a:noFill/>
                </a:ln>
                <a:effectLst/>
                <a:uLnTx/>
                <a:uFillTx/>
                <a:ea typeface="+mn-ea"/>
                <a:cs typeface="Tahoma" panose="020B0604030504040204" pitchFamily="34" charset="0"/>
              </a:rPr>
              <a:t>-14%</a:t>
            </a:r>
          </a:p>
        </p:txBody>
      </p:sp>
      <p:sp>
        <p:nvSpPr>
          <p:cNvPr id="8" name="text_Client_ManagementPractice9_1-5Avg">
            <a:extLst>
              <a:ext uri="{FF2B5EF4-FFF2-40B4-BE49-F238E27FC236}">
                <a16:creationId xmlns:a16="http://schemas.microsoft.com/office/drawing/2014/main" id="{E7C6B2EF-C213-6F65-E978-B09EA28E069A}"/>
              </a:ext>
            </a:extLst>
          </p:cNvPr>
          <p:cNvSpPr>
            <a:spLocks/>
          </p:cNvSpPr>
          <p:nvPr/>
        </p:nvSpPr>
        <p:spPr>
          <a:xfrm>
            <a:off x="2432980" y="4782461"/>
            <a:ext cx="424441" cy="508986"/>
          </a:xfrm>
          <a:prstGeom prst="rect">
            <a:avLst/>
          </a:prstGeom>
          <a:solidFill>
            <a:srgbClr val="FA8E72"/>
          </a:solidFill>
          <a:ln w="6350">
            <a:solidFill>
              <a:schemeClr val="accent1"/>
            </a:solidFill>
          </a:ln>
        </p:spPr>
        <p:txBody>
          <a:bodyPr vert="horz" wrap="square" lIns="38100" tIns="38100" rIns="38100" bIns="38100" numCol="1" anchor="ctr" anchorCtr="1"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AU" sz="900" b="1" i="0" u="none" strike="noStrike" kern="1200" cap="none" spc="0" normalizeH="0" baseline="0" noProof="0" dirty="0">
                <a:ln>
                  <a:noFill/>
                </a:ln>
                <a:effectLst/>
                <a:uLnTx/>
                <a:uFillTx/>
                <a:ea typeface="+mn-ea"/>
                <a:cs typeface="Tahoma" panose="020B0604030504040204" pitchFamily="34" charset="0"/>
              </a:rPr>
              <a:t>-13%</a:t>
            </a:r>
          </a:p>
        </p:txBody>
      </p:sp>
      <p:sp>
        <p:nvSpPr>
          <p:cNvPr id="10" name="Rectangle 9">
            <a:extLst>
              <a:ext uri="{FF2B5EF4-FFF2-40B4-BE49-F238E27FC236}">
                <a16:creationId xmlns:a16="http://schemas.microsoft.com/office/drawing/2014/main" id="{7871C1E7-EB71-D774-8E16-651970D9B846}"/>
              </a:ext>
            </a:extLst>
          </p:cNvPr>
          <p:cNvSpPr>
            <a:spLocks/>
          </p:cNvSpPr>
          <p:nvPr/>
        </p:nvSpPr>
        <p:spPr>
          <a:xfrm>
            <a:off x="2857422" y="4782461"/>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AI-augmented roles</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1" name="Rectangle 10">
            <a:extLst>
              <a:ext uri="{FF2B5EF4-FFF2-40B4-BE49-F238E27FC236}">
                <a16:creationId xmlns:a16="http://schemas.microsoft.com/office/drawing/2014/main" id="{0624D774-29EA-FEC3-74B0-79328EDB69D3}"/>
              </a:ext>
            </a:extLst>
          </p:cNvPr>
          <p:cNvSpPr>
            <a:spLocks/>
          </p:cNvSpPr>
          <p:nvPr/>
        </p:nvSpPr>
        <p:spPr>
          <a:xfrm>
            <a:off x="6613908" y="4782934"/>
            <a:ext cx="1266872" cy="508986"/>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
                <a:srgbClr val="000000"/>
              </a:buClr>
              <a:buSzTx/>
              <a:buFontTx/>
              <a:buNone/>
              <a:tabLst/>
              <a:defRPr/>
            </a:pPr>
            <a:r>
              <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rPr>
              <a:t>Engineering and Delivery Maturity</a:t>
            </a:r>
            <a:r>
              <a:rPr kumimoji="0" lang="en-US" sz="1000" b="0" i="0" u="none" strike="noStrike" kern="1200" cap="none" spc="0" normalizeH="0" baseline="30000" noProof="0">
                <a:ln>
                  <a:noFill/>
                </a:ln>
                <a:solidFill>
                  <a:srgbClr val="111918"/>
                </a:solidFill>
                <a:effectLst/>
                <a:uLnTx/>
                <a:uFillTx/>
                <a:ea typeface="+mn-ea"/>
                <a:cs typeface="Tahoma" panose="020B0604030504040204" pitchFamily="34" charset="0"/>
              </a:rPr>
              <a:t>3</a:t>
            </a:r>
            <a:endParaRPr kumimoji="0" lang="en-US"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2" name="text_Client_ManagementPractice16_1-5Avg">
            <a:extLst>
              <a:ext uri="{FF2B5EF4-FFF2-40B4-BE49-F238E27FC236}">
                <a16:creationId xmlns:a16="http://schemas.microsoft.com/office/drawing/2014/main" id="{2ACEACB4-C624-19B4-576F-5242B36EB5B4}"/>
              </a:ext>
            </a:extLst>
          </p:cNvPr>
          <p:cNvSpPr>
            <a:spLocks/>
          </p:cNvSpPr>
          <p:nvPr/>
        </p:nvSpPr>
        <p:spPr>
          <a:xfrm>
            <a:off x="6189466" y="4782934"/>
            <a:ext cx="424441" cy="508986"/>
          </a:xfrm>
          <a:prstGeom prst="rect">
            <a:avLst/>
          </a:prstGeom>
          <a:solidFill>
            <a:schemeClr val="bg1">
              <a:lumMod val="85000"/>
            </a:schemeClr>
          </a:solidFill>
          <a:ln w="6350">
            <a:solidFill>
              <a:schemeClr val="accent1"/>
            </a:solidFill>
          </a:ln>
        </p:spPr>
        <p:txBody>
          <a:bodyPr vert="horz" wrap="square" lIns="38100" tIns="38100" rIns="38100" bIns="38100" numCol="1" anchor="ctr" anchorCtr="1" compatLnSpc="1">
            <a:prstTxWarp prst="textNoShape">
              <a:avLst/>
            </a:prstTxWarp>
            <a:noAutofit/>
          </a:bodyPr>
          <a:lstStyle/>
          <a:p>
            <a:pPr lvl="0">
              <a:buClr>
                <a:srgbClr val="000000"/>
              </a:buClr>
              <a:defRPr/>
            </a:pPr>
            <a:r>
              <a:rPr lang="en-AU" sz="900" b="1">
                <a:cs typeface="Tahoma" panose="020B0604030504040204" pitchFamily="34" charset="0"/>
              </a:rPr>
              <a:t>NA</a:t>
            </a:r>
          </a:p>
        </p:txBody>
      </p:sp>
      <p:sp>
        <p:nvSpPr>
          <p:cNvPr id="47" name="Rectangle 46">
            <a:extLst>
              <a:ext uri="{FF2B5EF4-FFF2-40B4-BE49-F238E27FC236}">
                <a16:creationId xmlns:a16="http://schemas.microsoft.com/office/drawing/2014/main" id="{503AA9A5-9518-2220-F732-B923DD0A3AE0}"/>
              </a:ext>
            </a:extLst>
          </p:cNvPr>
          <p:cNvSpPr>
            <a:spLocks/>
          </p:cNvSpPr>
          <p:nvPr/>
        </p:nvSpPr>
        <p:spPr>
          <a:xfrm>
            <a:off x="4056641" y="2387608"/>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48" name="Rectangle 47">
            <a:extLst>
              <a:ext uri="{FF2B5EF4-FFF2-40B4-BE49-F238E27FC236}">
                <a16:creationId xmlns:a16="http://schemas.microsoft.com/office/drawing/2014/main" id="{F4CCC625-3E83-40BF-E3B0-DB60F402B838}"/>
              </a:ext>
            </a:extLst>
          </p:cNvPr>
          <p:cNvSpPr>
            <a:spLocks/>
          </p:cNvSpPr>
          <p:nvPr/>
        </p:nvSpPr>
        <p:spPr>
          <a:xfrm>
            <a:off x="5934884" y="2388475"/>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49" name="Rectangle 48">
            <a:extLst>
              <a:ext uri="{FF2B5EF4-FFF2-40B4-BE49-F238E27FC236}">
                <a16:creationId xmlns:a16="http://schemas.microsoft.com/office/drawing/2014/main" id="{918689B4-F078-75DE-A724-FA401BB13529}"/>
              </a:ext>
            </a:extLst>
          </p:cNvPr>
          <p:cNvSpPr>
            <a:spLocks/>
          </p:cNvSpPr>
          <p:nvPr/>
        </p:nvSpPr>
        <p:spPr>
          <a:xfrm>
            <a:off x="2178398" y="2395114"/>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0" name="Rectangle 49">
            <a:extLst>
              <a:ext uri="{FF2B5EF4-FFF2-40B4-BE49-F238E27FC236}">
                <a16:creationId xmlns:a16="http://schemas.microsoft.com/office/drawing/2014/main" id="{2F0209F6-6ECE-6E72-ECC4-B6389754EA75}"/>
              </a:ext>
            </a:extLst>
          </p:cNvPr>
          <p:cNvSpPr>
            <a:spLocks/>
          </p:cNvSpPr>
          <p:nvPr/>
        </p:nvSpPr>
        <p:spPr>
          <a:xfrm>
            <a:off x="2178398" y="2993591"/>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1" name="Rectangle 50">
            <a:extLst>
              <a:ext uri="{FF2B5EF4-FFF2-40B4-BE49-F238E27FC236}">
                <a16:creationId xmlns:a16="http://schemas.microsoft.com/office/drawing/2014/main" id="{BE2CA3D9-F98C-823A-B876-2965008B29B6}"/>
              </a:ext>
            </a:extLst>
          </p:cNvPr>
          <p:cNvSpPr>
            <a:spLocks/>
          </p:cNvSpPr>
          <p:nvPr/>
        </p:nvSpPr>
        <p:spPr>
          <a:xfrm>
            <a:off x="2178398" y="4183038"/>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3" name="Rectangle 52">
            <a:extLst>
              <a:ext uri="{FF2B5EF4-FFF2-40B4-BE49-F238E27FC236}">
                <a16:creationId xmlns:a16="http://schemas.microsoft.com/office/drawing/2014/main" id="{480F60F5-65D3-4A87-A8A0-152EC165189C}"/>
              </a:ext>
            </a:extLst>
          </p:cNvPr>
          <p:cNvSpPr>
            <a:spLocks/>
          </p:cNvSpPr>
          <p:nvPr/>
        </p:nvSpPr>
        <p:spPr>
          <a:xfrm>
            <a:off x="2178398" y="4781513"/>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4" name="Rectangle 53">
            <a:extLst>
              <a:ext uri="{FF2B5EF4-FFF2-40B4-BE49-F238E27FC236}">
                <a16:creationId xmlns:a16="http://schemas.microsoft.com/office/drawing/2014/main" id="{DCC81A87-7A21-6594-2C98-C637480B004E}"/>
              </a:ext>
            </a:extLst>
          </p:cNvPr>
          <p:cNvSpPr>
            <a:spLocks/>
          </p:cNvSpPr>
          <p:nvPr/>
        </p:nvSpPr>
        <p:spPr>
          <a:xfrm>
            <a:off x="7813127" y="2387608"/>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5" name="Rectangle 54">
            <a:extLst>
              <a:ext uri="{FF2B5EF4-FFF2-40B4-BE49-F238E27FC236}">
                <a16:creationId xmlns:a16="http://schemas.microsoft.com/office/drawing/2014/main" id="{593E8769-2C84-CF4D-6CB9-ABA51222B7E9}"/>
              </a:ext>
            </a:extLst>
          </p:cNvPr>
          <p:cNvSpPr>
            <a:spLocks/>
          </p:cNvSpPr>
          <p:nvPr/>
        </p:nvSpPr>
        <p:spPr>
          <a:xfrm>
            <a:off x="11569612" y="2986084"/>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6" name="Rectangle 55">
            <a:extLst>
              <a:ext uri="{FF2B5EF4-FFF2-40B4-BE49-F238E27FC236}">
                <a16:creationId xmlns:a16="http://schemas.microsoft.com/office/drawing/2014/main" id="{57ED0105-B78E-B9B2-94C5-BCF95B976F9F}"/>
              </a:ext>
            </a:extLst>
          </p:cNvPr>
          <p:cNvSpPr>
            <a:spLocks/>
          </p:cNvSpPr>
          <p:nvPr/>
        </p:nvSpPr>
        <p:spPr>
          <a:xfrm>
            <a:off x="11569612" y="3584561"/>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7" name="Rectangle 56">
            <a:extLst>
              <a:ext uri="{FF2B5EF4-FFF2-40B4-BE49-F238E27FC236}">
                <a16:creationId xmlns:a16="http://schemas.microsoft.com/office/drawing/2014/main" id="{95FE2A35-482D-150A-917B-ED28FC7229E5}"/>
              </a:ext>
            </a:extLst>
          </p:cNvPr>
          <p:cNvSpPr>
            <a:spLocks/>
          </p:cNvSpPr>
          <p:nvPr/>
        </p:nvSpPr>
        <p:spPr>
          <a:xfrm>
            <a:off x="11569612" y="4183038"/>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8" name="Rectangle 57">
            <a:extLst>
              <a:ext uri="{FF2B5EF4-FFF2-40B4-BE49-F238E27FC236}">
                <a16:creationId xmlns:a16="http://schemas.microsoft.com/office/drawing/2014/main" id="{672327E1-35F2-500F-B9FE-C06CC0B983BC}"/>
              </a:ext>
            </a:extLst>
          </p:cNvPr>
          <p:cNvSpPr>
            <a:spLocks/>
          </p:cNvSpPr>
          <p:nvPr/>
        </p:nvSpPr>
        <p:spPr>
          <a:xfrm>
            <a:off x="9691370" y="4183038"/>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sp>
        <p:nvSpPr>
          <p:cNvPr id="59" name="Rectangle 58">
            <a:extLst>
              <a:ext uri="{FF2B5EF4-FFF2-40B4-BE49-F238E27FC236}">
                <a16:creationId xmlns:a16="http://schemas.microsoft.com/office/drawing/2014/main" id="{AB599C7A-78C4-7DC9-C3BF-A9D7029E6EE3}"/>
              </a:ext>
            </a:extLst>
          </p:cNvPr>
          <p:cNvSpPr>
            <a:spLocks/>
          </p:cNvSpPr>
          <p:nvPr/>
        </p:nvSpPr>
        <p:spPr>
          <a:xfrm>
            <a:off x="9691370" y="2387608"/>
            <a:ext cx="67653" cy="508986"/>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grpSp>
        <p:nvGrpSpPr>
          <p:cNvPr id="129" name="Group 128">
            <a:extLst>
              <a:ext uri="{FF2B5EF4-FFF2-40B4-BE49-F238E27FC236}">
                <a16:creationId xmlns:a16="http://schemas.microsoft.com/office/drawing/2014/main" id="{CA594751-ECC9-EEA5-5ACA-2FC2EB715541}"/>
              </a:ext>
            </a:extLst>
          </p:cNvPr>
          <p:cNvGrpSpPr/>
          <p:nvPr/>
        </p:nvGrpSpPr>
        <p:grpSpPr>
          <a:xfrm>
            <a:off x="10530950" y="1771521"/>
            <a:ext cx="1041497" cy="153888"/>
            <a:chOff x="10381480" y="1771521"/>
            <a:chExt cx="1041497" cy="153888"/>
          </a:xfrm>
        </p:grpSpPr>
        <p:sp>
          <p:nvSpPr>
            <p:cNvPr id="63" name="TextBox 62">
              <a:extLst>
                <a:ext uri="{FF2B5EF4-FFF2-40B4-BE49-F238E27FC236}">
                  <a16:creationId xmlns:a16="http://schemas.microsoft.com/office/drawing/2014/main" id="{D7EC3E68-CA5C-E962-857E-8F865D46490F}"/>
                </a:ext>
              </a:extLst>
            </p:cNvPr>
            <p:cNvSpPr txBox="1"/>
            <p:nvPr/>
          </p:nvSpPr>
          <p:spPr>
            <a:xfrm>
              <a:off x="10381480" y="1771521"/>
              <a:ext cx="945772" cy="153888"/>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33A1"/>
                </a:buClr>
                <a:buSzPct val="100000"/>
                <a:buFont typeface="Segoe UI" panose="020B0502040204020203" pitchFamily="34" charset="0"/>
                <a:buNone/>
                <a:tabLst/>
                <a:defRPr/>
              </a:pPr>
              <a:r>
                <a:rPr kumimoji="0" lang="en-AU" sz="1000" b="0" i="0" u="none" strike="noStrike" kern="0" cap="none" spc="0" normalizeH="0" baseline="0" noProof="0" dirty="0">
                  <a:ln>
                    <a:noFill/>
                  </a:ln>
                  <a:solidFill>
                    <a:srgbClr val="111918"/>
                  </a:solidFill>
                  <a:effectLst/>
                  <a:uLnTx/>
                  <a:uFillTx/>
                  <a:ea typeface="+mn-ea"/>
                  <a:cs typeface="Tahoma" panose="020B0604030504040204" pitchFamily="34" charset="0"/>
                </a:rPr>
                <a:t>Power Practice*</a:t>
              </a:r>
              <a:r>
                <a:rPr kumimoji="0" lang="en-AU" sz="1000" b="0" i="0" u="none" strike="noStrike" kern="1200" cap="none" spc="0" normalizeH="0" baseline="0" noProof="0" dirty="0">
                  <a:ln>
                    <a:noFill/>
                  </a:ln>
                  <a:solidFill>
                    <a:srgbClr val="111918"/>
                  </a:solidFill>
                  <a:effectLst/>
                  <a:uLnTx/>
                  <a:uFillTx/>
                  <a:ea typeface="+mn-ea"/>
                  <a:cs typeface="Tahoma" panose="020B0604030504040204" pitchFamily="34" charset="0"/>
                </a:rPr>
                <a:t>:</a:t>
              </a:r>
            </a:p>
          </p:txBody>
        </p:sp>
        <p:sp>
          <p:nvSpPr>
            <p:cNvPr id="128" name="Rectangle 127">
              <a:extLst>
                <a:ext uri="{FF2B5EF4-FFF2-40B4-BE49-F238E27FC236}">
                  <a16:creationId xmlns:a16="http://schemas.microsoft.com/office/drawing/2014/main" id="{709E576D-7C53-68E5-ACD7-453160D911F8}"/>
                </a:ext>
              </a:extLst>
            </p:cNvPr>
            <p:cNvSpPr/>
            <p:nvPr/>
          </p:nvSpPr>
          <p:spPr>
            <a:xfrm>
              <a:off x="11377258" y="1802441"/>
              <a:ext cx="45719" cy="92048"/>
            </a:xfrm>
            <a:prstGeom prst="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111918"/>
                </a:solidFill>
                <a:effectLst/>
                <a:uLnTx/>
                <a:uFillTx/>
                <a:ea typeface="+mn-ea"/>
                <a:cs typeface="Tahoma" panose="020B0604030504040204" pitchFamily="34" charset="0"/>
              </a:endParaRPr>
            </a:p>
          </p:txBody>
        </p:sp>
      </p:grpSp>
      <p:sp>
        <p:nvSpPr>
          <p:cNvPr id="39" name="5. Source">
            <a:extLst>
              <a:ext uri="{FF2B5EF4-FFF2-40B4-BE49-F238E27FC236}">
                <a16:creationId xmlns:a16="http://schemas.microsoft.com/office/drawing/2014/main" id="{122A940C-46F1-7797-E4A6-CF4159B9BDA5}"/>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4" name="4. Footnote">
            <a:extLst>
              <a:ext uri="{FF2B5EF4-FFF2-40B4-BE49-F238E27FC236}">
                <a16:creationId xmlns:a16="http://schemas.microsoft.com/office/drawing/2014/main" id="{5FD8D9B2-72E1-245C-CED7-F306AF63E637}"/>
              </a:ext>
            </a:extLst>
          </p:cNvPr>
          <p:cNvSpPr txBox="1">
            <a:spLocks noChangeArrowheads="1"/>
          </p:cNvSpPr>
          <p:nvPr/>
        </p:nvSpPr>
        <p:spPr bwMode="auto">
          <a:xfrm>
            <a:off x="553972" y="6032179"/>
            <a:ext cx="9352028" cy="369332"/>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marR="0" lvl="0" indent="-228600" algn="l" defTabSz="914411" rtl="0" eaLnBrk="1" fontAlgn="auto" latinLnBrk="0" hangingPunct="1">
              <a:lnSpc>
                <a:spcPct val="100000"/>
              </a:lnSpc>
              <a:spcBef>
                <a:spcPts val="0"/>
              </a:spcBef>
              <a:spcAft>
                <a:spcPts val="0"/>
              </a:spcAft>
              <a:buClrTx/>
              <a:buSzTx/>
              <a:buFontTx/>
              <a:buAutoNum type="arabicPeriod"/>
              <a:tabLst/>
              <a:defRPr/>
            </a:pPr>
            <a:r>
              <a:rPr kumimoji="0" lang="en-AU" sz="800" b="0" i="0" u="none" strike="noStrike" kern="1200" cap="none" spc="0" normalizeH="0" baseline="0" noProof="0">
                <a:ln>
                  <a:noFill/>
                </a:ln>
                <a:effectLst/>
                <a:uLnTx/>
                <a:uFillTx/>
                <a:ea typeface="+mn-ea"/>
                <a:cs typeface="Arial"/>
                <a:sym typeface="Arial"/>
              </a:rPr>
              <a:t>Percentage difference between PASHA Bank and Peer Average is calculated as (PASHA Bank’s score – Peer Average score) / Peer Average score</a:t>
            </a:r>
          </a:p>
          <a:p>
            <a:pPr marL="219075" marR="0" lvl="0" indent="-228600" algn="l" defTabSz="914411"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effectLst/>
                <a:uLnTx/>
                <a:uFillTx/>
                <a:ea typeface="+mn-ea"/>
                <a:sym typeface="Arial"/>
              </a:rPr>
              <a:t>Peer Average includes 200+ banks in the AIQ database</a:t>
            </a:r>
          </a:p>
          <a:p>
            <a:pPr marL="219075" marR="0" lvl="0" indent="-228600" algn="l" defTabSz="914411"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effectLst/>
                <a:uLnTx/>
                <a:uFillTx/>
                <a:ea typeface="+mn-ea"/>
              </a:rPr>
              <a:t>Peer data not available for newly added management practices</a:t>
            </a:r>
            <a:endParaRPr kumimoji="0" lang="en-AU" sz="800" b="0" i="0" u="none" strike="noStrike" kern="1200" cap="none" spc="0" normalizeH="0" baseline="0" noProof="0">
              <a:ln>
                <a:noFill/>
              </a:ln>
              <a:effectLst/>
              <a:uLnTx/>
              <a:uFillTx/>
              <a:ea typeface="+mn-ea"/>
              <a:sym typeface="Arial"/>
            </a:endParaRPr>
          </a:p>
        </p:txBody>
      </p:sp>
    </p:spTree>
    <p:custDataLst>
      <p:tags r:id="rId1"/>
    </p:custDataLst>
    <p:extLst>
      <p:ext uri="{BB962C8B-B14F-4D97-AF65-F5344CB8AC3E}">
        <p14:creationId xmlns:p14="http://schemas.microsoft.com/office/powerpoint/2010/main" val="2866170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E355F-7492-BA38-539A-36F7C7A80F0A}"/>
            </a:ext>
          </a:extLst>
        </p:cNvPr>
        <p:cNvGrpSpPr/>
        <p:nvPr/>
      </p:nvGrpSpPr>
      <p:grpSpPr>
        <a:xfrm>
          <a:off x="0" y="0"/>
          <a:ext cx="0" cy="0"/>
          <a:chOff x="0" y="0"/>
          <a:chExt cx="0" cy="0"/>
        </a:xfrm>
      </p:grpSpPr>
      <p:graphicFrame>
        <p:nvGraphicFramePr>
          <p:cNvPr id="52" name="Object 51" hidden="1">
            <a:extLst>
              <a:ext uri="{FF2B5EF4-FFF2-40B4-BE49-F238E27FC236}">
                <a16:creationId xmlns:a16="http://schemas.microsoft.com/office/drawing/2014/main" id="{AD8AFEA1-1945-682E-9DF0-D89CE2A65330}"/>
              </a:ext>
            </a:extLst>
          </p:cNvPr>
          <p:cNvGraphicFramePr>
            <a:graphicFrameLocks noChangeAspect="1"/>
          </p:cNvGraphicFramePr>
          <p:nvPr>
            <p:custDataLst>
              <p:tags r:id="rId2"/>
            </p:custDataLst>
            <p:extLst>
              <p:ext uri="{D42A27DB-BD31-4B8C-83A1-F6EECF244321}">
                <p14:modId xmlns:p14="http://schemas.microsoft.com/office/powerpoint/2010/main" val="1466820329"/>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74" imgW="270" imgH="270" progId="TCLayout.ActiveDocument.1">
                  <p:embed/>
                </p:oleObj>
              </mc:Choice>
              <mc:Fallback>
                <p:oleObj name="think-cell Slide" r:id="rId74" imgW="270" imgH="270" progId="TCLayout.ActiveDocument.1">
                  <p:embed/>
                  <p:pic>
                    <p:nvPicPr>
                      <p:cNvPr id="52" name="Object 51" hidden="1">
                        <a:extLst>
                          <a:ext uri="{FF2B5EF4-FFF2-40B4-BE49-F238E27FC236}">
                            <a16:creationId xmlns:a16="http://schemas.microsoft.com/office/drawing/2014/main" id="{AD8AFEA1-1945-682E-9DF0-D89CE2A65330}"/>
                          </a:ext>
                        </a:extLst>
                      </p:cNvPr>
                      <p:cNvPicPr/>
                      <p:nvPr/>
                    </p:nvPicPr>
                    <p:blipFill>
                      <a:blip r:embed="rId75"/>
                      <a:stretch>
                        <a:fillRect/>
                      </a:stretch>
                    </p:blipFill>
                    <p:spPr>
                      <a:xfrm>
                        <a:off x="1525892" y="1622"/>
                        <a:ext cx="1619" cy="1619"/>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9522B5D-00A2-695E-F882-86B08852CDB1}"/>
              </a:ext>
            </a:extLst>
          </p:cNvPr>
          <p:cNvSpPr/>
          <p:nvPr>
            <p:custDataLst>
              <p:tags r:id="rId3"/>
            </p:custDataLst>
          </p:nvPr>
        </p:nvSpPr>
        <p:spPr bwMode="auto">
          <a:xfrm>
            <a:off x="1524270" y="1"/>
            <a:ext cx="161974" cy="161974"/>
          </a:xfrm>
          <a:prstGeom prst="rect">
            <a:avLst/>
          </a:prstGeom>
          <a:solidFill>
            <a:schemeClr val="accent1"/>
          </a:solid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AU" sz="23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32" name="Rectangle: Top Corners Rounded 3">
            <a:extLst>
              <a:ext uri="{FF2B5EF4-FFF2-40B4-BE49-F238E27FC236}">
                <a16:creationId xmlns:a16="http://schemas.microsoft.com/office/drawing/2014/main" id="{D1A73691-6531-C4F3-B1F2-9EB569783241}"/>
              </a:ext>
            </a:extLst>
          </p:cNvPr>
          <p:cNvSpPr/>
          <p:nvPr/>
        </p:nvSpPr>
        <p:spPr>
          <a:xfrm rot="16200000">
            <a:off x="8093266" y="1939735"/>
            <a:ext cx="4768474" cy="3429001"/>
          </a:xfrm>
          <a:prstGeom prst="round2SameRect">
            <a:avLst>
              <a:gd name="adj1" fmla="val 5797"/>
              <a:gd name="adj2" fmla="val 0"/>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600" b="0" i="0" u="none" strike="noStrike" kern="1200" cap="none" spc="0" normalizeH="0" baseline="0" noProof="0">
              <a:ln>
                <a:noFill/>
              </a:ln>
              <a:solidFill>
                <a:srgbClr val="000000"/>
              </a:solidFill>
              <a:effectLst/>
              <a:uLnTx/>
              <a:uFillTx/>
              <a:latin typeface="Tahoma" panose="020B0604030504040204" pitchFamily="34" charset="0"/>
              <a:ea typeface="+mn-ea"/>
              <a:cs typeface="Tahoma" panose="020B0604030504040204" pitchFamily="34" charset="0"/>
            </a:endParaRPr>
          </a:p>
        </p:txBody>
      </p:sp>
      <p:sp>
        <p:nvSpPr>
          <p:cNvPr id="204" name="TextBox 203">
            <a:extLst>
              <a:ext uri="{FF2B5EF4-FFF2-40B4-BE49-F238E27FC236}">
                <a16:creationId xmlns:a16="http://schemas.microsoft.com/office/drawing/2014/main" id="{7A596C43-7B4E-01AC-8168-12E711BE09EB}"/>
              </a:ext>
            </a:extLst>
          </p:cNvPr>
          <p:cNvSpPr txBox="1">
            <a:spLocks/>
          </p:cNvSpPr>
          <p:nvPr/>
        </p:nvSpPr>
        <p:spPr>
          <a:xfrm>
            <a:off x="8988981" y="1419249"/>
            <a:ext cx="2521133"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lang="en-US" sz="1600" dirty="0"/>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lang="en-US" sz="1600" dirty="0"/>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600" b="1"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
              </a:rPr>
              <a:t>Key Insights</a:t>
            </a:r>
          </a:p>
        </p:txBody>
      </p:sp>
      <p:cxnSp>
        <p:nvCxnSpPr>
          <p:cNvPr id="205" name="Straight Connector 204">
            <a:extLst>
              <a:ext uri="{FF2B5EF4-FFF2-40B4-BE49-F238E27FC236}">
                <a16:creationId xmlns:a16="http://schemas.microsoft.com/office/drawing/2014/main" id="{53D647EA-1CD5-336C-E460-60F8ED062659}"/>
              </a:ext>
            </a:extLst>
          </p:cNvPr>
          <p:cNvCxnSpPr>
            <a:cxnSpLocks/>
          </p:cNvCxnSpPr>
          <p:nvPr/>
        </p:nvCxnSpPr>
        <p:spPr>
          <a:xfrm>
            <a:off x="8988981" y="1692856"/>
            <a:ext cx="2830875" cy="0"/>
          </a:xfrm>
          <a:prstGeom prst="line">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7" name="TextBox 206">
            <a:extLst>
              <a:ext uri="{FF2B5EF4-FFF2-40B4-BE49-F238E27FC236}">
                <a16:creationId xmlns:a16="http://schemas.microsoft.com/office/drawing/2014/main" id="{17A2AF5D-93F2-2811-9262-25F7775CB83B}"/>
              </a:ext>
            </a:extLst>
          </p:cNvPr>
          <p:cNvSpPr txBox="1">
            <a:spLocks/>
          </p:cNvSpPr>
          <p:nvPr/>
        </p:nvSpPr>
        <p:spPr>
          <a:xfrm>
            <a:off x="8988981" y="1773728"/>
            <a:ext cx="2830875" cy="42647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lang="en-US" sz="1600" dirty="0"/>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lang="en-US" sz="1600" dirty="0"/>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solidFill>
                  <a:schemeClr val="bg1"/>
                </a:solidFill>
              </a:rPr>
              <a:t>PASHA’s more competitive scores are concentrated in a few talent and tech foundations, but the bank still trails peers across most of the delivery chain:</a:t>
            </a:r>
            <a:r>
              <a:rPr lang="en-IN" sz="1200" dirty="0">
                <a:solidFill>
                  <a:schemeClr val="bg1"/>
                </a:solidFill>
              </a:rPr>
              <a:t> While PASHA is broadly in line on attraction and onboarding, and infrastructure, it remains below peer average in most business translation and execution levers, meaning its strengths are not yet compounding into system-wide maturity</a:t>
            </a:r>
          </a:p>
          <a:p>
            <a:pPr>
              <a:buNone/>
            </a:pPr>
            <a:endParaRPr lang="en-IN" sz="1200" dirty="0">
              <a:solidFill>
                <a:schemeClr val="bg1"/>
              </a:solidFill>
            </a:endParaRPr>
          </a:p>
          <a:p>
            <a:r>
              <a:rPr lang="en-IN" sz="1200" b="1" dirty="0">
                <a:solidFill>
                  <a:schemeClr val="bg1"/>
                </a:solidFill>
              </a:rPr>
              <a:t>The real scaling constraint is organizational, not just technical:</a:t>
            </a:r>
            <a:r>
              <a:rPr lang="en-IN" sz="1200" dirty="0">
                <a:solidFill>
                  <a:schemeClr val="bg1"/>
                </a:solidFill>
              </a:rPr>
              <a:t> Gaps in strategy, talent, operating model, change management, and </a:t>
            </a:r>
            <a:r>
              <a:rPr lang="en-IN" sz="1200">
                <a:solidFill>
                  <a:schemeClr val="bg1"/>
                </a:solidFill>
              </a:rPr>
              <a:t>AI </a:t>
            </a:r>
            <a:r>
              <a:rPr lang="en-IN" sz="1200" dirty="0">
                <a:solidFill>
                  <a:schemeClr val="bg1"/>
                </a:solidFill>
              </a:rPr>
              <a:t>trust/risk show that PASHA has yet to build the organizational conditions needed to convert AI ambition into repeatable, responsibly scaled outcomes at peer level</a:t>
            </a:r>
          </a:p>
          <a:p>
            <a:br>
              <a:rPr lang="en-IN" sz="1200" dirty="0">
                <a:solidFill>
                  <a:schemeClr val="bg1"/>
                </a:solidFill>
              </a:rPr>
            </a:br>
            <a:endParaRPr kumimoji="0" lang="en-CA" sz="1200" b="0" i="0" u="none" strike="noStrike" kern="1200" cap="none" spc="0" normalizeH="0" baseline="0" noProof="0" dirty="0">
              <a:ln>
                <a:noFill/>
              </a:ln>
              <a:solidFill>
                <a:schemeClr val="bg1"/>
              </a:solidFill>
              <a:effectLst/>
              <a:uLnTx/>
              <a:uFillTx/>
              <a:latin typeface="Tahoma"/>
              <a:ea typeface="+mn-ea"/>
              <a:cs typeface="Tahoma" panose="020B0604030504040204" pitchFamily="34" charset="0"/>
            </a:endParaRPr>
          </a:p>
        </p:txBody>
      </p:sp>
      <p:grpSp>
        <p:nvGrpSpPr>
          <p:cNvPr id="9" name="Group 8">
            <a:extLst>
              <a:ext uri="{FF2B5EF4-FFF2-40B4-BE49-F238E27FC236}">
                <a16:creationId xmlns:a16="http://schemas.microsoft.com/office/drawing/2014/main" id="{581729AC-814C-B3E5-E1A4-6A9B6F5318A9}"/>
              </a:ext>
            </a:extLst>
          </p:cNvPr>
          <p:cNvGrpSpPr/>
          <p:nvPr/>
        </p:nvGrpSpPr>
        <p:grpSpPr>
          <a:xfrm>
            <a:off x="5037599" y="957406"/>
            <a:ext cx="3356963" cy="171657"/>
            <a:chOff x="5037599" y="994850"/>
            <a:chExt cx="3356963" cy="171657"/>
          </a:xfrm>
        </p:grpSpPr>
        <p:sp>
          <p:nvSpPr>
            <p:cNvPr id="220" name="TextBox 219">
              <a:extLst>
                <a:ext uri="{FF2B5EF4-FFF2-40B4-BE49-F238E27FC236}">
                  <a16:creationId xmlns:a16="http://schemas.microsoft.com/office/drawing/2014/main" id="{C61B885B-D8A0-5B88-91DB-CF75F8449E8A}"/>
                </a:ext>
              </a:extLst>
            </p:cNvPr>
            <p:cNvSpPr txBox="1"/>
            <p:nvPr/>
          </p:nvSpPr>
          <p:spPr>
            <a:xfrm>
              <a:off x="5239879" y="1003735"/>
              <a:ext cx="703398"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PASHA Bank</a:t>
              </a:r>
            </a:p>
          </p:txBody>
        </p:sp>
        <p:sp>
          <p:nvSpPr>
            <p:cNvPr id="221" name="Rectangle 220">
              <a:extLst>
                <a:ext uri="{FF2B5EF4-FFF2-40B4-BE49-F238E27FC236}">
                  <a16:creationId xmlns:a16="http://schemas.microsoft.com/office/drawing/2014/main" id="{977C4508-1DEF-1EB1-3493-6EB85492B945}"/>
                </a:ext>
              </a:extLst>
            </p:cNvPr>
            <p:cNvSpPr/>
            <p:nvPr/>
          </p:nvSpPr>
          <p:spPr>
            <a:xfrm>
              <a:off x="5037599" y="994850"/>
              <a:ext cx="171657" cy="171657"/>
            </a:xfrm>
            <a:prstGeom prst="rect">
              <a:avLst/>
            </a:prstGeom>
            <a:solidFill>
              <a:schemeClr val="accent2"/>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endParaRPr>
            </a:p>
          </p:txBody>
        </p:sp>
        <p:sp>
          <p:nvSpPr>
            <p:cNvPr id="222" name="TextBox 221">
              <a:extLst>
                <a:ext uri="{FF2B5EF4-FFF2-40B4-BE49-F238E27FC236}">
                  <a16:creationId xmlns:a16="http://schemas.microsoft.com/office/drawing/2014/main" id="{9A2D65FC-3211-6D06-864B-D2CEFC221330}"/>
                </a:ext>
              </a:extLst>
            </p:cNvPr>
            <p:cNvSpPr txBox="1"/>
            <p:nvPr/>
          </p:nvSpPr>
          <p:spPr>
            <a:xfrm>
              <a:off x="6382895" y="1003735"/>
              <a:ext cx="828432"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Peer Average</a:t>
              </a:r>
              <a:r>
                <a:rPr kumimoji="0" lang="en-US" sz="10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rPr>
                <a:t>1</a:t>
              </a:r>
            </a:p>
          </p:txBody>
        </p:sp>
        <p:sp>
          <p:nvSpPr>
            <p:cNvPr id="223" name="Rectangle 222">
              <a:extLst>
                <a:ext uri="{FF2B5EF4-FFF2-40B4-BE49-F238E27FC236}">
                  <a16:creationId xmlns:a16="http://schemas.microsoft.com/office/drawing/2014/main" id="{F3E67747-6862-44A0-5397-D6221365F94F}"/>
                </a:ext>
              </a:extLst>
            </p:cNvPr>
            <p:cNvSpPr/>
            <p:nvPr/>
          </p:nvSpPr>
          <p:spPr>
            <a:xfrm>
              <a:off x="6146747" y="994850"/>
              <a:ext cx="171657" cy="171657"/>
            </a:xfrm>
            <a:prstGeom prst="rect">
              <a:avLst/>
            </a:prstGeom>
            <a:solidFill>
              <a:srgbClr val="B3B3B3"/>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endParaRPr>
            </a:p>
          </p:txBody>
        </p:sp>
        <p:sp>
          <p:nvSpPr>
            <p:cNvPr id="224" name="TextBox 223">
              <a:extLst>
                <a:ext uri="{FF2B5EF4-FFF2-40B4-BE49-F238E27FC236}">
                  <a16:creationId xmlns:a16="http://schemas.microsoft.com/office/drawing/2014/main" id="{AAB1E239-A6A8-7D61-0BFD-1BBBF90A8353}"/>
                </a:ext>
              </a:extLst>
            </p:cNvPr>
            <p:cNvSpPr txBox="1"/>
            <p:nvPr/>
          </p:nvSpPr>
          <p:spPr>
            <a:xfrm>
              <a:off x="7612617" y="1003735"/>
              <a:ext cx="781945"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Peer Leaders</a:t>
              </a:r>
              <a:r>
                <a:rPr kumimoji="0" lang="en-US" sz="10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rPr>
                <a:t>2</a:t>
              </a:r>
            </a:p>
          </p:txBody>
        </p:sp>
        <p:sp>
          <p:nvSpPr>
            <p:cNvPr id="225" name="Rectangle 224">
              <a:extLst>
                <a:ext uri="{FF2B5EF4-FFF2-40B4-BE49-F238E27FC236}">
                  <a16:creationId xmlns:a16="http://schemas.microsoft.com/office/drawing/2014/main" id="{A1051D63-3515-72A8-75E1-2060DEB376E2}"/>
                </a:ext>
              </a:extLst>
            </p:cNvPr>
            <p:cNvSpPr/>
            <p:nvPr/>
          </p:nvSpPr>
          <p:spPr>
            <a:xfrm>
              <a:off x="7376469" y="994850"/>
              <a:ext cx="171657" cy="171657"/>
            </a:xfrm>
            <a:prstGeom prst="rect">
              <a:avLst/>
            </a:prstGeom>
            <a:solidFill>
              <a:srgbClr val="4D4D4D"/>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endParaRPr>
            </a:p>
          </p:txBody>
        </p:sp>
      </p:grpSp>
      <p:sp>
        <p:nvSpPr>
          <p:cNvPr id="21" name="Title 20">
            <a:extLst>
              <a:ext uri="{FF2B5EF4-FFF2-40B4-BE49-F238E27FC236}">
                <a16:creationId xmlns:a16="http://schemas.microsoft.com/office/drawing/2014/main" id="{DE19A645-68CB-ECA9-32D3-89931C2BD379}"/>
              </a:ext>
            </a:extLst>
          </p:cNvPr>
          <p:cNvSpPr>
            <a:spLocks noGrp="1"/>
          </p:cNvSpPr>
          <p:nvPr>
            <p:ph type="title"/>
          </p:nvPr>
        </p:nvSpPr>
        <p:spPr>
          <a:xfrm>
            <a:off x="554734" y="226624"/>
            <a:ext cx="11082528" cy="677108"/>
          </a:xfrm>
          <a:noFill/>
          <a:ln/>
          <a:extLst>
            <a:ext uri="{909E8E84-426E-40DD-AFC4-6F175D3DCCD1}">
              <a14:hiddenFill xmlns:a14="http://schemas.microsoft.com/office/drawing/2010/main">
                <a:solidFill>
                  <a:srgbClr val="FFFFFF"/>
                </a:solidFill>
              </a14:hiddenFill>
            </a:ext>
          </a:extLst>
        </p:spPr>
        <p:txBody>
          <a:bodyPr vert="horz"/>
          <a:lstStyle/>
          <a:p>
            <a:r>
              <a:rPr lang="en-US" sz="2200" dirty="0">
                <a:latin typeface="+mj-lt"/>
              </a:rPr>
              <a:t>Uneven performance across management practices indicates that targeted improvements, not broad-based change, will drive maturity gains</a:t>
            </a:r>
          </a:p>
        </p:txBody>
      </p:sp>
      <p:sp>
        <p:nvSpPr>
          <p:cNvPr id="22" name="Subtitle 21">
            <a:extLst>
              <a:ext uri="{FF2B5EF4-FFF2-40B4-BE49-F238E27FC236}">
                <a16:creationId xmlns:a16="http://schemas.microsoft.com/office/drawing/2014/main" id="{CF65F099-72AB-E525-94DE-AB4C0887DECD}"/>
              </a:ext>
            </a:extLst>
          </p:cNvPr>
          <p:cNvSpPr>
            <a:spLocks noGrp="1"/>
          </p:cNvSpPr>
          <p:nvPr>
            <p:ph type="subTitle" idx="1"/>
          </p:nvPr>
        </p:nvSpPr>
        <p:spPr>
          <a:xfrm>
            <a:off x="554736" y="958596"/>
            <a:ext cx="11082528" cy="169277"/>
          </a:xfrm>
        </p:spPr>
        <p:txBody>
          <a:bodyPr/>
          <a:lstStyle/>
          <a:p>
            <a:r>
              <a:rPr lang="en-US" sz="1100" b="1"/>
              <a:t>AIQ scores by management practice (1 to 5)</a:t>
            </a:r>
          </a:p>
        </p:txBody>
      </p:sp>
      <p:cxnSp>
        <p:nvCxnSpPr>
          <p:cNvPr id="33" name="Straight Connector 32">
            <a:extLst>
              <a:ext uri="{FF2B5EF4-FFF2-40B4-BE49-F238E27FC236}">
                <a16:creationId xmlns:a16="http://schemas.microsoft.com/office/drawing/2014/main" id="{AA8D1CB9-9A03-C371-D9F0-9343D3CBB770}"/>
              </a:ext>
            </a:extLst>
          </p:cNvPr>
          <p:cNvCxnSpPr>
            <a:cxnSpLocks/>
          </p:cNvCxnSpPr>
          <p:nvPr/>
        </p:nvCxnSpPr>
        <p:spPr>
          <a:xfrm>
            <a:off x="3825875" y="1525588"/>
            <a:ext cx="1588" cy="4408488"/>
          </a:xfrm>
          <a:prstGeom prst="line">
            <a:avLst/>
          </a:prstGeom>
          <a:ln w="6350" cap="flat">
            <a:solidFill>
              <a:srgbClr val="B3B3B3"/>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D49BC0-4B73-06C4-09C2-F2F14D84773F}"/>
              </a:ext>
            </a:extLst>
          </p:cNvPr>
          <p:cNvCxnSpPr>
            <a:cxnSpLocks/>
          </p:cNvCxnSpPr>
          <p:nvPr/>
        </p:nvCxnSpPr>
        <p:spPr>
          <a:xfrm>
            <a:off x="4968875" y="1525588"/>
            <a:ext cx="1588" cy="4408488"/>
          </a:xfrm>
          <a:prstGeom prst="line">
            <a:avLst/>
          </a:prstGeom>
          <a:ln w="6350" cap="flat">
            <a:solidFill>
              <a:srgbClr val="B3B3B3"/>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483899F-248E-571C-B11C-9AA978EB077F}"/>
              </a:ext>
            </a:extLst>
          </p:cNvPr>
          <p:cNvCxnSpPr>
            <a:cxnSpLocks/>
          </p:cNvCxnSpPr>
          <p:nvPr/>
        </p:nvCxnSpPr>
        <p:spPr>
          <a:xfrm>
            <a:off x="6111875" y="1525588"/>
            <a:ext cx="1588" cy="4408488"/>
          </a:xfrm>
          <a:prstGeom prst="line">
            <a:avLst/>
          </a:prstGeom>
          <a:ln w="6350" cap="flat">
            <a:solidFill>
              <a:srgbClr val="B3B3B3"/>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EF5BBD9-393D-FFDA-82D2-AEF6E3470667}"/>
              </a:ext>
            </a:extLst>
          </p:cNvPr>
          <p:cNvCxnSpPr>
            <a:cxnSpLocks/>
          </p:cNvCxnSpPr>
          <p:nvPr/>
        </p:nvCxnSpPr>
        <p:spPr>
          <a:xfrm>
            <a:off x="7253288" y="1525588"/>
            <a:ext cx="1588" cy="4408488"/>
          </a:xfrm>
          <a:prstGeom prst="line">
            <a:avLst/>
          </a:prstGeom>
          <a:ln w="6350" cap="flat">
            <a:solidFill>
              <a:srgbClr val="B3B3B3"/>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6C31975-E7BD-9D34-0459-7C0D623FBDBF}"/>
              </a:ext>
            </a:extLst>
          </p:cNvPr>
          <p:cNvCxnSpPr>
            <a:cxnSpLocks/>
          </p:cNvCxnSpPr>
          <p:nvPr/>
        </p:nvCxnSpPr>
        <p:spPr>
          <a:xfrm>
            <a:off x="8396288" y="1525588"/>
            <a:ext cx="1588" cy="4408488"/>
          </a:xfrm>
          <a:prstGeom prst="line">
            <a:avLst/>
          </a:prstGeom>
          <a:ln w="6350" cap="flat">
            <a:solidFill>
              <a:srgbClr val="B3B3B3"/>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966226D-887C-BB1A-1332-0DB00EA4C29E}"/>
              </a:ext>
            </a:extLst>
          </p:cNvPr>
          <p:cNvCxnSpPr>
            <a:cxnSpLocks/>
          </p:cNvCxnSpPr>
          <p:nvPr>
            <p:custDataLst>
              <p:tags r:id="rId4"/>
            </p:custDataLst>
          </p:nvPr>
        </p:nvCxnSpPr>
        <p:spPr>
          <a:xfrm>
            <a:off x="554038" y="3119438"/>
            <a:ext cx="7842250"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19D40D5-ED90-830E-2F75-6D589C87C325}"/>
              </a:ext>
            </a:extLst>
          </p:cNvPr>
          <p:cNvCxnSpPr>
            <a:cxnSpLocks/>
          </p:cNvCxnSpPr>
          <p:nvPr>
            <p:custDataLst>
              <p:tags r:id="rId5"/>
            </p:custDataLst>
          </p:nvPr>
        </p:nvCxnSpPr>
        <p:spPr>
          <a:xfrm>
            <a:off x="554038" y="3695700"/>
            <a:ext cx="7842250"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F58B0D4-2A48-F573-13F9-F947F35C45B1}"/>
              </a:ext>
            </a:extLst>
          </p:cNvPr>
          <p:cNvCxnSpPr>
            <a:cxnSpLocks/>
          </p:cNvCxnSpPr>
          <p:nvPr>
            <p:custDataLst>
              <p:tags r:id="rId6"/>
            </p:custDataLst>
          </p:nvPr>
        </p:nvCxnSpPr>
        <p:spPr>
          <a:xfrm>
            <a:off x="554038" y="4435714"/>
            <a:ext cx="7842250"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1DA195F-DB7B-0468-876D-47608FE2B247}"/>
              </a:ext>
            </a:extLst>
          </p:cNvPr>
          <p:cNvCxnSpPr>
            <a:cxnSpLocks/>
          </p:cNvCxnSpPr>
          <p:nvPr>
            <p:custDataLst>
              <p:tags r:id="rId7"/>
            </p:custDataLst>
          </p:nvPr>
        </p:nvCxnSpPr>
        <p:spPr>
          <a:xfrm>
            <a:off x="554038" y="5158027"/>
            <a:ext cx="7842250"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3F5B3EC-4879-9DDF-06FE-4AA9BBFBD16F}"/>
              </a:ext>
            </a:extLst>
          </p:cNvPr>
          <p:cNvCxnSpPr>
            <a:cxnSpLocks/>
          </p:cNvCxnSpPr>
          <p:nvPr>
            <p:custDataLst>
              <p:tags r:id="rId8"/>
            </p:custDataLst>
          </p:nvPr>
        </p:nvCxnSpPr>
        <p:spPr>
          <a:xfrm>
            <a:off x="554038" y="2417763"/>
            <a:ext cx="7842250"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EC08DE9-C31C-192B-B533-1FA0932DD714}"/>
              </a:ext>
            </a:extLst>
          </p:cNvPr>
          <p:cNvCxnSpPr>
            <a:cxnSpLocks/>
          </p:cNvCxnSpPr>
          <p:nvPr>
            <p:custDataLst>
              <p:tags r:id="rId9"/>
            </p:custDataLst>
          </p:nvPr>
        </p:nvCxnSpPr>
        <p:spPr>
          <a:xfrm>
            <a:off x="1687513" y="1693863"/>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D599BDC-383A-A32F-7BB7-57C078B6C6C3}"/>
              </a:ext>
            </a:extLst>
          </p:cNvPr>
          <p:cNvCxnSpPr>
            <a:cxnSpLocks/>
          </p:cNvCxnSpPr>
          <p:nvPr>
            <p:custDataLst>
              <p:tags r:id="rId10"/>
            </p:custDataLst>
          </p:nvPr>
        </p:nvCxnSpPr>
        <p:spPr>
          <a:xfrm>
            <a:off x="1687513" y="1981200"/>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701EE9E-C03E-3732-36C8-362AC99926FF}"/>
              </a:ext>
            </a:extLst>
          </p:cNvPr>
          <p:cNvCxnSpPr>
            <a:cxnSpLocks/>
          </p:cNvCxnSpPr>
          <p:nvPr>
            <p:custDataLst>
              <p:tags r:id="rId11"/>
            </p:custDataLst>
          </p:nvPr>
        </p:nvCxnSpPr>
        <p:spPr>
          <a:xfrm>
            <a:off x="1687513" y="2125663"/>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EFDCFEE-8FF8-9560-2C63-98B147AC98B9}"/>
              </a:ext>
            </a:extLst>
          </p:cNvPr>
          <p:cNvCxnSpPr>
            <a:cxnSpLocks/>
          </p:cNvCxnSpPr>
          <p:nvPr>
            <p:custDataLst>
              <p:tags r:id="rId12"/>
            </p:custDataLst>
          </p:nvPr>
        </p:nvCxnSpPr>
        <p:spPr>
          <a:xfrm>
            <a:off x="1685925" y="2562225"/>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93B48D8-E94E-C558-111A-42C81EA4D9AF}"/>
              </a:ext>
            </a:extLst>
          </p:cNvPr>
          <p:cNvCxnSpPr>
            <a:cxnSpLocks/>
          </p:cNvCxnSpPr>
          <p:nvPr>
            <p:custDataLst>
              <p:tags r:id="rId13"/>
            </p:custDataLst>
          </p:nvPr>
        </p:nvCxnSpPr>
        <p:spPr>
          <a:xfrm>
            <a:off x="1685925" y="2705100"/>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2D1E4C3-77E5-3BE5-0416-1CB386A187DA}"/>
              </a:ext>
            </a:extLst>
          </p:cNvPr>
          <p:cNvCxnSpPr>
            <a:cxnSpLocks/>
          </p:cNvCxnSpPr>
          <p:nvPr>
            <p:custDataLst>
              <p:tags r:id="rId14"/>
            </p:custDataLst>
          </p:nvPr>
        </p:nvCxnSpPr>
        <p:spPr>
          <a:xfrm>
            <a:off x="1685925" y="2857500"/>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89023EB-A614-DAF9-72F8-0E0D99CDDFB0}"/>
              </a:ext>
            </a:extLst>
          </p:cNvPr>
          <p:cNvCxnSpPr>
            <a:cxnSpLocks/>
          </p:cNvCxnSpPr>
          <p:nvPr>
            <p:custDataLst>
              <p:tags r:id="rId15"/>
            </p:custDataLst>
          </p:nvPr>
        </p:nvCxnSpPr>
        <p:spPr>
          <a:xfrm>
            <a:off x="1685925" y="3263900"/>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758BCFD-6984-50CD-1986-257F9CE75D83}"/>
              </a:ext>
            </a:extLst>
          </p:cNvPr>
          <p:cNvCxnSpPr>
            <a:cxnSpLocks/>
          </p:cNvCxnSpPr>
          <p:nvPr>
            <p:custDataLst>
              <p:tags r:id="rId16"/>
            </p:custDataLst>
          </p:nvPr>
        </p:nvCxnSpPr>
        <p:spPr>
          <a:xfrm>
            <a:off x="1685925" y="3408363"/>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603F5FD-9BBC-16D4-693C-661E44092521}"/>
              </a:ext>
            </a:extLst>
          </p:cNvPr>
          <p:cNvCxnSpPr>
            <a:cxnSpLocks/>
          </p:cNvCxnSpPr>
          <p:nvPr>
            <p:custDataLst>
              <p:tags r:id="rId17"/>
            </p:custDataLst>
          </p:nvPr>
        </p:nvCxnSpPr>
        <p:spPr>
          <a:xfrm>
            <a:off x="1685925" y="3552825"/>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F8754AE-B68E-AE87-34FF-1955E82D0DD0}"/>
              </a:ext>
            </a:extLst>
          </p:cNvPr>
          <p:cNvCxnSpPr>
            <a:cxnSpLocks/>
          </p:cNvCxnSpPr>
          <p:nvPr>
            <p:custDataLst>
              <p:tags r:id="rId18"/>
            </p:custDataLst>
          </p:nvPr>
        </p:nvCxnSpPr>
        <p:spPr>
          <a:xfrm>
            <a:off x="1685925" y="3840163"/>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5D1E815-B328-D5D5-321D-A852324DCC81}"/>
              </a:ext>
            </a:extLst>
          </p:cNvPr>
          <p:cNvCxnSpPr>
            <a:cxnSpLocks/>
          </p:cNvCxnSpPr>
          <p:nvPr>
            <p:custDataLst>
              <p:tags r:id="rId19"/>
            </p:custDataLst>
          </p:nvPr>
        </p:nvCxnSpPr>
        <p:spPr>
          <a:xfrm>
            <a:off x="1685925" y="3984625"/>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25982380-3AFF-D1D0-5C9E-013C9A6E87BE}"/>
              </a:ext>
            </a:extLst>
          </p:cNvPr>
          <p:cNvCxnSpPr>
            <a:cxnSpLocks/>
          </p:cNvCxnSpPr>
          <p:nvPr>
            <p:custDataLst>
              <p:tags r:id="rId20"/>
            </p:custDataLst>
          </p:nvPr>
        </p:nvCxnSpPr>
        <p:spPr>
          <a:xfrm>
            <a:off x="1685925" y="4137025"/>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1D95898-FADF-CF95-DA96-6090ACBFC0BC}"/>
              </a:ext>
            </a:extLst>
          </p:cNvPr>
          <p:cNvCxnSpPr>
            <a:cxnSpLocks/>
          </p:cNvCxnSpPr>
          <p:nvPr>
            <p:custDataLst>
              <p:tags r:id="rId21"/>
            </p:custDataLst>
          </p:nvPr>
        </p:nvCxnSpPr>
        <p:spPr>
          <a:xfrm>
            <a:off x="1685925" y="4580177"/>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08ED56E-AE70-4B64-4A9E-4718B711C90F}"/>
              </a:ext>
            </a:extLst>
          </p:cNvPr>
          <p:cNvCxnSpPr>
            <a:cxnSpLocks/>
          </p:cNvCxnSpPr>
          <p:nvPr>
            <p:custDataLst>
              <p:tags r:id="rId22"/>
            </p:custDataLst>
          </p:nvPr>
        </p:nvCxnSpPr>
        <p:spPr>
          <a:xfrm>
            <a:off x="1685925" y="4724639"/>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722F0178-CD12-6006-3C78-63555B678488}"/>
              </a:ext>
            </a:extLst>
          </p:cNvPr>
          <p:cNvCxnSpPr>
            <a:cxnSpLocks/>
          </p:cNvCxnSpPr>
          <p:nvPr>
            <p:custDataLst>
              <p:tags r:id="rId23"/>
            </p:custDataLst>
          </p:nvPr>
        </p:nvCxnSpPr>
        <p:spPr>
          <a:xfrm>
            <a:off x="1685925" y="4869102"/>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5A8F8B4C-8E64-D07E-BB72-DBADAA02ECC9}"/>
              </a:ext>
            </a:extLst>
          </p:cNvPr>
          <p:cNvCxnSpPr>
            <a:cxnSpLocks/>
          </p:cNvCxnSpPr>
          <p:nvPr>
            <p:custDataLst>
              <p:tags r:id="rId24"/>
            </p:custDataLst>
          </p:nvPr>
        </p:nvCxnSpPr>
        <p:spPr>
          <a:xfrm>
            <a:off x="1685925" y="5013564"/>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6FAA776-9A3F-8CFD-A9FA-0BD54F7E4129}"/>
              </a:ext>
            </a:extLst>
          </p:cNvPr>
          <p:cNvCxnSpPr>
            <a:cxnSpLocks/>
          </p:cNvCxnSpPr>
          <p:nvPr>
            <p:custDataLst>
              <p:tags r:id="rId25"/>
            </p:custDataLst>
          </p:nvPr>
        </p:nvCxnSpPr>
        <p:spPr>
          <a:xfrm>
            <a:off x="1685925" y="5302489"/>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C54898B-B96B-AFBB-3014-CA9C656074D6}"/>
              </a:ext>
            </a:extLst>
          </p:cNvPr>
          <p:cNvCxnSpPr>
            <a:cxnSpLocks/>
          </p:cNvCxnSpPr>
          <p:nvPr>
            <p:custDataLst>
              <p:tags r:id="rId26"/>
            </p:custDataLst>
          </p:nvPr>
        </p:nvCxnSpPr>
        <p:spPr>
          <a:xfrm>
            <a:off x="1685925" y="5445364"/>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60A9A43-D961-2D77-BF7C-6F1D4A59DE6F}"/>
              </a:ext>
            </a:extLst>
          </p:cNvPr>
          <p:cNvCxnSpPr>
            <a:cxnSpLocks/>
          </p:cNvCxnSpPr>
          <p:nvPr>
            <p:custDataLst>
              <p:tags r:id="rId27"/>
            </p:custDataLst>
          </p:nvPr>
        </p:nvCxnSpPr>
        <p:spPr>
          <a:xfrm>
            <a:off x="1685925" y="5589827"/>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EA9B02AF-A1A5-CA70-22AE-67C48D5F0BE8}"/>
              </a:ext>
            </a:extLst>
          </p:cNvPr>
          <p:cNvCxnSpPr>
            <a:cxnSpLocks/>
          </p:cNvCxnSpPr>
          <p:nvPr>
            <p:custDataLst>
              <p:tags r:id="rId28"/>
            </p:custDataLst>
          </p:nvPr>
        </p:nvCxnSpPr>
        <p:spPr>
          <a:xfrm>
            <a:off x="1685925" y="5735877"/>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05B54F20-A887-BFF0-6A96-0C94BAA4591B}"/>
              </a:ext>
            </a:extLst>
          </p:cNvPr>
          <p:cNvCxnSpPr>
            <a:cxnSpLocks/>
          </p:cNvCxnSpPr>
          <p:nvPr>
            <p:custDataLst>
              <p:tags r:id="rId29"/>
            </p:custDataLst>
          </p:nvPr>
        </p:nvCxnSpPr>
        <p:spPr>
          <a:xfrm>
            <a:off x="1687513" y="1836738"/>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CFB188BE-FC4A-27CE-39CE-41882A392E8D}"/>
              </a:ext>
            </a:extLst>
          </p:cNvPr>
          <p:cNvCxnSpPr>
            <a:cxnSpLocks/>
          </p:cNvCxnSpPr>
          <p:nvPr>
            <p:custDataLst>
              <p:tags r:id="rId30"/>
            </p:custDataLst>
          </p:nvPr>
        </p:nvCxnSpPr>
        <p:spPr>
          <a:xfrm flipV="1">
            <a:off x="554038" y="1525588"/>
            <a:ext cx="7842250" cy="26988"/>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17" name="Chart 16">
            <a:extLst>
              <a:ext uri="{FF2B5EF4-FFF2-40B4-BE49-F238E27FC236}">
                <a16:creationId xmlns:a16="http://schemas.microsoft.com/office/drawing/2014/main" id="{B2176152-A961-818F-9A7D-CA0CEED2981A}"/>
              </a:ext>
            </a:extLst>
          </p:cNvPr>
          <p:cNvGraphicFramePr/>
          <p:nvPr>
            <p:custDataLst>
              <p:tags r:id="rId31"/>
            </p:custDataLst>
            <p:extLst>
              <p:ext uri="{D42A27DB-BD31-4B8C-83A1-F6EECF244321}">
                <p14:modId xmlns:p14="http://schemas.microsoft.com/office/powerpoint/2010/main" val="343238938"/>
              </p:ext>
            </p:extLst>
          </p:nvPr>
        </p:nvGraphicFramePr>
        <p:xfrm>
          <a:off x="3741738" y="1550988"/>
          <a:ext cx="4735512" cy="4356100"/>
        </p:xfrm>
        <a:graphic>
          <a:graphicData uri="http://schemas.openxmlformats.org/drawingml/2006/chart">
            <c:chart xmlns:c="http://schemas.openxmlformats.org/drawingml/2006/chart" xmlns:r="http://schemas.openxmlformats.org/officeDocument/2006/relationships" r:id="rId76"/>
          </a:graphicData>
        </a:graphic>
      </p:graphicFrame>
      <p:sp>
        <p:nvSpPr>
          <p:cNvPr id="213" name="TextBox 212">
            <a:extLst>
              <a:ext uri="{FF2B5EF4-FFF2-40B4-BE49-F238E27FC236}">
                <a16:creationId xmlns:a16="http://schemas.microsoft.com/office/drawing/2014/main" id="{C91DC77F-F773-AB91-2082-A7C618A0FDCF}"/>
              </a:ext>
            </a:extLst>
          </p:cNvPr>
          <p:cNvSpPr txBox="1">
            <a:spLocks/>
          </p:cNvSpPr>
          <p:nvPr/>
        </p:nvSpPr>
        <p:spPr>
          <a:xfrm>
            <a:off x="3783013" y="1325563"/>
            <a:ext cx="85725" cy="171450"/>
          </a:xfrm>
          <a:prstGeom prst="rect">
            <a:avLst/>
          </a:prstGeom>
        </p:spPr>
        <p:txBody>
          <a:bodyPr vert="horz" wrap="non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2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1</a:t>
            </a:r>
          </a:p>
        </p:txBody>
      </p:sp>
      <p:sp>
        <p:nvSpPr>
          <p:cNvPr id="214" name="TextBox 213">
            <a:extLst>
              <a:ext uri="{FF2B5EF4-FFF2-40B4-BE49-F238E27FC236}">
                <a16:creationId xmlns:a16="http://schemas.microsoft.com/office/drawing/2014/main" id="{FDE83A23-2EE4-D78F-A614-C368471A153D}"/>
              </a:ext>
            </a:extLst>
          </p:cNvPr>
          <p:cNvSpPr txBox="1">
            <a:spLocks/>
          </p:cNvSpPr>
          <p:nvPr/>
        </p:nvSpPr>
        <p:spPr>
          <a:xfrm>
            <a:off x="4926013" y="1325563"/>
            <a:ext cx="85725" cy="171450"/>
          </a:xfrm>
          <a:prstGeom prst="rect">
            <a:avLst/>
          </a:prstGeom>
        </p:spPr>
        <p:txBody>
          <a:bodyPr vert="horz" wrap="non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2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2</a:t>
            </a:r>
          </a:p>
        </p:txBody>
      </p:sp>
      <p:sp>
        <p:nvSpPr>
          <p:cNvPr id="215" name="TextBox 214">
            <a:extLst>
              <a:ext uri="{FF2B5EF4-FFF2-40B4-BE49-F238E27FC236}">
                <a16:creationId xmlns:a16="http://schemas.microsoft.com/office/drawing/2014/main" id="{E4C40D66-A287-9D1C-B8BE-DF47C43836B4}"/>
              </a:ext>
            </a:extLst>
          </p:cNvPr>
          <p:cNvSpPr txBox="1">
            <a:spLocks/>
          </p:cNvSpPr>
          <p:nvPr/>
        </p:nvSpPr>
        <p:spPr>
          <a:xfrm>
            <a:off x="6069013" y="1325563"/>
            <a:ext cx="85725" cy="171450"/>
          </a:xfrm>
          <a:prstGeom prst="rect">
            <a:avLst/>
          </a:prstGeom>
        </p:spPr>
        <p:txBody>
          <a:bodyPr vert="horz" wrap="non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2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3</a:t>
            </a:r>
          </a:p>
        </p:txBody>
      </p:sp>
      <p:sp>
        <p:nvSpPr>
          <p:cNvPr id="216" name="TextBox 215">
            <a:extLst>
              <a:ext uri="{FF2B5EF4-FFF2-40B4-BE49-F238E27FC236}">
                <a16:creationId xmlns:a16="http://schemas.microsoft.com/office/drawing/2014/main" id="{DDF859C8-3628-6AA1-EDAE-FF2C0FC5530B}"/>
              </a:ext>
            </a:extLst>
          </p:cNvPr>
          <p:cNvSpPr txBox="1">
            <a:spLocks/>
          </p:cNvSpPr>
          <p:nvPr/>
        </p:nvSpPr>
        <p:spPr>
          <a:xfrm>
            <a:off x="7210425" y="1325563"/>
            <a:ext cx="87313" cy="171450"/>
          </a:xfrm>
          <a:prstGeom prst="rect">
            <a:avLst/>
          </a:prstGeom>
        </p:spPr>
        <p:txBody>
          <a:bodyPr vert="horz" wrap="non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2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4</a:t>
            </a:r>
          </a:p>
        </p:txBody>
      </p:sp>
      <p:sp>
        <p:nvSpPr>
          <p:cNvPr id="217" name="TextBox 216">
            <a:extLst>
              <a:ext uri="{FF2B5EF4-FFF2-40B4-BE49-F238E27FC236}">
                <a16:creationId xmlns:a16="http://schemas.microsoft.com/office/drawing/2014/main" id="{3CE1729E-128F-3585-15B8-E4036A4B34B7}"/>
              </a:ext>
            </a:extLst>
          </p:cNvPr>
          <p:cNvSpPr txBox="1">
            <a:spLocks/>
          </p:cNvSpPr>
          <p:nvPr/>
        </p:nvSpPr>
        <p:spPr>
          <a:xfrm>
            <a:off x="8355013" y="1325563"/>
            <a:ext cx="84138" cy="171450"/>
          </a:xfrm>
          <a:prstGeom prst="rect">
            <a:avLst/>
          </a:prstGeom>
        </p:spPr>
        <p:txBody>
          <a:bodyPr vert="horz" wrap="none" lIns="0" tIns="0" rIns="0" bIns="0"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2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5</a:t>
            </a:r>
          </a:p>
        </p:txBody>
      </p:sp>
      <p:sp>
        <p:nvSpPr>
          <p:cNvPr id="218" name="TextBox 217">
            <a:extLst>
              <a:ext uri="{FF2B5EF4-FFF2-40B4-BE49-F238E27FC236}">
                <a16:creationId xmlns:a16="http://schemas.microsoft.com/office/drawing/2014/main" id="{D980FFC0-3B95-2A19-587E-955B6667225E}"/>
              </a:ext>
            </a:extLst>
          </p:cNvPr>
          <p:cNvSpPr txBox="1">
            <a:spLocks/>
          </p:cNvSpPr>
          <p:nvPr>
            <p:custDataLst>
              <p:tags r:id="rId32"/>
            </p:custDataLst>
          </p:nvPr>
        </p:nvSpPr>
        <p:spPr>
          <a:xfrm>
            <a:off x="554038" y="3125789"/>
            <a:ext cx="881063" cy="33855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Operating Model</a:t>
            </a:r>
          </a:p>
        </p:txBody>
      </p:sp>
      <p:sp>
        <p:nvSpPr>
          <p:cNvPr id="219" name="TextBox 218">
            <a:extLst>
              <a:ext uri="{FF2B5EF4-FFF2-40B4-BE49-F238E27FC236}">
                <a16:creationId xmlns:a16="http://schemas.microsoft.com/office/drawing/2014/main" id="{92AEF679-D481-E6F4-AB4F-C067F60D5906}"/>
              </a:ext>
            </a:extLst>
          </p:cNvPr>
          <p:cNvSpPr txBox="1">
            <a:spLocks/>
          </p:cNvSpPr>
          <p:nvPr>
            <p:custDataLst>
              <p:tags r:id="rId33"/>
            </p:custDataLst>
          </p:nvPr>
        </p:nvSpPr>
        <p:spPr>
          <a:xfrm>
            <a:off x="554038" y="3705225"/>
            <a:ext cx="881063" cy="1692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Technology </a:t>
            </a:r>
          </a:p>
        </p:txBody>
      </p:sp>
      <p:sp>
        <p:nvSpPr>
          <p:cNvPr id="228" name="TextBox 227">
            <a:extLst>
              <a:ext uri="{FF2B5EF4-FFF2-40B4-BE49-F238E27FC236}">
                <a16:creationId xmlns:a16="http://schemas.microsoft.com/office/drawing/2014/main" id="{6F2422BE-76CC-61AF-95F3-0CAC83696413}"/>
              </a:ext>
            </a:extLst>
          </p:cNvPr>
          <p:cNvSpPr txBox="1">
            <a:spLocks/>
          </p:cNvSpPr>
          <p:nvPr>
            <p:custDataLst>
              <p:tags r:id="rId34"/>
            </p:custDataLst>
          </p:nvPr>
        </p:nvSpPr>
        <p:spPr>
          <a:xfrm>
            <a:off x="554038" y="4443652"/>
            <a:ext cx="881063" cy="1692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Data </a:t>
            </a:r>
          </a:p>
        </p:txBody>
      </p:sp>
      <p:sp>
        <p:nvSpPr>
          <p:cNvPr id="229" name="TextBox 228">
            <a:extLst>
              <a:ext uri="{FF2B5EF4-FFF2-40B4-BE49-F238E27FC236}">
                <a16:creationId xmlns:a16="http://schemas.microsoft.com/office/drawing/2014/main" id="{6F8EF48E-242D-BF1A-FC3E-9E588A35576C}"/>
              </a:ext>
            </a:extLst>
          </p:cNvPr>
          <p:cNvSpPr txBox="1">
            <a:spLocks/>
          </p:cNvSpPr>
          <p:nvPr>
            <p:custDataLst>
              <p:tags r:id="rId35"/>
            </p:custDataLst>
          </p:nvPr>
        </p:nvSpPr>
        <p:spPr>
          <a:xfrm>
            <a:off x="554038" y="2425700"/>
            <a:ext cx="881063" cy="1692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Talent</a:t>
            </a:r>
          </a:p>
        </p:txBody>
      </p:sp>
      <p:sp>
        <p:nvSpPr>
          <p:cNvPr id="230" name="TextBox 229">
            <a:extLst>
              <a:ext uri="{FF2B5EF4-FFF2-40B4-BE49-F238E27FC236}">
                <a16:creationId xmlns:a16="http://schemas.microsoft.com/office/drawing/2014/main" id="{6DF2A8C7-3006-62CA-7B00-BE9DA157988C}"/>
              </a:ext>
            </a:extLst>
          </p:cNvPr>
          <p:cNvSpPr txBox="1">
            <a:spLocks/>
          </p:cNvSpPr>
          <p:nvPr>
            <p:custDataLst>
              <p:tags r:id="rId36"/>
            </p:custDataLst>
          </p:nvPr>
        </p:nvSpPr>
        <p:spPr>
          <a:xfrm>
            <a:off x="554038" y="5165965"/>
            <a:ext cx="881063" cy="33855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Adoption and Scaling</a:t>
            </a:r>
          </a:p>
        </p:txBody>
      </p:sp>
      <p:sp>
        <p:nvSpPr>
          <p:cNvPr id="231" name="TextBox 230">
            <a:extLst>
              <a:ext uri="{FF2B5EF4-FFF2-40B4-BE49-F238E27FC236}">
                <a16:creationId xmlns:a16="http://schemas.microsoft.com/office/drawing/2014/main" id="{8E0A58D3-F03E-2C0E-6DB3-905DD91CA439}"/>
              </a:ext>
            </a:extLst>
          </p:cNvPr>
          <p:cNvSpPr txBox="1">
            <a:spLocks/>
          </p:cNvSpPr>
          <p:nvPr>
            <p:custDataLst>
              <p:tags r:id="rId37"/>
            </p:custDataLst>
          </p:nvPr>
        </p:nvSpPr>
        <p:spPr>
          <a:xfrm>
            <a:off x="554038" y="1555750"/>
            <a:ext cx="881063" cy="16927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Strategy</a:t>
            </a:r>
          </a:p>
        </p:txBody>
      </p:sp>
      <p:sp>
        <p:nvSpPr>
          <p:cNvPr id="232" name="TextBox 231">
            <a:extLst>
              <a:ext uri="{FF2B5EF4-FFF2-40B4-BE49-F238E27FC236}">
                <a16:creationId xmlns:a16="http://schemas.microsoft.com/office/drawing/2014/main" id="{711E9990-41B1-F101-C93F-3D6BDD9BA9DD}"/>
              </a:ext>
            </a:extLst>
          </p:cNvPr>
          <p:cNvSpPr txBox="1">
            <a:spLocks/>
          </p:cNvSpPr>
          <p:nvPr/>
        </p:nvSpPr>
        <p:spPr>
          <a:xfrm>
            <a:off x="554038" y="1327736"/>
            <a:ext cx="881063" cy="16927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Dimensions</a:t>
            </a:r>
          </a:p>
        </p:txBody>
      </p:sp>
      <p:sp>
        <p:nvSpPr>
          <p:cNvPr id="233" name="TextBox 232">
            <a:extLst>
              <a:ext uri="{FF2B5EF4-FFF2-40B4-BE49-F238E27FC236}">
                <a16:creationId xmlns:a16="http://schemas.microsoft.com/office/drawing/2014/main" id="{35503A82-9EAB-CFB5-011E-3600FEA77A62}"/>
              </a:ext>
            </a:extLst>
          </p:cNvPr>
          <p:cNvSpPr txBox="1">
            <a:spLocks/>
          </p:cNvSpPr>
          <p:nvPr>
            <p:custDataLst>
              <p:tags r:id="rId38"/>
            </p:custDataLst>
          </p:nvPr>
        </p:nvSpPr>
        <p:spPr>
          <a:xfrm>
            <a:off x="1687513" y="1550795"/>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Bold, Long-Term V</a:t>
            </a:r>
            <a:r>
              <a:rPr kumimoji="0" lang="en-AU" sz="9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rPr>
              <a:t>ision</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34" name="TextBox 233">
            <a:extLst>
              <a:ext uri="{FF2B5EF4-FFF2-40B4-BE49-F238E27FC236}">
                <a16:creationId xmlns:a16="http://schemas.microsoft.com/office/drawing/2014/main" id="{BEE10F60-6C88-9461-7D1F-2D164CAC511B}"/>
              </a:ext>
            </a:extLst>
          </p:cNvPr>
          <p:cNvSpPr txBox="1">
            <a:spLocks/>
          </p:cNvSpPr>
          <p:nvPr>
            <p:custDataLst>
              <p:tags r:id="rId39"/>
            </p:custDataLst>
          </p:nvPr>
        </p:nvSpPr>
        <p:spPr>
          <a:xfrm>
            <a:off x="1687513" y="1695258"/>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Linked to Business S</a:t>
            </a:r>
            <a:r>
              <a:rPr kumimoji="0" lang="en-AU" sz="9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rPr>
              <a:t>trategy</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35" name="TextBox 234">
            <a:extLst>
              <a:ext uri="{FF2B5EF4-FFF2-40B4-BE49-F238E27FC236}">
                <a16:creationId xmlns:a16="http://schemas.microsoft.com/office/drawing/2014/main" id="{281E2843-76F9-B572-024F-DC180180E736}"/>
              </a:ext>
            </a:extLst>
          </p:cNvPr>
          <p:cNvSpPr txBox="1">
            <a:spLocks/>
          </p:cNvSpPr>
          <p:nvPr>
            <p:custDataLst>
              <p:tags r:id="rId40"/>
            </p:custDataLst>
          </p:nvPr>
        </p:nvSpPr>
        <p:spPr>
          <a:xfrm>
            <a:off x="1687513" y="2128645"/>
            <a:ext cx="2030413" cy="138499"/>
          </a:xfrm>
          <a:prstGeom prst="rect">
            <a:avLst/>
          </a:prstGeom>
        </p:spPr>
        <p:txBody>
          <a:bodyPr vert="horz" wrap="square" lIns="0" tIns="0" rIns="0" bIns="0" rtlCol="0" anchor="ctr">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900" b="0" i="0" u="none" strike="noStrike" cap="none" spc="0" normalizeH="0" baseline="0">
                <a:ln>
                  <a:noFill/>
                </a:ln>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Business Case</a:t>
            </a:r>
          </a:p>
        </p:txBody>
      </p:sp>
      <p:sp>
        <p:nvSpPr>
          <p:cNvPr id="236" name="TextBox 235">
            <a:extLst>
              <a:ext uri="{FF2B5EF4-FFF2-40B4-BE49-F238E27FC236}">
                <a16:creationId xmlns:a16="http://schemas.microsoft.com/office/drawing/2014/main" id="{97C64E9D-EADC-D70F-5F97-37F8526F9727}"/>
              </a:ext>
            </a:extLst>
          </p:cNvPr>
          <p:cNvSpPr txBox="1">
            <a:spLocks/>
          </p:cNvSpPr>
          <p:nvPr>
            <p:custDataLst>
              <p:tags r:id="rId41"/>
            </p:custDataLst>
          </p:nvPr>
        </p:nvSpPr>
        <p:spPr>
          <a:xfrm>
            <a:off x="1687513" y="1983389"/>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Ecosystem, Platform, and Partnerships</a:t>
            </a:r>
          </a:p>
        </p:txBody>
      </p:sp>
      <p:sp>
        <p:nvSpPr>
          <p:cNvPr id="237" name="TextBox 236">
            <a:extLst>
              <a:ext uri="{FF2B5EF4-FFF2-40B4-BE49-F238E27FC236}">
                <a16:creationId xmlns:a16="http://schemas.microsoft.com/office/drawing/2014/main" id="{03B5108F-08E8-EC00-5F03-7237C62AB488}"/>
              </a:ext>
            </a:extLst>
          </p:cNvPr>
          <p:cNvSpPr txBox="1">
            <a:spLocks/>
          </p:cNvSpPr>
          <p:nvPr>
            <p:custDataLst>
              <p:tags r:id="rId42"/>
            </p:custDataLst>
          </p:nvPr>
        </p:nvSpPr>
        <p:spPr>
          <a:xfrm>
            <a:off x="1687513" y="1839720"/>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Executive Alignment</a:t>
            </a:r>
          </a:p>
        </p:txBody>
      </p:sp>
      <p:sp>
        <p:nvSpPr>
          <p:cNvPr id="238" name="TextBox 237">
            <a:extLst>
              <a:ext uri="{FF2B5EF4-FFF2-40B4-BE49-F238E27FC236}">
                <a16:creationId xmlns:a16="http://schemas.microsoft.com/office/drawing/2014/main" id="{7C838D1D-49AD-E0F6-E196-0123BF8B804C}"/>
              </a:ext>
            </a:extLst>
          </p:cNvPr>
          <p:cNvSpPr txBox="1">
            <a:spLocks/>
          </p:cNvSpPr>
          <p:nvPr>
            <p:custDataLst>
              <p:tags r:id="rId43"/>
            </p:custDataLst>
          </p:nvPr>
        </p:nvSpPr>
        <p:spPr>
          <a:xfrm>
            <a:off x="1685925" y="2570163"/>
            <a:ext cx="2030413" cy="128588"/>
          </a:xfrm>
          <a:prstGeom prst="rect">
            <a:avLst/>
          </a:prstGeom>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Attraction &amp; Onboarding</a:t>
            </a:r>
          </a:p>
        </p:txBody>
      </p:sp>
      <p:sp>
        <p:nvSpPr>
          <p:cNvPr id="239" name="TextBox 238">
            <a:extLst>
              <a:ext uri="{FF2B5EF4-FFF2-40B4-BE49-F238E27FC236}">
                <a16:creationId xmlns:a16="http://schemas.microsoft.com/office/drawing/2014/main" id="{BC8C2361-59B1-3643-5836-B248F755548A}"/>
              </a:ext>
            </a:extLst>
          </p:cNvPr>
          <p:cNvSpPr txBox="1">
            <a:spLocks/>
          </p:cNvSpPr>
          <p:nvPr>
            <p:custDataLst>
              <p:tags r:id="rId44"/>
            </p:custDataLst>
          </p:nvPr>
        </p:nvSpPr>
        <p:spPr>
          <a:xfrm>
            <a:off x="1685925" y="2709670"/>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Talent Development</a:t>
            </a:r>
          </a:p>
        </p:txBody>
      </p:sp>
      <p:sp>
        <p:nvSpPr>
          <p:cNvPr id="240" name="TextBox 239">
            <a:extLst>
              <a:ext uri="{FF2B5EF4-FFF2-40B4-BE49-F238E27FC236}">
                <a16:creationId xmlns:a16="http://schemas.microsoft.com/office/drawing/2014/main" id="{0515520D-9025-C900-2CB2-DE0B13DA41CF}"/>
              </a:ext>
            </a:extLst>
          </p:cNvPr>
          <p:cNvSpPr txBox="1">
            <a:spLocks/>
          </p:cNvSpPr>
          <p:nvPr>
            <p:custDataLst>
              <p:tags r:id="rId45"/>
            </p:custDataLst>
          </p:nvPr>
        </p:nvSpPr>
        <p:spPr>
          <a:xfrm>
            <a:off x="1685925" y="2854927"/>
            <a:ext cx="2030413" cy="138499"/>
          </a:xfrm>
          <a:prstGeom prst="rect">
            <a:avLst/>
          </a:prstGeom>
        </p:spPr>
        <p:txBody>
          <a:bodyPr vert="horz" wrap="square" lIns="0" tIns="0" rIns="0" bIns="0" rtlCol="0" anchor="ctr">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900" b="0" i="0" u="none" strike="noStrike" cap="none" spc="0" normalizeH="0" baseline="0">
                <a:ln>
                  <a:noFill/>
                </a:ln>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Talent Management</a:t>
            </a:r>
          </a:p>
        </p:txBody>
      </p:sp>
      <p:sp>
        <p:nvSpPr>
          <p:cNvPr id="241" name="TextBox 240">
            <a:extLst>
              <a:ext uri="{FF2B5EF4-FFF2-40B4-BE49-F238E27FC236}">
                <a16:creationId xmlns:a16="http://schemas.microsoft.com/office/drawing/2014/main" id="{96986D57-9EBA-6DA1-5104-0440E84995D2}"/>
              </a:ext>
            </a:extLst>
          </p:cNvPr>
          <p:cNvSpPr txBox="1">
            <a:spLocks/>
          </p:cNvSpPr>
          <p:nvPr>
            <p:custDataLst>
              <p:tags r:id="rId46"/>
            </p:custDataLst>
          </p:nvPr>
        </p:nvSpPr>
        <p:spPr>
          <a:xfrm>
            <a:off x="1685925" y="3121626"/>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Structure and Roles</a:t>
            </a:r>
          </a:p>
        </p:txBody>
      </p:sp>
      <p:sp>
        <p:nvSpPr>
          <p:cNvPr id="242" name="TextBox 241">
            <a:extLst>
              <a:ext uri="{FF2B5EF4-FFF2-40B4-BE49-F238E27FC236}">
                <a16:creationId xmlns:a16="http://schemas.microsoft.com/office/drawing/2014/main" id="{021042FE-49EC-55B4-EBE6-016303006C7D}"/>
              </a:ext>
            </a:extLst>
          </p:cNvPr>
          <p:cNvSpPr txBox="1">
            <a:spLocks/>
          </p:cNvSpPr>
          <p:nvPr>
            <p:custDataLst>
              <p:tags r:id="rId47"/>
            </p:custDataLst>
          </p:nvPr>
        </p:nvSpPr>
        <p:spPr>
          <a:xfrm>
            <a:off x="1685925" y="3265295"/>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Ways of Working</a:t>
            </a:r>
          </a:p>
        </p:txBody>
      </p:sp>
      <p:sp>
        <p:nvSpPr>
          <p:cNvPr id="243" name="TextBox 242">
            <a:extLst>
              <a:ext uri="{FF2B5EF4-FFF2-40B4-BE49-F238E27FC236}">
                <a16:creationId xmlns:a16="http://schemas.microsoft.com/office/drawing/2014/main" id="{6528AB49-A39E-650D-6916-28716A0E7835}"/>
              </a:ext>
            </a:extLst>
          </p:cNvPr>
          <p:cNvSpPr txBox="1">
            <a:spLocks/>
          </p:cNvSpPr>
          <p:nvPr>
            <p:custDataLst>
              <p:tags r:id="rId48"/>
            </p:custDataLst>
          </p:nvPr>
        </p:nvSpPr>
        <p:spPr>
          <a:xfrm>
            <a:off x="1685925" y="3410551"/>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Funding &amp; Governance</a:t>
            </a:r>
          </a:p>
        </p:txBody>
      </p:sp>
      <p:sp>
        <p:nvSpPr>
          <p:cNvPr id="244" name="TextBox 243">
            <a:extLst>
              <a:ext uri="{FF2B5EF4-FFF2-40B4-BE49-F238E27FC236}">
                <a16:creationId xmlns:a16="http://schemas.microsoft.com/office/drawing/2014/main" id="{D70746DE-1281-D419-3B64-C757A8728CDA}"/>
              </a:ext>
            </a:extLst>
          </p:cNvPr>
          <p:cNvSpPr txBox="1">
            <a:spLocks/>
          </p:cNvSpPr>
          <p:nvPr>
            <p:custDataLst>
              <p:tags r:id="rId49"/>
            </p:custDataLst>
          </p:nvPr>
        </p:nvSpPr>
        <p:spPr>
          <a:xfrm>
            <a:off x="1685925" y="3555808"/>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en-AU" sz="9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Human AI-model</a:t>
            </a:r>
          </a:p>
        </p:txBody>
      </p:sp>
      <p:sp>
        <p:nvSpPr>
          <p:cNvPr id="245" name="TextBox 244">
            <a:extLst>
              <a:ext uri="{FF2B5EF4-FFF2-40B4-BE49-F238E27FC236}">
                <a16:creationId xmlns:a16="http://schemas.microsoft.com/office/drawing/2014/main" id="{5F6DC177-39CB-6719-CD31-01FE79B445C7}"/>
              </a:ext>
            </a:extLst>
          </p:cNvPr>
          <p:cNvSpPr txBox="1">
            <a:spLocks/>
          </p:cNvSpPr>
          <p:nvPr>
            <p:custDataLst>
              <p:tags r:id="rId50"/>
            </p:custDataLst>
          </p:nvPr>
        </p:nvSpPr>
        <p:spPr>
          <a:xfrm>
            <a:off x="1685925" y="3705225"/>
            <a:ext cx="2030413" cy="128588"/>
          </a:xfrm>
          <a:prstGeom prst="rect">
            <a:avLst/>
          </a:prstGeom>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Platform Architecture</a:t>
            </a:r>
          </a:p>
        </p:txBody>
      </p:sp>
      <p:sp>
        <p:nvSpPr>
          <p:cNvPr id="246" name="TextBox 245">
            <a:extLst>
              <a:ext uri="{FF2B5EF4-FFF2-40B4-BE49-F238E27FC236}">
                <a16:creationId xmlns:a16="http://schemas.microsoft.com/office/drawing/2014/main" id="{305230F2-D815-1D86-95D6-E877C7AC4828}"/>
              </a:ext>
            </a:extLst>
          </p:cNvPr>
          <p:cNvSpPr txBox="1">
            <a:spLocks/>
          </p:cNvSpPr>
          <p:nvPr>
            <p:custDataLst>
              <p:tags r:id="rId51"/>
            </p:custDataLst>
          </p:nvPr>
        </p:nvSpPr>
        <p:spPr>
          <a:xfrm>
            <a:off x="1685925" y="3843939"/>
            <a:ext cx="2030413" cy="138499"/>
          </a:xfrm>
          <a:prstGeom prst="rect">
            <a:avLst/>
          </a:prstGeom>
        </p:spPr>
        <p:txBody>
          <a:bodyPr vert="horz" wrap="square" lIns="0" tIns="0" rIns="0" bIns="0" rtlCol="0" anchor="ctr">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900" b="0" i="0" u="none" strike="noStrike" cap="none" spc="0" normalizeH="0" baseline="0">
                <a:ln>
                  <a:noFill/>
                </a:ln>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kumimoji="0" lang="en-AU" sz="9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Infrastructure</a:t>
            </a:r>
          </a:p>
        </p:txBody>
      </p:sp>
      <p:sp>
        <p:nvSpPr>
          <p:cNvPr id="247" name="TextBox 246">
            <a:extLst>
              <a:ext uri="{FF2B5EF4-FFF2-40B4-BE49-F238E27FC236}">
                <a16:creationId xmlns:a16="http://schemas.microsoft.com/office/drawing/2014/main" id="{C171858D-E50F-4C01-A37F-D1AB6A7176BE}"/>
              </a:ext>
            </a:extLst>
          </p:cNvPr>
          <p:cNvSpPr txBox="1">
            <a:spLocks/>
          </p:cNvSpPr>
          <p:nvPr>
            <p:custDataLst>
              <p:tags r:id="rId52"/>
            </p:custDataLst>
          </p:nvPr>
        </p:nvSpPr>
        <p:spPr>
          <a:xfrm>
            <a:off x="1685925" y="3988401"/>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IN"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MLOps/LLMOps</a:t>
            </a:r>
            <a:endParaRPr kumimoji="0" lang="en-AU" sz="900" b="0" i="0" u="none" strike="noStrike" kern="1200" cap="none" spc="0" normalizeH="0" baseline="0" noProof="0">
              <a:ln>
                <a:noFill/>
              </a:ln>
              <a:solidFill>
                <a:srgbClr val="111918"/>
              </a:solidFill>
              <a:effectLst/>
              <a:uLnTx/>
              <a:uFillTx/>
              <a:latin typeface="Arial"/>
              <a:ea typeface="+mn-ea"/>
              <a:cs typeface="Tahoma" panose="020B0604030504040204" pitchFamily="34" charset="0"/>
            </a:endParaRPr>
          </a:p>
        </p:txBody>
      </p:sp>
      <p:sp>
        <p:nvSpPr>
          <p:cNvPr id="248" name="TextBox 247">
            <a:extLst>
              <a:ext uri="{FF2B5EF4-FFF2-40B4-BE49-F238E27FC236}">
                <a16:creationId xmlns:a16="http://schemas.microsoft.com/office/drawing/2014/main" id="{07CB3FCF-2961-95A1-D3EC-2CEE5A375DE3}"/>
              </a:ext>
            </a:extLst>
          </p:cNvPr>
          <p:cNvSpPr txBox="1">
            <a:spLocks/>
          </p:cNvSpPr>
          <p:nvPr>
            <p:custDataLst>
              <p:tags r:id="rId53"/>
            </p:custDataLst>
          </p:nvPr>
        </p:nvSpPr>
        <p:spPr>
          <a:xfrm>
            <a:off x="1685925" y="4140008"/>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AI Enabled SDLC</a:t>
            </a:r>
            <a:r>
              <a:rPr lang="en-AU" sz="900" baseline="30000">
                <a:solidFill>
                  <a:srgbClr val="111918"/>
                </a:solidFill>
                <a:latin typeface="Tahoma" panose="020B0604030504040204" pitchFamily="34" charset="0"/>
                <a:cs typeface="Tahoma" panose="020B0604030504040204" pitchFamily="34" charset="0"/>
              </a:rPr>
              <a:t>3</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49" name="TextBox 248">
            <a:extLst>
              <a:ext uri="{FF2B5EF4-FFF2-40B4-BE49-F238E27FC236}">
                <a16:creationId xmlns:a16="http://schemas.microsoft.com/office/drawing/2014/main" id="{2E4EDE33-D61A-BE06-C2BF-1FF5CDC9D18F}"/>
              </a:ext>
            </a:extLst>
          </p:cNvPr>
          <p:cNvSpPr txBox="1">
            <a:spLocks/>
          </p:cNvSpPr>
          <p:nvPr>
            <p:custDataLst>
              <p:tags r:id="rId54"/>
            </p:custDataLst>
          </p:nvPr>
        </p:nvSpPr>
        <p:spPr>
          <a:xfrm>
            <a:off x="1685925" y="4583159"/>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Data Architecture</a:t>
            </a:r>
          </a:p>
        </p:txBody>
      </p:sp>
      <p:sp>
        <p:nvSpPr>
          <p:cNvPr id="250" name="TextBox 249">
            <a:extLst>
              <a:ext uri="{FF2B5EF4-FFF2-40B4-BE49-F238E27FC236}">
                <a16:creationId xmlns:a16="http://schemas.microsoft.com/office/drawing/2014/main" id="{1FF33E06-0A8B-ADBD-9AB7-A7BCA230E3A7}"/>
              </a:ext>
            </a:extLst>
          </p:cNvPr>
          <p:cNvSpPr txBox="1">
            <a:spLocks/>
          </p:cNvSpPr>
          <p:nvPr>
            <p:custDataLst>
              <p:tags r:id="rId55"/>
            </p:custDataLst>
          </p:nvPr>
        </p:nvSpPr>
        <p:spPr>
          <a:xfrm>
            <a:off x="1685925" y="4726828"/>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Data Products</a:t>
            </a:r>
          </a:p>
        </p:txBody>
      </p:sp>
      <p:sp>
        <p:nvSpPr>
          <p:cNvPr id="252" name="TextBox 251">
            <a:extLst>
              <a:ext uri="{FF2B5EF4-FFF2-40B4-BE49-F238E27FC236}">
                <a16:creationId xmlns:a16="http://schemas.microsoft.com/office/drawing/2014/main" id="{02CEC137-7443-E710-C2E3-086D605CF763}"/>
              </a:ext>
            </a:extLst>
          </p:cNvPr>
          <p:cNvSpPr txBox="1">
            <a:spLocks/>
          </p:cNvSpPr>
          <p:nvPr>
            <p:custDataLst>
              <p:tags r:id="rId56"/>
            </p:custDataLst>
          </p:nvPr>
        </p:nvSpPr>
        <p:spPr>
          <a:xfrm>
            <a:off x="1685925" y="4871291"/>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Data Operating M</a:t>
            </a:r>
            <a:r>
              <a:rPr kumimoji="0" lang="en-AU" sz="9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rPr>
              <a:t>odel</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53" name="TextBox 252">
            <a:extLst>
              <a:ext uri="{FF2B5EF4-FFF2-40B4-BE49-F238E27FC236}">
                <a16:creationId xmlns:a16="http://schemas.microsoft.com/office/drawing/2014/main" id="{08CF20C1-B88C-3024-3306-7572B679DA32}"/>
              </a:ext>
            </a:extLst>
          </p:cNvPr>
          <p:cNvSpPr txBox="1">
            <a:spLocks/>
          </p:cNvSpPr>
          <p:nvPr>
            <p:custDataLst>
              <p:tags r:id="rId57"/>
            </p:custDataLst>
          </p:nvPr>
        </p:nvSpPr>
        <p:spPr>
          <a:xfrm>
            <a:off x="1685925" y="4438697"/>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Data Strategy</a:t>
            </a:r>
          </a:p>
        </p:txBody>
      </p:sp>
      <p:sp>
        <p:nvSpPr>
          <p:cNvPr id="254" name="TextBox 253">
            <a:extLst>
              <a:ext uri="{FF2B5EF4-FFF2-40B4-BE49-F238E27FC236}">
                <a16:creationId xmlns:a16="http://schemas.microsoft.com/office/drawing/2014/main" id="{D7A28135-000B-E2D0-BD22-BB69BA61EB3A}"/>
              </a:ext>
            </a:extLst>
          </p:cNvPr>
          <p:cNvSpPr txBox="1">
            <a:spLocks/>
          </p:cNvSpPr>
          <p:nvPr>
            <p:custDataLst>
              <p:tags r:id="rId58"/>
            </p:custDataLst>
          </p:nvPr>
        </p:nvSpPr>
        <p:spPr>
          <a:xfrm>
            <a:off x="1685925" y="5015753"/>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Data Security</a:t>
            </a:r>
            <a:r>
              <a:rPr lang="en-AU" sz="900" baseline="30000">
                <a:solidFill>
                  <a:srgbClr val="111918"/>
                </a:solidFill>
                <a:latin typeface="Tahoma" panose="020B0604030504040204" pitchFamily="34" charset="0"/>
                <a:cs typeface="Tahoma" panose="020B0604030504040204" pitchFamily="34" charset="0"/>
              </a:rPr>
              <a:t>3</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55" name="TextBox 254">
            <a:extLst>
              <a:ext uri="{FF2B5EF4-FFF2-40B4-BE49-F238E27FC236}">
                <a16:creationId xmlns:a16="http://schemas.microsoft.com/office/drawing/2014/main" id="{8D4E2F1A-F912-EA79-9926-3F062C9804AB}"/>
              </a:ext>
            </a:extLst>
          </p:cNvPr>
          <p:cNvSpPr txBox="1">
            <a:spLocks/>
          </p:cNvSpPr>
          <p:nvPr>
            <p:custDataLst>
              <p:tags r:id="rId59"/>
            </p:custDataLst>
          </p:nvPr>
        </p:nvSpPr>
        <p:spPr>
          <a:xfrm>
            <a:off x="1685925" y="5310427"/>
            <a:ext cx="2030413" cy="128588"/>
          </a:xfrm>
          <a:prstGeom prst="rect">
            <a:avLst/>
          </a:prstGeom>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Solution Adoption</a:t>
            </a:r>
          </a:p>
        </p:txBody>
      </p:sp>
      <p:sp>
        <p:nvSpPr>
          <p:cNvPr id="256" name="TextBox 255">
            <a:extLst>
              <a:ext uri="{FF2B5EF4-FFF2-40B4-BE49-F238E27FC236}">
                <a16:creationId xmlns:a16="http://schemas.microsoft.com/office/drawing/2014/main" id="{8CAC98BE-9788-8D1B-F072-9F2D120933E0}"/>
              </a:ext>
            </a:extLst>
          </p:cNvPr>
          <p:cNvSpPr txBox="1">
            <a:spLocks/>
          </p:cNvSpPr>
          <p:nvPr>
            <p:custDataLst>
              <p:tags r:id="rId60"/>
            </p:custDataLst>
          </p:nvPr>
        </p:nvSpPr>
        <p:spPr>
          <a:xfrm>
            <a:off x="1685925" y="5449934"/>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Change Management</a:t>
            </a:r>
          </a:p>
        </p:txBody>
      </p:sp>
      <p:sp>
        <p:nvSpPr>
          <p:cNvPr id="257" name="TextBox 256">
            <a:extLst>
              <a:ext uri="{FF2B5EF4-FFF2-40B4-BE49-F238E27FC236}">
                <a16:creationId xmlns:a16="http://schemas.microsoft.com/office/drawing/2014/main" id="{3F4B9C05-7CBB-FC53-A8BD-FEC52466BBD6}"/>
              </a:ext>
            </a:extLst>
          </p:cNvPr>
          <p:cNvSpPr txBox="1">
            <a:spLocks/>
          </p:cNvSpPr>
          <p:nvPr>
            <p:custDataLst>
              <p:tags r:id="rId61"/>
            </p:custDataLst>
          </p:nvPr>
        </p:nvSpPr>
        <p:spPr>
          <a:xfrm>
            <a:off x="1685925" y="5593603"/>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Impact Measurement</a:t>
            </a:r>
          </a:p>
        </p:txBody>
      </p:sp>
      <p:sp>
        <p:nvSpPr>
          <p:cNvPr id="258" name="TextBox 257">
            <a:extLst>
              <a:ext uri="{FF2B5EF4-FFF2-40B4-BE49-F238E27FC236}">
                <a16:creationId xmlns:a16="http://schemas.microsoft.com/office/drawing/2014/main" id="{BFA37405-E6AF-1D5B-9A5B-898A83FDE07D}"/>
              </a:ext>
            </a:extLst>
          </p:cNvPr>
          <p:cNvSpPr txBox="1">
            <a:spLocks/>
          </p:cNvSpPr>
          <p:nvPr>
            <p:custDataLst>
              <p:tags r:id="rId62"/>
            </p:custDataLst>
          </p:nvPr>
        </p:nvSpPr>
        <p:spPr>
          <a:xfrm>
            <a:off x="1685925" y="2420745"/>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Talent Planning</a:t>
            </a:r>
          </a:p>
        </p:txBody>
      </p:sp>
      <p:sp>
        <p:nvSpPr>
          <p:cNvPr id="259" name="TextBox 258">
            <a:extLst>
              <a:ext uri="{FF2B5EF4-FFF2-40B4-BE49-F238E27FC236}">
                <a16:creationId xmlns:a16="http://schemas.microsoft.com/office/drawing/2014/main" id="{29EC60A7-5F02-B555-6310-B2EC268BCD96}"/>
              </a:ext>
            </a:extLst>
          </p:cNvPr>
          <p:cNvSpPr txBox="1">
            <a:spLocks/>
          </p:cNvSpPr>
          <p:nvPr>
            <p:custDataLst>
              <p:tags r:id="rId63"/>
            </p:custDataLst>
          </p:nvPr>
        </p:nvSpPr>
        <p:spPr>
          <a:xfrm>
            <a:off x="1685925" y="5161009"/>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Scaling Approach</a:t>
            </a:r>
          </a:p>
        </p:txBody>
      </p:sp>
      <p:sp>
        <p:nvSpPr>
          <p:cNvPr id="260" name="TextBox 259">
            <a:extLst>
              <a:ext uri="{FF2B5EF4-FFF2-40B4-BE49-F238E27FC236}">
                <a16:creationId xmlns:a16="http://schemas.microsoft.com/office/drawing/2014/main" id="{A7350005-303A-671A-2835-7BFFF61F53BE}"/>
              </a:ext>
            </a:extLst>
          </p:cNvPr>
          <p:cNvSpPr txBox="1">
            <a:spLocks/>
          </p:cNvSpPr>
          <p:nvPr>
            <p:custDataLst>
              <p:tags r:id="rId64"/>
            </p:custDataLst>
          </p:nvPr>
        </p:nvSpPr>
        <p:spPr>
          <a:xfrm>
            <a:off x="1685925" y="5738066"/>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AI Trust and R</a:t>
            </a:r>
            <a:r>
              <a:rPr kumimoji="0" lang="en-AU" sz="9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rPr>
              <a:t>isk</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261" name="TextBox 260">
            <a:extLst>
              <a:ext uri="{FF2B5EF4-FFF2-40B4-BE49-F238E27FC236}">
                <a16:creationId xmlns:a16="http://schemas.microsoft.com/office/drawing/2014/main" id="{94F03942-F1B4-6ECA-D6F6-81B50900CA61}"/>
              </a:ext>
            </a:extLst>
          </p:cNvPr>
          <p:cNvSpPr txBox="1">
            <a:spLocks/>
          </p:cNvSpPr>
          <p:nvPr/>
        </p:nvSpPr>
        <p:spPr>
          <a:xfrm>
            <a:off x="1687513" y="1327736"/>
            <a:ext cx="2030413" cy="16927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sz="1600">
                <a:cs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cs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AU"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Management Practice</a:t>
            </a:r>
          </a:p>
        </p:txBody>
      </p:sp>
      <p:cxnSp>
        <p:nvCxnSpPr>
          <p:cNvPr id="262" name="Straight Connector 261">
            <a:extLst>
              <a:ext uri="{FF2B5EF4-FFF2-40B4-BE49-F238E27FC236}">
                <a16:creationId xmlns:a16="http://schemas.microsoft.com/office/drawing/2014/main" id="{E8C5AFAE-079A-CB48-463D-254D339661E7}"/>
              </a:ext>
            </a:extLst>
          </p:cNvPr>
          <p:cNvCxnSpPr>
            <a:cxnSpLocks/>
          </p:cNvCxnSpPr>
          <p:nvPr>
            <p:custDataLst>
              <p:tags r:id="rId65"/>
            </p:custDataLst>
          </p:nvPr>
        </p:nvCxnSpPr>
        <p:spPr>
          <a:xfrm>
            <a:off x="1687513" y="2263775"/>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3" name="TextBox 262">
            <a:extLst>
              <a:ext uri="{FF2B5EF4-FFF2-40B4-BE49-F238E27FC236}">
                <a16:creationId xmlns:a16="http://schemas.microsoft.com/office/drawing/2014/main" id="{A5BDCF90-7BF4-B1EA-80EF-EC238A5422A2}"/>
              </a:ext>
            </a:extLst>
          </p:cNvPr>
          <p:cNvSpPr txBox="1">
            <a:spLocks/>
          </p:cNvSpPr>
          <p:nvPr>
            <p:custDataLst>
              <p:tags r:id="rId66"/>
            </p:custDataLst>
          </p:nvPr>
        </p:nvSpPr>
        <p:spPr>
          <a:xfrm>
            <a:off x="1687513" y="2276283"/>
            <a:ext cx="2030413" cy="138499"/>
          </a:xfrm>
          <a:prstGeom prst="rect">
            <a:avLst/>
          </a:prstGeom>
        </p:spPr>
        <p:txBody>
          <a:bodyPr vert="horz" wrap="square" lIns="0" tIns="0" rIns="0" bIns="0" rtlCol="0" anchor="ctr">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900" b="0" i="0" u="none" strike="noStrike" cap="none" spc="0" normalizeH="0" baseline="0">
                <a:ln>
                  <a:noFill/>
                </a:ln>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9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Workflow Optimization</a:t>
            </a:r>
            <a:endParaRPr kumimoji="0" lang="en-AU" sz="900" b="0" i="0" u="none" strike="noStrike" kern="1200" cap="none" spc="0" normalizeH="0" baseline="30000" noProof="0" dirty="0">
              <a:ln>
                <a:noFill/>
              </a:ln>
              <a:solidFill>
                <a:srgbClr val="111918"/>
              </a:solidFill>
              <a:effectLst/>
              <a:uLnTx/>
              <a:uFillTx/>
              <a:latin typeface="Tahoma" panose="020B0604030504040204" pitchFamily="34" charset="0"/>
              <a:ea typeface="+mn-ea"/>
              <a:cs typeface="Tahoma" panose="020B0604030504040204" pitchFamily="34" charset="0"/>
            </a:endParaRPr>
          </a:p>
        </p:txBody>
      </p:sp>
      <p:cxnSp>
        <p:nvCxnSpPr>
          <p:cNvPr id="264" name="Straight Connector 263">
            <a:extLst>
              <a:ext uri="{FF2B5EF4-FFF2-40B4-BE49-F238E27FC236}">
                <a16:creationId xmlns:a16="http://schemas.microsoft.com/office/drawing/2014/main" id="{82BEAACC-7D93-B3F4-C0CB-B4D8225F8E35}"/>
              </a:ext>
            </a:extLst>
          </p:cNvPr>
          <p:cNvCxnSpPr>
            <a:cxnSpLocks/>
          </p:cNvCxnSpPr>
          <p:nvPr>
            <p:custDataLst>
              <p:tags r:id="rId67"/>
            </p:custDataLst>
          </p:nvPr>
        </p:nvCxnSpPr>
        <p:spPr>
          <a:xfrm>
            <a:off x="1685925" y="2984500"/>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A15EAFBB-C2F2-20FC-6A69-6943F4ED0598}"/>
              </a:ext>
            </a:extLst>
          </p:cNvPr>
          <p:cNvSpPr txBox="1">
            <a:spLocks/>
          </p:cNvSpPr>
          <p:nvPr>
            <p:custDataLst>
              <p:tags r:id="rId68"/>
            </p:custDataLst>
          </p:nvPr>
        </p:nvSpPr>
        <p:spPr>
          <a:xfrm>
            <a:off x="1685925" y="2970020"/>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en-AU" sz="900" b="0" i="0" u="none" strike="noStrike" kern="1200" cap="none" spc="0" normalizeH="0" baseline="0" noProof="0" dirty="0">
                <a:ln>
                  <a:noFill/>
                </a:ln>
                <a:solidFill>
                  <a:srgbClr val="111918"/>
                </a:solidFill>
                <a:effectLst/>
                <a:uLnTx/>
                <a:uFillTx/>
                <a:latin typeface="Tahoma" panose="020B0604030504040204" pitchFamily="34" charset="0"/>
                <a:ea typeface="+mn-ea"/>
                <a:cs typeface="Tahoma" panose="020B0604030504040204" pitchFamily="34" charset="0"/>
              </a:rPr>
              <a:t>AI-Augmented Roles</a:t>
            </a:r>
          </a:p>
        </p:txBody>
      </p:sp>
      <p:cxnSp>
        <p:nvCxnSpPr>
          <p:cNvPr id="266" name="Straight Connector 265">
            <a:extLst>
              <a:ext uri="{FF2B5EF4-FFF2-40B4-BE49-F238E27FC236}">
                <a16:creationId xmlns:a16="http://schemas.microsoft.com/office/drawing/2014/main" id="{95BFA7D5-539D-2E66-0983-0686D76EBD40}"/>
              </a:ext>
            </a:extLst>
          </p:cNvPr>
          <p:cNvCxnSpPr>
            <a:cxnSpLocks/>
          </p:cNvCxnSpPr>
          <p:nvPr>
            <p:custDataLst>
              <p:tags r:id="rId69"/>
            </p:custDataLst>
          </p:nvPr>
        </p:nvCxnSpPr>
        <p:spPr>
          <a:xfrm>
            <a:off x="1685925" y="4276725"/>
            <a:ext cx="6708775" cy="1588"/>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7" name="TextBox 266">
            <a:extLst>
              <a:ext uri="{FF2B5EF4-FFF2-40B4-BE49-F238E27FC236}">
                <a16:creationId xmlns:a16="http://schemas.microsoft.com/office/drawing/2014/main" id="{EA78E895-5D3E-4DB0-68A8-866560B2A432}"/>
              </a:ext>
            </a:extLst>
          </p:cNvPr>
          <p:cNvSpPr txBox="1">
            <a:spLocks/>
          </p:cNvSpPr>
          <p:nvPr>
            <p:custDataLst>
              <p:tags r:id="rId70"/>
            </p:custDataLst>
          </p:nvPr>
        </p:nvSpPr>
        <p:spPr>
          <a:xfrm>
            <a:off x="1685925" y="4279708"/>
            <a:ext cx="2030413"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Engineering &amp; Delivery Maturity</a:t>
            </a:r>
            <a:r>
              <a:rPr lang="en-AU" sz="900" baseline="30000">
                <a:solidFill>
                  <a:srgbClr val="111918"/>
                </a:solidFill>
                <a:latin typeface="Tahoma" panose="020B0604030504040204" pitchFamily="34" charset="0"/>
                <a:cs typeface="Tahoma" panose="020B0604030504040204" pitchFamily="34" charset="0"/>
              </a:rPr>
              <a:t>3</a:t>
            </a:r>
            <a:endParaRPr kumimoji="0" lang="en-AU" sz="9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5" name="5. Source">
            <a:extLst>
              <a:ext uri="{FF2B5EF4-FFF2-40B4-BE49-F238E27FC236}">
                <a16:creationId xmlns:a16="http://schemas.microsoft.com/office/drawing/2014/main" id="{5C06B9D1-6E2C-FD34-027D-13E0E775D017}"/>
              </a:ext>
            </a:extLst>
          </p:cNvPr>
          <p:cNvSpPr txBox="1">
            <a:spLocks/>
          </p:cNvSpPr>
          <p:nvPr>
            <p:custDataLst>
              <p:tags r:id="rId71"/>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8" name="4. Footnote">
            <a:extLst>
              <a:ext uri="{FF2B5EF4-FFF2-40B4-BE49-F238E27FC236}">
                <a16:creationId xmlns:a16="http://schemas.microsoft.com/office/drawing/2014/main" id="{B5EFEDE1-4D73-39FE-3344-0E191174E922}"/>
              </a:ext>
            </a:extLst>
          </p:cNvPr>
          <p:cNvSpPr txBox="1">
            <a:spLocks noChangeArrowheads="1"/>
          </p:cNvSpPr>
          <p:nvPr/>
        </p:nvSpPr>
        <p:spPr bwMode="auto">
          <a:xfrm>
            <a:off x="554735" y="6061141"/>
            <a:ext cx="7278624" cy="36347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t" anchorCtr="0">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19075" lvl="0" indent="-228600">
              <a:buFont typeface="+mj-lt"/>
              <a:buAutoNum type="arabicPeriod"/>
              <a:defRPr/>
            </a:pPr>
            <a:r>
              <a:rPr lang="en-US">
                <a:sym typeface="Arial"/>
              </a:rPr>
              <a:t>Peer data not available for newly added management practices</a:t>
            </a:r>
          </a:p>
        </p:txBody>
      </p:sp>
      <p:sp>
        <p:nvSpPr>
          <p:cNvPr id="14" name="Rectangle 13">
            <a:extLst>
              <a:ext uri="{FF2B5EF4-FFF2-40B4-BE49-F238E27FC236}">
                <a16:creationId xmlns:a16="http://schemas.microsoft.com/office/drawing/2014/main" id="{27EEDB24-A653-48BC-2CBA-763A81489F4A}"/>
              </a:ext>
            </a:extLst>
          </p:cNvPr>
          <p:cNvSpPr>
            <a:spLocks/>
          </p:cNvSpPr>
          <p:nvPr/>
        </p:nvSpPr>
        <p:spPr>
          <a:xfrm>
            <a:off x="8842400" y="1773728"/>
            <a:ext cx="57650" cy="2250049"/>
          </a:xfrm>
          <a:prstGeom prst="rect">
            <a:avLst/>
          </a:prstGeom>
          <a:solidFill>
            <a:srgbClr val="74A09B"/>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000" b="0" i="0" u="none" strike="noStrike" kern="1200" cap="none" spc="0" normalizeH="0" baseline="0" noProof="0" err="1">
              <a:ln>
                <a:noFill/>
              </a:ln>
              <a:solidFill>
                <a:srgbClr val="FFFFFF"/>
              </a:solidFill>
              <a:effectLst/>
              <a:uLnTx/>
              <a:uFillTx/>
              <a:latin typeface="Tahoma" panose="020B0604030504040204" pitchFamily="34" charset="0"/>
              <a:ea typeface="+mn-ea"/>
              <a:cs typeface="Tahoma" panose="020B0604030504040204" pitchFamily="34" charset="0"/>
            </a:endParaRPr>
          </a:p>
        </p:txBody>
      </p:sp>
      <p:sp>
        <p:nvSpPr>
          <p:cNvPr id="3" name="Rectangle 2">
            <a:extLst>
              <a:ext uri="{FF2B5EF4-FFF2-40B4-BE49-F238E27FC236}">
                <a16:creationId xmlns:a16="http://schemas.microsoft.com/office/drawing/2014/main" id="{F5EDABBC-B1BE-639E-FA75-BCAA5CA34236}"/>
              </a:ext>
            </a:extLst>
          </p:cNvPr>
          <p:cNvSpPr>
            <a:spLocks/>
          </p:cNvSpPr>
          <p:nvPr/>
        </p:nvSpPr>
        <p:spPr>
          <a:xfrm>
            <a:off x="8842400" y="4143073"/>
            <a:ext cx="57650" cy="1608031"/>
          </a:xfrm>
          <a:prstGeom prst="rect">
            <a:avLst/>
          </a:prstGeom>
          <a:solidFill>
            <a:srgbClr val="D5DE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000" b="0" i="0" u="none" strike="noStrike" kern="1200" cap="none" spc="0" normalizeH="0" baseline="0" noProof="0" err="1">
              <a:ln>
                <a:noFill/>
              </a:ln>
              <a:solidFill>
                <a:srgbClr val="FFFFFF"/>
              </a:solidFill>
              <a:effectLst/>
              <a:uLnTx/>
              <a:uFillTx/>
              <a:latin typeface="Tahoma" panose="020B0604030504040204" pitchFamily="34" charset="0"/>
              <a:ea typeface="+mn-ea"/>
              <a:cs typeface="Tahoma" panose="020B0604030504040204" pitchFamily="34" charset="0"/>
            </a:endParaRPr>
          </a:p>
        </p:txBody>
      </p:sp>
    </p:spTree>
    <p:custDataLst>
      <p:tags r:id="rId1"/>
    </p:custDataLst>
    <p:extLst>
      <p:ext uri="{BB962C8B-B14F-4D97-AF65-F5344CB8AC3E}">
        <p14:creationId xmlns:p14="http://schemas.microsoft.com/office/powerpoint/2010/main" val="380455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6A68-905D-AD6F-0544-0A71A0D069C8}"/>
            </a:ext>
          </a:extLst>
        </p:cNvPr>
        <p:cNvGrpSpPr/>
        <p:nvPr/>
      </p:nvGrpSpPr>
      <p:grpSpPr>
        <a:xfrm>
          <a:off x="0" y="0"/>
          <a:ext cx="0" cy="0"/>
          <a:chOff x="0" y="0"/>
          <a:chExt cx="0" cy="0"/>
        </a:xfrm>
      </p:grpSpPr>
      <p:graphicFrame>
        <p:nvGraphicFramePr>
          <p:cNvPr id="8" name="Object 2" hidden="1">
            <a:extLst>
              <a:ext uri="{FF2B5EF4-FFF2-40B4-BE49-F238E27FC236}">
                <a16:creationId xmlns:a16="http://schemas.microsoft.com/office/drawing/2014/main" id="{7B4B8C2C-1961-F990-8059-E5F422C41054}"/>
              </a:ext>
            </a:extLst>
          </p:cNvPr>
          <p:cNvGraphicFramePr>
            <a:graphicFrameLocks noChangeAspect="1"/>
          </p:cNvGraphicFramePr>
          <p:nvPr>
            <p:custDataLst>
              <p:tags r:id="rId1"/>
            </p:custDataLst>
            <p:extLst>
              <p:ext uri="{D42A27DB-BD31-4B8C-83A1-F6EECF244321}">
                <p14:modId xmlns:p14="http://schemas.microsoft.com/office/powerpoint/2010/main" val="2407236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8" name="Object 2" hidden="1">
                        <a:extLst>
                          <a:ext uri="{FF2B5EF4-FFF2-40B4-BE49-F238E27FC236}">
                            <a16:creationId xmlns:a16="http://schemas.microsoft.com/office/drawing/2014/main" id="{7B4B8C2C-1961-F990-8059-E5F422C4105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2. Slide Title">
            <a:extLst>
              <a:ext uri="{FF2B5EF4-FFF2-40B4-BE49-F238E27FC236}">
                <a16:creationId xmlns:a16="http://schemas.microsoft.com/office/drawing/2014/main" id="{03AE4F98-6B0D-A7D5-F73C-A41AF507F6A5}"/>
              </a:ext>
            </a:extLst>
          </p:cNvPr>
          <p:cNvSpPr>
            <a:spLocks noGrp="1"/>
          </p:cNvSpPr>
          <p:nvPr>
            <p:ph type="title"/>
            <p:custDataLst>
              <p:tags r:id="rId2"/>
            </p:custDataLst>
          </p:nvPr>
        </p:nvSpPr>
        <p:spPr>
          <a:xfrm>
            <a:off x="554736" y="165068"/>
            <a:ext cx="7918704" cy="738664"/>
          </a:xfrm>
          <a:noFill/>
          <a:ln/>
          <a:extLst>
            <a:ext uri="{909E8E84-426E-40DD-AFC4-6F175D3DCCD1}">
              <a14:hiddenFill xmlns:a14="http://schemas.microsoft.com/office/drawing/2010/main">
                <a:solidFill>
                  <a:srgbClr val="FFFFFF"/>
                </a:solidFill>
              </a14:hiddenFill>
            </a:ext>
          </a:extLst>
        </p:spPr>
        <p:txBody>
          <a:bodyPr vert="horz">
            <a:spAutoFit/>
          </a:bodyPr>
          <a:lstStyle/>
          <a:p>
            <a:pPr>
              <a:spcBef>
                <a:spcPts val="300"/>
              </a:spcBef>
              <a:spcAft>
                <a:spcPts val="300"/>
              </a:spcAft>
            </a:pPr>
            <a:r>
              <a:rPr lang="en-US">
                <a:cs typeface="Tahoma" panose="020B0604030504040204" pitchFamily="34" charset="0"/>
              </a:rPr>
              <a:t>Differences in maturity across functions indicate uneven progress in Tech &amp; AI adoption</a:t>
            </a:r>
          </a:p>
        </p:txBody>
      </p:sp>
      <p:sp>
        <p:nvSpPr>
          <p:cNvPr id="14" name="TextBox 13">
            <a:extLst>
              <a:ext uri="{FF2B5EF4-FFF2-40B4-BE49-F238E27FC236}">
                <a16:creationId xmlns:a16="http://schemas.microsoft.com/office/drawing/2014/main" id="{525CF845-639A-C09F-7117-C973DD1840E7}"/>
              </a:ext>
            </a:extLst>
          </p:cNvPr>
          <p:cNvSpPr txBox="1">
            <a:spLocks/>
          </p:cNvSpPr>
          <p:nvPr/>
        </p:nvSpPr>
        <p:spPr>
          <a:xfrm>
            <a:off x="9174481" y="1446084"/>
            <a:ext cx="2460308"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lang="en-US" sz="1600" dirty="0"/>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lang="en-US" sz="1600" dirty="0"/>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CA" sz="14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
              </a:rPr>
              <a:t>Key insights</a:t>
            </a:r>
          </a:p>
        </p:txBody>
      </p:sp>
      <p:sp>
        <p:nvSpPr>
          <p:cNvPr id="15" name="TextBox 14">
            <a:extLst>
              <a:ext uri="{FF2B5EF4-FFF2-40B4-BE49-F238E27FC236}">
                <a16:creationId xmlns:a16="http://schemas.microsoft.com/office/drawing/2014/main" id="{64C5BB71-D4B1-DD82-8CAD-EB81DC2CB669}"/>
              </a:ext>
            </a:extLst>
          </p:cNvPr>
          <p:cNvSpPr txBox="1">
            <a:spLocks/>
          </p:cNvSpPr>
          <p:nvPr/>
        </p:nvSpPr>
        <p:spPr>
          <a:xfrm>
            <a:off x="9174481" y="1734920"/>
            <a:ext cx="2641468" cy="45550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lang="en-US" sz="1600" dirty="0"/>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lang="en-US" sz="1600" dirty="0"/>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100" b="1" dirty="0"/>
              <a:t>A. Maturity varies materially by function, with progress concentrated in pockets:</a:t>
            </a:r>
            <a:r>
              <a:rPr lang="en-IN" sz="1100" dirty="0"/>
              <a:t> Marketing and Sales and Others outperform the bank average, driven by early traction in revenue-uplifting use cases, while General Management/Corporate and Operations/Support lag, pointing to uneven Tech &amp; AI maturity and value capture skewed toward top-line gains over efficiency levers</a:t>
            </a:r>
          </a:p>
          <a:p>
            <a:r>
              <a:rPr lang="en-IN" sz="1100" b="1" dirty="0"/>
              <a:t>B. Foundational capabilities are in place across most functions:</a:t>
            </a:r>
            <a:r>
              <a:rPr lang="en-IN" sz="1100" dirty="0"/>
              <a:t> PASHA Bank scores higher on Data and Tech than on Operating Model and Adoption &amp; Scaling across nearly all functions except Operations/Support, suggesting core enablers are advancing faster than day-to-day adoption</a:t>
            </a:r>
          </a:p>
          <a:p>
            <a:r>
              <a:rPr lang="en-IN" sz="1100" b="1" dirty="0"/>
              <a:t>C. The biggest gap is scaling beyond isolated functions:</a:t>
            </a:r>
            <a:r>
              <a:rPr lang="en-IN" sz="1100" dirty="0"/>
              <a:t> Marketing and Sales leads on Operating Model and Adoption &amp; Scaling, while Operations/Support and General Management/Corporate lag across most dimensions, indicating fragmented rather than end-to-end scaled adoption</a:t>
            </a:r>
          </a:p>
        </p:txBody>
      </p:sp>
      <p:cxnSp>
        <p:nvCxnSpPr>
          <p:cNvPr id="16" name="Straight Connector 15">
            <a:extLst>
              <a:ext uri="{FF2B5EF4-FFF2-40B4-BE49-F238E27FC236}">
                <a16:creationId xmlns:a16="http://schemas.microsoft.com/office/drawing/2014/main" id="{B220A4C7-6A53-8DB4-11DD-1F29220BC9B9}"/>
              </a:ext>
            </a:extLst>
          </p:cNvPr>
          <p:cNvCxnSpPr>
            <a:cxnSpLocks/>
          </p:cNvCxnSpPr>
          <p:nvPr/>
        </p:nvCxnSpPr>
        <p:spPr>
          <a:xfrm>
            <a:off x="9174481" y="1696829"/>
            <a:ext cx="272876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4. Footnote">
            <a:extLst>
              <a:ext uri="{FF2B5EF4-FFF2-40B4-BE49-F238E27FC236}">
                <a16:creationId xmlns:a16="http://schemas.microsoft.com/office/drawing/2014/main" id="{49512E18-7CE0-9CE6-5D07-C063424C4EE9}"/>
              </a:ext>
            </a:extLst>
          </p:cNvPr>
          <p:cNvSpPr txBox="1"/>
          <p:nvPr>
            <p:custDataLst>
              <p:tags r:id="rId3"/>
            </p:custDataLst>
          </p:nvPr>
        </p:nvSpPr>
        <p:spPr>
          <a:xfrm>
            <a:off x="554736" y="6146216"/>
            <a:ext cx="7918704" cy="36933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19075" marR="0" lvl="0" indent="-228600" algn="l" defTabSz="914400" rtl="0" eaLnBrk="1" fontAlgn="auto" latinLnBrk="0" hangingPunct="1">
              <a:lnSpc>
                <a:spcPct val="100000"/>
              </a:lnSpc>
              <a:spcBef>
                <a:spcPts val="0"/>
              </a:spcBef>
              <a:spcAft>
                <a:spcPts val="0"/>
              </a:spcAft>
              <a:buClrTx/>
              <a:buSzTx/>
              <a:buFont typeface="Segoe UI" panose="020B0502040204020203" pitchFamily="34" charset="0"/>
              <a:buAutoNum type="arabicPeriod"/>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Refers to values where the percentage difference of the function relative to corresponding overall Client score lies within ±10%</a:t>
            </a:r>
          </a:p>
          <a:p>
            <a:pPr marL="219075" marR="0" lvl="0" indent="-228600" algn="l" defTabSz="914400" rtl="0" eaLnBrk="1" fontAlgn="auto" latinLnBrk="0" hangingPunct="1">
              <a:lnSpc>
                <a:spcPct val="100000"/>
              </a:lnSpc>
              <a:spcBef>
                <a:spcPts val="0"/>
              </a:spcBef>
              <a:spcAft>
                <a:spcPts val="0"/>
              </a:spcAft>
              <a:buClrTx/>
              <a:buSzTx/>
              <a:buFont typeface="Segoe UI" panose="020B0502040204020203" pitchFamily="34" charset="0"/>
              <a:buAutoNum type="arabicPeriod"/>
              <a:tabLst/>
              <a:defRPr/>
            </a:pPr>
            <a:r>
              <a:rPr lang="en-US" sz="800">
                <a:solidFill>
                  <a:srgbClr val="111918"/>
                </a:solidFill>
                <a:latin typeface="Tahoma"/>
                <a:cs typeface="Tahoma" panose="020B0604030504040204" pitchFamily="34" charset="0"/>
              </a:rPr>
              <a:t>Includes responses from HR, Legal/ Compliance, and Organization</a:t>
            </a:r>
            <a:endPar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Note: </a:t>
            </a:r>
            <a:r>
              <a:rPr lang="en-US" sz="800">
                <a:solidFill>
                  <a:srgbClr val="111918"/>
                </a:solidFill>
                <a:latin typeface="Tahoma"/>
                <a:cs typeface="Tahoma" panose="020B0604030504040204" pitchFamily="34" charset="0"/>
              </a:rPr>
              <a:t>Function</a:t>
            </a: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 level score across dimensions are compared with company average</a:t>
            </a:r>
          </a:p>
        </p:txBody>
      </p:sp>
      <p:sp>
        <p:nvSpPr>
          <p:cNvPr id="146" name="TextBox 145">
            <a:extLst>
              <a:ext uri="{FF2B5EF4-FFF2-40B4-BE49-F238E27FC236}">
                <a16:creationId xmlns:a16="http://schemas.microsoft.com/office/drawing/2014/main" id="{D2A41F37-C0A4-6F48-339F-BC456D5216EE}"/>
              </a:ext>
            </a:extLst>
          </p:cNvPr>
          <p:cNvSpPr txBox="1"/>
          <p:nvPr/>
        </p:nvSpPr>
        <p:spPr>
          <a:xfrm>
            <a:off x="3943031" y="1165254"/>
            <a:ext cx="961482"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Behind by &gt;30%</a:t>
            </a:r>
            <a:endParaRPr kumimoji="0" lang="en-US" sz="10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47" name="Rectangle 146">
            <a:extLst>
              <a:ext uri="{FF2B5EF4-FFF2-40B4-BE49-F238E27FC236}">
                <a16:creationId xmlns:a16="http://schemas.microsoft.com/office/drawing/2014/main" id="{1527363A-0AAD-4AE8-566F-950E840F4F00}"/>
              </a:ext>
            </a:extLst>
          </p:cNvPr>
          <p:cNvSpPr/>
          <p:nvPr/>
        </p:nvSpPr>
        <p:spPr>
          <a:xfrm>
            <a:off x="3772740" y="1180644"/>
            <a:ext cx="123108" cy="123108"/>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44" name="TextBox 143">
            <a:extLst>
              <a:ext uri="{FF2B5EF4-FFF2-40B4-BE49-F238E27FC236}">
                <a16:creationId xmlns:a16="http://schemas.microsoft.com/office/drawing/2014/main" id="{105E227E-028F-6BED-D13C-6697061D2281}"/>
              </a:ext>
            </a:extLst>
          </p:cNvPr>
          <p:cNvSpPr txBox="1"/>
          <p:nvPr/>
        </p:nvSpPr>
        <p:spPr>
          <a:xfrm>
            <a:off x="6352239" y="1165254"/>
            <a:ext cx="1023998"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Ahead by 10-30%</a:t>
            </a:r>
            <a:endParaRPr kumimoji="0" lang="en-US" sz="10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45" name="Rectangle 144">
            <a:extLst>
              <a:ext uri="{FF2B5EF4-FFF2-40B4-BE49-F238E27FC236}">
                <a16:creationId xmlns:a16="http://schemas.microsoft.com/office/drawing/2014/main" id="{667A7D91-81E2-1616-5222-B67C8D4BBCAB}"/>
              </a:ext>
            </a:extLst>
          </p:cNvPr>
          <p:cNvSpPr/>
          <p:nvPr/>
        </p:nvSpPr>
        <p:spPr>
          <a:xfrm>
            <a:off x="6181948" y="1180644"/>
            <a:ext cx="123108" cy="123108"/>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42" name="TextBox 141">
            <a:extLst>
              <a:ext uri="{FF2B5EF4-FFF2-40B4-BE49-F238E27FC236}">
                <a16:creationId xmlns:a16="http://schemas.microsoft.com/office/drawing/2014/main" id="{52C6266D-69B5-F82D-A88D-00D754F70E7B}"/>
              </a:ext>
            </a:extLst>
          </p:cNvPr>
          <p:cNvSpPr txBox="1"/>
          <p:nvPr/>
        </p:nvSpPr>
        <p:spPr>
          <a:xfrm>
            <a:off x="7582489" y="1165254"/>
            <a:ext cx="929422"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Ahead by &gt;</a:t>
            </a:r>
            <a:r>
              <a:rPr lang="en-US" sz="1000">
                <a:solidFill>
                  <a:srgbClr val="111918"/>
                </a:solidFill>
                <a:latin typeface="Tahoma" panose="020B0604030504040204" pitchFamily="34" charset="0"/>
                <a:cs typeface="Tahoma" panose="020B0604030504040204" pitchFamily="34" charset="0"/>
              </a:rPr>
              <a:t>3</a:t>
            </a:r>
            <a:r>
              <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0%</a:t>
            </a:r>
            <a:endParaRPr kumimoji="0" lang="en-US" sz="10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43" name="Rectangle 142">
            <a:extLst>
              <a:ext uri="{FF2B5EF4-FFF2-40B4-BE49-F238E27FC236}">
                <a16:creationId xmlns:a16="http://schemas.microsoft.com/office/drawing/2014/main" id="{2A763B46-2C09-92A6-9A35-840EC8896B81}"/>
              </a:ext>
            </a:extLst>
          </p:cNvPr>
          <p:cNvSpPr/>
          <p:nvPr/>
        </p:nvSpPr>
        <p:spPr>
          <a:xfrm>
            <a:off x="7412200" y="1180644"/>
            <a:ext cx="123108" cy="123108"/>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40" name="TextBox 139">
            <a:extLst>
              <a:ext uri="{FF2B5EF4-FFF2-40B4-BE49-F238E27FC236}">
                <a16:creationId xmlns:a16="http://schemas.microsoft.com/office/drawing/2014/main" id="{273FD6A7-2AC4-1514-5E98-C3A47B362EA0}"/>
              </a:ext>
            </a:extLst>
          </p:cNvPr>
          <p:cNvSpPr txBox="1"/>
          <p:nvPr/>
        </p:nvSpPr>
        <p:spPr>
          <a:xfrm>
            <a:off x="5093133" y="1165254"/>
            <a:ext cx="1056058"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Behind by 10-30%</a:t>
            </a:r>
            <a:endParaRPr kumimoji="0" lang="en-US" sz="1000" b="0" i="0" u="none" strike="noStrike" kern="1200" cap="none" spc="0" normalizeH="0" baseline="30000" noProof="0">
              <a:ln>
                <a:noFill/>
              </a:ln>
              <a:solidFill>
                <a:srgbClr val="111918"/>
              </a:solidFill>
              <a:effectLst/>
              <a:uLnTx/>
              <a:uFillTx/>
              <a:latin typeface="Tahoma"/>
              <a:ea typeface="+mn-ea"/>
              <a:cs typeface="Tahoma" panose="020B0604030504040204" pitchFamily="34" charset="0"/>
            </a:endParaRPr>
          </a:p>
        </p:txBody>
      </p:sp>
      <p:sp>
        <p:nvSpPr>
          <p:cNvPr id="141" name="Rectangle 140">
            <a:extLst>
              <a:ext uri="{FF2B5EF4-FFF2-40B4-BE49-F238E27FC236}">
                <a16:creationId xmlns:a16="http://schemas.microsoft.com/office/drawing/2014/main" id="{85D2677B-A663-57E3-C18C-2F70A6EE9757}"/>
              </a:ext>
            </a:extLst>
          </p:cNvPr>
          <p:cNvSpPr/>
          <p:nvPr/>
        </p:nvSpPr>
        <p:spPr>
          <a:xfrm>
            <a:off x="4922842" y="1180644"/>
            <a:ext cx="123108" cy="123108"/>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38" name="TextBox 137">
            <a:extLst>
              <a:ext uri="{FF2B5EF4-FFF2-40B4-BE49-F238E27FC236}">
                <a16:creationId xmlns:a16="http://schemas.microsoft.com/office/drawing/2014/main" id="{50F760CE-CE21-AF68-A4AF-3E455A8A3A26}"/>
              </a:ext>
            </a:extLst>
          </p:cNvPr>
          <p:cNvSpPr txBox="1"/>
          <p:nvPr/>
        </p:nvSpPr>
        <p:spPr>
          <a:xfrm>
            <a:off x="3328291" y="1165254"/>
            <a:ext cx="389209" cy="153888"/>
          </a:xfrm>
          <a:prstGeom prst="rect">
            <a:avLst/>
          </a:prstGeom>
        </p:spPr>
        <p:txBody>
          <a:bodyPr vert="horz" wrap="non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At par</a:t>
            </a:r>
            <a:r>
              <a:rPr kumimoji="0" lang="en-US" sz="1000" b="0" i="0" u="none" strike="noStrike" kern="1200" cap="none" spc="0" normalizeH="0" baseline="30000" noProof="0">
                <a:ln>
                  <a:noFill/>
                </a:ln>
                <a:solidFill>
                  <a:srgbClr val="111918"/>
                </a:solidFill>
                <a:effectLst/>
                <a:uLnTx/>
                <a:uFillTx/>
                <a:latin typeface="Tahoma"/>
                <a:ea typeface="+mn-ea"/>
                <a:cs typeface="Tahoma" panose="020B0604030504040204" pitchFamily="34" charset="0"/>
              </a:rPr>
              <a:t>1</a:t>
            </a:r>
          </a:p>
        </p:txBody>
      </p:sp>
      <p:sp>
        <p:nvSpPr>
          <p:cNvPr id="139" name="Rectangle 138">
            <a:extLst>
              <a:ext uri="{FF2B5EF4-FFF2-40B4-BE49-F238E27FC236}">
                <a16:creationId xmlns:a16="http://schemas.microsoft.com/office/drawing/2014/main" id="{54CA40D7-5E35-F022-EBA4-29E1255F659B}"/>
              </a:ext>
            </a:extLst>
          </p:cNvPr>
          <p:cNvSpPr/>
          <p:nvPr/>
        </p:nvSpPr>
        <p:spPr>
          <a:xfrm>
            <a:off x="3158000" y="1180644"/>
            <a:ext cx="123108" cy="123108"/>
          </a:xfrm>
          <a:prstGeom prst="rect">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135" name="TextBox 134">
            <a:extLst>
              <a:ext uri="{FF2B5EF4-FFF2-40B4-BE49-F238E27FC236}">
                <a16:creationId xmlns:a16="http://schemas.microsoft.com/office/drawing/2014/main" id="{29D2C27A-59CF-1739-25E3-84374422F293}"/>
              </a:ext>
            </a:extLst>
          </p:cNvPr>
          <p:cNvSpPr txBox="1"/>
          <p:nvPr/>
        </p:nvSpPr>
        <p:spPr>
          <a:xfrm>
            <a:off x="585323" y="5805094"/>
            <a:ext cx="920608" cy="307777"/>
          </a:xfrm>
          <a:prstGeom prst="rect">
            <a:avLst/>
          </a:prstGeom>
        </p:spPr>
        <p:txBody>
          <a:bodyPr vert="horz" wrap="square" lIns="0" tIns="0" rIns="0" bIns="0" rtlCol="0" anchor="t" anchorCtr="0">
            <a:spAutoFit/>
          </a:bodyPr>
          <a:lstStyle>
            <a:lvl1pPr marL="0" lvl="0" indent="0" defTabSz="671580" eaLnBrk="1" latinLnBrk="0" hangingPunct="1">
              <a:spcBef>
                <a:spcPts val="338"/>
              </a:spcBef>
              <a:spcAft>
                <a:spcPts val="338"/>
              </a:spcAft>
              <a:buClr>
                <a:schemeClr val="tx2"/>
              </a:buClr>
              <a:buSzTx/>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Tx/>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Tx/>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Tx/>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a:buChar char="-"/>
              <a:defRPr lang="x-none" sz="1200" baseline="0">
                <a:latin typeface="+mn-lt"/>
              </a:defRPr>
            </a:lvl6pPr>
            <a:lvl7pPr marL="562413" indent="-97640" defTabSz="671580" fontAlgn="base">
              <a:spcBef>
                <a:spcPct val="0"/>
              </a:spcBef>
              <a:spcAft>
                <a:spcPct val="0"/>
              </a:spcAft>
              <a:buClr>
                <a:schemeClr val="tx2"/>
              </a:buClr>
              <a:buSzPct val="89000"/>
              <a:buFont typeface="Arial"/>
              <a:buChar char="-"/>
              <a:defRPr lang="x-none" sz="1200" baseline="0">
                <a:latin typeface="+mn-lt"/>
              </a:defRPr>
            </a:lvl7pPr>
            <a:lvl8pPr marL="562413" indent="-97640" defTabSz="671580" fontAlgn="base">
              <a:spcBef>
                <a:spcPct val="0"/>
              </a:spcBef>
              <a:spcAft>
                <a:spcPct val="0"/>
              </a:spcAft>
              <a:buClr>
                <a:schemeClr val="tx2"/>
              </a:buClr>
              <a:buSzPct val="89000"/>
              <a:buFont typeface="Arial"/>
              <a:buChar char="-"/>
              <a:defRPr lang="x-none" sz="1200" baseline="0">
                <a:latin typeface="+mn-lt"/>
              </a:defRPr>
            </a:lvl8pPr>
            <a:lvl9pPr marL="562413" indent="-97640" defTabSz="671580" fontAlgn="base">
              <a:spcBef>
                <a:spcPct val="0"/>
              </a:spcBef>
              <a:spcAft>
                <a:spcPct val="0"/>
              </a:spcAft>
              <a:buClr>
                <a:schemeClr val="tx2"/>
              </a:buClr>
              <a:buSzPct val="89000"/>
              <a:buFont typeface="Arial"/>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0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Number of respondents</a:t>
            </a:r>
            <a:endParaRPr kumimoji="0" lang="en-US" sz="1000" b="1"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35" name="TextBox 34">
            <a:extLst>
              <a:ext uri="{FF2B5EF4-FFF2-40B4-BE49-F238E27FC236}">
                <a16:creationId xmlns:a16="http://schemas.microsoft.com/office/drawing/2014/main" id="{9702A3D9-DF44-1FA0-854F-94DA5DBD2976}"/>
              </a:ext>
            </a:extLst>
          </p:cNvPr>
          <p:cNvSpPr txBox="1">
            <a:spLocks/>
          </p:cNvSpPr>
          <p:nvPr/>
        </p:nvSpPr>
        <p:spPr bwMode="gray">
          <a:xfrm>
            <a:off x="554736" y="1452795"/>
            <a:ext cx="7884237" cy="185761"/>
          </a:xfrm>
          <a:prstGeom prst="rect">
            <a:avLst/>
          </a:prstGeom>
        </p:spPr>
        <p:txBody>
          <a:bodyPr vert="horz" wrap="square" lIns="0" tIns="0" rIns="0" bIns="0" rtlCol="0" anchor="b">
            <a:noAutofit/>
          </a:bodyPr>
          <a:lstStyle>
            <a:lvl1pPr marL="0" lvl="0" indent="0" defTabSz="1193860" eaLnBrk="1" latinLnBrk="0" hangingPunct="1">
              <a:spcBef>
                <a:spcPts val="600"/>
              </a:spcBef>
              <a:spcAft>
                <a:spcPts val="600"/>
              </a:spcAft>
              <a:buClr>
                <a:schemeClr val="tx2"/>
              </a:buClr>
              <a:buSzTx/>
              <a:defRPr lang="x-none" b="1" baseline="0">
                <a:latin typeface="+mn-lt"/>
              </a:defRPr>
            </a:lvl1pPr>
            <a:lvl2pPr marL="2116" lvl="1" indent="0" defTabSz="1193860" eaLnBrk="1" latinLnBrk="0" hangingPunct="1">
              <a:spcBef>
                <a:spcPts val="600"/>
              </a:spcBef>
              <a:spcAft>
                <a:spcPts val="600"/>
              </a:spcAft>
              <a:buClr>
                <a:schemeClr val="tx2"/>
              </a:buClr>
              <a:buSzPct val="125000"/>
              <a:buFontTx/>
              <a:buNone/>
              <a:defRPr lang="x-none" b="0" baseline="0">
                <a:solidFill>
                  <a:schemeClr val="accent6"/>
                </a:solidFill>
                <a:latin typeface="+mn-lt"/>
              </a:defRPr>
            </a:lvl2pPr>
            <a:lvl3pPr marL="168275" lvl="2" indent="-168275" defTabSz="1193860" eaLnBrk="1" latinLnBrk="0" hangingPunct="1">
              <a:spcAft>
                <a:spcPts val="600"/>
              </a:spcAft>
              <a:buClrTx/>
              <a:buSzTx/>
              <a:buFont typeface="Arial" pitchFamily="34" charset="0"/>
              <a:buChar char="•"/>
              <a:defRPr lang="x-none" baseline="0">
                <a:solidFill>
                  <a:schemeClr val="accent6"/>
                </a:solidFill>
                <a:latin typeface="+mn-lt"/>
              </a:defRPr>
            </a:lvl3pPr>
            <a:lvl4pPr marL="350838" lvl="3" indent="-182563" defTabSz="1193860" eaLnBrk="1" latinLnBrk="0" hangingPunct="1">
              <a:spcAft>
                <a:spcPts val="600"/>
              </a:spcAft>
              <a:buClr>
                <a:schemeClr val="accent6"/>
              </a:buClr>
              <a:buSzTx/>
              <a:buFont typeface="Arial" pitchFamily="34" charset="0"/>
              <a:buChar char="•"/>
              <a:defRPr lang="x-none" baseline="0">
                <a:solidFill>
                  <a:schemeClr val="accent6"/>
                </a:solidFill>
                <a:latin typeface="+mn-lt"/>
              </a:defRPr>
            </a:lvl4pPr>
            <a:lvl5pPr marL="579438" lvl="4" indent="-228600" defTabSz="1193860" eaLnBrk="1" latinLnBrk="0" hangingPunct="1">
              <a:spcAft>
                <a:spcPts val="600"/>
              </a:spcAft>
              <a:buClr>
                <a:schemeClr val="accent6"/>
              </a:buClr>
              <a:buSzTx/>
              <a:buFont typeface="Times New Roman" panose="02020603050405020304" pitchFamily="18" charset="0"/>
              <a:buChar char="─"/>
              <a:defRPr lang="x-none" baseline="0">
                <a:solidFill>
                  <a:schemeClr val="accent6"/>
                </a:solidFill>
                <a:latin typeface="+mn-lt"/>
              </a:defRPr>
            </a:lvl5pPr>
            <a:lvl6pPr marL="999794" indent="-173575" defTabSz="1193860" fontAlgn="base">
              <a:spcBef>
                <a:spcPct val="0"/>
              </a:spcBef>
              <a:spcAft>
                <a:spcPct val="0"/>
              </a:spcAft>
              <a:buClr>
                <a:schemeClr val="tx2"/>
              </a:buClr>
              <a:buSzPct val="89000"/>
              <a:buFont typeface="Arial"/>
              <a:buChar char="-"/>
              <a:defRPr lang="x-none" sz="2133" baseline="0">
                <a:latin typeface="+mn-lt"/>
              </a:defRPr>
            </a:lvl6pPr>
            <a:lvl7pPr marL="999794" indent="-173575" defTabSz="1193860" fontAlgn="base">
              <a:spcBef>
                <a:spcPct val="0"/>
              </a:spcBef>
              <a:spcAft>
                <a:spcPct val="0"/>
              </a:spcAft>
              <a:buClr>
                <a:schemeClr val="tx2"/>
              </a:buClr>
              <a:buSzPct val="89000"/>
              <a:buFont typeface="Arial"/>
              <a:buChar char="-"/>
              <a:defRPr lang="x-none" sz="2133" baseline="0">
                <a:latin typeface="+mn-lt"/>
              </a:defRPr>
            </a:lvl7pPr>
            <a:lvl8pPr marL="999794" indent="-173575" defTabSz="1193860" fontAlgn="base">
              <a:spcBef>
                <a:spcPct val="0"/>
              </a:spcBef>
              <a:spcAft>
                <a:spcPct val="0"/>
              </a:spcAft>
              <a:buClr>
                <a:schemeClr val="tx2"/>
              </a:buClr>
              <a:buSzPct val="89000"/>
              <a:buFont typeface="Arial"/>
              <a:buChar char="-"/>
              <a:defRPr lang="x-none" sz="2133" baseline="0">
                <a:latin typeface="+mn-lt"/>
              </a:defRPr>
            </a:lvl8pPr>
            <a:lvl9pPr marL="999794" indent="-173575" defTabSz="1193860" fontAlgn="base">
              <a:spcBef>
                <a:spcPct val="0"/>
              </a:spcBef>
              <a:spcAft>
                <a:spcPct val="0"/>
              </a:spcAft>
              <a:buClr>
                <a:schemeClr val="tx2"/>
              </a:buClr>
              <a:buSzPct val="89000"/>
              <a:buFont typeface="Arial"/>
              <a:buChar char="-"/>
              <a:defRPr lang="x-none" sz="2133" baseline="0">
                <a:latin typeface="+mn-lt"/>
              </a:defRPr>
            </a:lvl9pPr>
          </a:lstStyle>
          <a:p>
            <a:pPr marL="0" marR="0" lvl="0" indent="0" algn="l" defTabSz="1193860" rtl="0" eaLnBrk="1" fontAlgn="auto" latinLnBrk="0" hangingPunct="1">
              <a:lnSpc>
                <a:spcPct val="100000"/>
              </a:lnSpc>
              <a:spcBef>
                <a:spcPts val="600"/>
              </a:spcBef>
              <a:spcAft>
                <a:spcPts val="600"/>
              </a:spcAft>
              <a:buClr>
                <a:srgbClr val="0065BD"/>
              </a:buClr>
              <a:buSzTx/>
              <a:buFontTx/>
              <a:buNone/>
              <a:tabLst/>
              <a:defRPr/>
            </a:pPr>
            <a:r>
              <a:rPr kumimoji="0" lang="en-US" sz="14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AIQ scores by function (out of 100) </a:t>
            </a:r>
          </a:p>
        </p:txBody>
      </p:sp>
      <p:cxnSp>
        <p:nvCxnSpPr>
          <p:cNvPr id="36" name="LineBasicImpact 9">
            <a:extLst>
              <a:ext uri="{FF2B5EF4-FFF2-40B4-BE49-F238E27FC236}">
                <a16:creationId xmlns:a16="http://schemas.microsoft.com/office/drawing/2014/main" id="{F797FACC-0203-6F23-A30C-6EE2870DC800}"/>
              </a:ext>
            </a:extLst>
          </p:cNvPr>
          <p:cNvCxnSpPr>
            <a:cxnSpLocks/>
          </p:cNvCxnSpPr>
          <p:nvPr>
            <p:custDataLst>
              <p:tags r:id="rId4"/>
            </p:custDataLst>
          </p:nvPr>
        </p:nvCxnSpPr>
        <p:spPr>
          <a:xfrm>
            <a:off x="589203" y="1669972"/>
            <a:ext cx="7884237" cy="0"/>
          </a:xfrm>
          <a:prstGeom prst="straightConnector1">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Rectangle 1">
            <a:extLst>
              <a:ext uri="{FF2B5EF4-FFF2-40B4-BE49-F238E27FC236}">
                <a16:creationId xmlns:a16="http://schemas.microsoft.com/office/drawing/2014/main" id="{A6C53B1C-DB4B-9855-90A1-A9B1945BC8A6}"/>
              </a:ext>
            </a:extLst>
          </p:cNvPr>
          <p:cNvSpPr>
            <a:spLocks/>
          </p:cNvSpPr>
          <p:nvPr/>
        </p:nvSpPr>
        <p:spPr>
          <a:xfrm>
            <a:off x="583712" y="1697082"/>
            <a:ext cx="7889727" cy="53853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031119"/>
              </a:solidFill>
              <a:effectLst/>
              <a:uLnTx/>
              <a:uFillTx/>
              <a:latin typeface="Tahoma" panose="020B0604030504040204" pitchFamily="34" charset="0"/>
              <a:ea typeface="+mn-ea"/>
              <a:cs typeface="Tahoma" panose="020B0604030504040204" pitchFamily="34" charset="0"/>
            </a:endParaRPr>
          </a:p>
        </p:txBody>
      </p:sp>
      <p:sp>
        <p:nvSpPr>
          <p:cNvPr id="20" name="Rectangle 10">
            <a:extLst>
              <a:ext uri="{FF2B5EF4-FFF2-40B4-BE49-F238E27FC236}">
                <a16:creationId xmlns:a16="http://schemas.microsoft.com/office/drawing/2014/main" id="{91D17CB2-15F6-F567-3A8E-A4B73747B7E5}"/>
              </a:ext>
            </a:extLst>
          </p:cNvPr>
          <p:cNvSpPr txBox="1">
            <a:spLocks/>
          </p:cNvSpPr>
          <p:nvPr/>
        </p:nvSpPr>
        <p:spPr>
          <a:xfrm>
            <a:off x="583713" y="2961380"/>
            <a:ext cx="1023546"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000000"/>
              </a:buClr>
              <a:buSzTx/>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Talent</a:t>
            </a:r>
          </a:p>
        </p:txBody>
      </p:sp>
      <p:sp>
        <p:nvSpPr>
          <p:cNvPr id="21" name="Rectangle 10">
            <a:extLst>
              <a:ext uri="{FF2B5EF4-FFF2-40B4-BE49-F238E27FC236}">
                <a16:creationId xmlns:a16="http://schemas.microsoft.com/office/drawing/2014/main" id="{BEA94D2D-F140-014B-8B90-717B381590F1}"/>
              </a:ext>
            </a:extLst>
          </p:cNvPr>
          <p:cNvSpPr txBox="1">
            <a:spLocks/>
          </p:cNvSpPr>
          <p:nvPr/>
        </p:nvSpPr>
        <p:spPr>
          <a:xfrm>
            <a:off x="583713" y="2427624"/>
            <a:ext cx="1023546"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000000"/>
              </a:buClr>
              <a:buSzTx/>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Strategy</a:t>
            </a:r>
          </a:p>
        </p:txBody>
      </p:sp>
      <p:sp>
        <p:nvSpPr>
          <p:cNvPr id="22" name="Rectangle 10">
            <a:extLst>
              <a:ext uri="{FF2B5EF4-FFF2-40B4-BE49-F238E27FC236}">
                <a16:creationId xmlns:a16="http://schemas.microsoft.com/office/drawing/2014/main" id="{F30DFD92-BBDD-B453-9E19-4E0ACE4D9651}"/>
              </a:ext>
            </a:extLst>
          </p:cNvPr>
          <p:cNvSpPr txBox="1">
            <a:spLocks/>
          </p:cNvSpPr>
          <p:nvPr/>
        </p:nvSpPr>
        <p:spPr>
          <a:xfrm>
            <a:off x="583713" y="4025115"/>
            <a:ext cx="1023546"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000000"/>
              </a:buClr>
              <a:buSzTx/>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Tech</a:t>
            </a:r>
          </a:p>
        </p:txBody>
      </p:sp>
      <p:sp>
        <p:nvSpPr>
          <p:cNvPr id="23" name="Rectangle 10">
            <a:extLst>
              <a:ext uri="{FF2B5EF4-FFF2-40B4-BE49-F238E27FC236}">
                <a16:creationId xmlns:a16="http://schemas.microsoft.com/office/drawing/2014/main" id="{B69D6352-581D-7D40-7874-5090FA249C49}"/>
              </a:ext>
            </a:extLst>
          </p:cNvPr>
          <p:cNvSpPr txBox="1">
            <a:spLocks/>
          </p:cNvSpPr>
          <p:nvPr/>
        </p:nvSpPr>
        <p:spPr>
          <a:xfrm>
            <a:off x="583713" y="3417664"/>
            <a:ext cx="1023546"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000000"/>
              </a:buClr>
              <a:buSzTx/>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Operating model</a:t>
            </a:r>
          </a:p>
        </p:txBody>
      </p:sp>
      <p:sp>
        <p:nvSpPr>
          <p:cNvPr id="24" name="TextBox 23">
            <a:extLst>
              <a:ext uri="{FF2B5EF4-FFF2-40B4-BE49-F238E27FC236}">
                <a16:creationId xmlns:a16="http://schemas.microsoft.com/office/drawing/2014/main" id="{B7FD1BCA-AE7D-672B-586D-8BB360D97700}"/>
              </a:ext>
            </a:extLst>
          </p:cNvPr>
          <p:cNvSpPr txBox="1">
            <a:spLocks/>
          </p:cNvSpPr>
          <p:nvPr/>
        </p:nvSpPr>
        <p:spPr>
          <a:xfrm>
            <a:off x="583713" y="1875572"/>
            <a:ext cx="1023546" cy="184666"/>
          </a:xfrm>
          <a:prstGeom prst="rect">
            <a:avLst/>
          </a:prstGeom>
        </p:spPr>
        <p:txBody>
          <a:bodyPr vert="horz" wrap="square" lIns="0" tIns="0" rIns="0" bIns="0" rtlCol="0" anchor="t" anchorCtr="0">
            <a:sp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1190" marR="0" lvl="1" indent="0" algn="l" defTabSz="671580" rtl="0" eaLnBrk="1" fontAlgn="auto" latinLnBrk="0" hangingPunct="1">
              <a:lnSpc>
                <a:spcPct val="100000"/>
              </a:lnSpc>
              <a:spcBef>
                <a:spcPts val="338"/>
              </a:spcBef>
              <a:spcAft>
                <a:spcPts val="338"/>
              </a:spcAft>
              <a:buClr>
                <a:srgbClr val="0065BD"/>
              </a:buClr>
              <a:buSzPct val="125000"/>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rPr>
              <a:t>Overall</a:t>
            </a:r>
          </a:p>
        </p:txBody>
      </p:sp>
      <p:sp>
        <p:nvSpPr>
          <p:cNvPr id="25" name="Rectangle 10">
            <a:extLst>
              <a:ext uri="{FF2B5EF4-FFF2-40B4-BE49-F238E27FC236}">
                <a16:creationId xmlns:a16="http://schemas.microsoft.com/office/drawing/2014/main" id="{FE492367-1484-5A4B-1B4B-D27B2AD5EB7A}"/>
              </a:ext>
            </a:extLst>
          </p:cNvPr>
          <p:cNvSpPr txBox="1">
            <a:spLocks/>
          </p:cNvSpPr>
          <p:nvPr/>
        </p:nvSpPr>
        <p:spPr>
          <a:xfrm>
            <a:off x="583713" y="4975245"/>
            <a:ext cx="1023546"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000000"/>
              </a:buClr>
              <a:buSzTx/>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Adoption</a:t>
            </a:r>
            <a:b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b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&amp; scaling</a:t>
            </a:r>
          </a:p>
        </p:txBody>
      </p:sp>
      <p:sp>
        <p:nvSpPr>
          <p:cNvPr id="26" name="Rectangle 10">
            <a:extLst>
              <a:ext uri="{FF2B5EF4-FFF2-40B4-BE49-F238E27FC236}">
                <a16:creationId xmlns:a16="http://schemas.microsoft.com/office/drawing/2014/main" id="{497871BF-3D18-AE0F-86D7-8F672CA40AD7}"/>
              </a:ext>
            </a:extLst>
          </p:cNvPr>
          <p:cNvSpPr txBox="1">
            <a:spLocks/>
          </p:cNvSpPr>
          <p:nvPr/>
        </p:nvSpPr>
        <p:spPr>
          <a:xfrm>
            <a:off x="583713" y="4546740"/>
            <a:ext cx="1023546"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spcAft>
                <a:spcPts val="600"/>
              </a:spcAft>
              <a:buClr>
                <a:schemeClr val="tx2"/>
              </a:buClr>
              <a:defRPr sz="1800" baseline="0">
                <a:latin typeface="Arial"/>
                <a:sym typeface="Arial"/>
              </a:defRPr>
            </a:lvl1pPr>
            <a:lvl2pPr marL="193675" lvl="1" indent="-192088" defTabSz="895350" eaLnBrk="1" hangingPunct="1">
              <a:spcAft>
                <a:spcPts val="600"/>
              </a:spcAft>
              <a:buClr>
                <a:schemeClr val="tx2"/>
              </a:buClr>
              <a:buSzPct val="125000"/>
              <a:buFont typeface="Arial" charset="0"/>
              <a:buChar char="▪"/>
              <a:defRPr sz="1800" baseline="0">
                <a:latin typeface="Arial"/>
                <a:sym typeface="Arial"/>
              </a:defRPr>
            </a:lvl2pPr>
            <a:lvl3pPr marL="457200" lvl="2" indent="-261938" defTabSz="895350" eaLnBrk="1" hangingPunct="1">
              <a:spcAft>
                <a:spcPts val="600"/>
              </a:spcAft>
              <a:buClr>
                <a:schemeClr val="tx2"/>
              </a:buClr>
              <a:buSzPct val="120000"/>
              <a:buFont typeface="Arial" charset="0"/>
              <a:buChar char="–"/>
              <a:defRPr sz="1800" baseline="0">
                <a:latin typeface="Arial"/>
                <a:sym typeface="Arial"/>
              </a:defRPr>
            </a:lvl3pPr>
            <a:lvl4pPr marL="614363" lvl="3" indent="-155575" defTabSz="895350" eaLnBrk="1" hangingPunct="1">
              <a:spcAft>
                <a:spcPts val="600"/>
              </a:spcAft>
              <a:buClr>
                <a:schemeClr val="tx2"/>
              </a:buClr>
              <a:buSzPct val="120000"/>
              <a:buFont typeface="Arial" charset="0"/>
              <a:buChar char="▫"/>
              <a:defRPr sz="1800" baseline="0">
                <a:latin typeface="Arial"/>
                <a:sym typeface="Arial"/>
              </a:defRPr>
            </a:lvl4pPr>
            <a:lvl5pPr marL="749808" lvl="4" indent="-130175" defTabSz="895350" eaLnBrk="1" hangingPunct="1">
              <a:spcAft>
                <a:spcPts val="600"/>
              </a:spcAft>
              <a:buClr>
                <a:schemeClr val="tx2"/>
              </a:buClr>
              <a:buSzPct val="89000"/>
              <a:buFont typeface="Arial" charset="0"/>
              <a:buChar char="-"/>
              <a:defRPr sz="1800" baseline="0">
                <a:latin typeface="Arial"/>
                <a:sym typeface="Arial"/>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600"/>
              </a:spcAft>
              <a:buClr>
                <a:srgbClr val="000000"/>
              </a:buClr>
              <a:buSzTx/>
              <a:buFontTx/>
              <a:buNone/>
              <a:tabLst/>
              <a:defRPr/>
            </a:pPr>
            <a:r>
              <a:rPr kumimoji="0" lang="en-US" sz="1200" b="1"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a:rPr>
              <a:t>Data</a:t>
            </a:r>
          </a:p>
        </p:txBody>
      </p:sp>
      <p:sp>
        <p:nvSpPr>
          <p:cNvPr id="27" name="TextBox 26">
            <a:extLst>
              <a:ext uri="{FF2B5EF4-FFF2-40B4-BE49-F238E27FC236}">
                <a16:creationId xmlns:a16="http://schemas.microsoft.com/office/drawing/2014/main" id="{CFDC7AEF-A813-64B9-8988-3BAAB6368D3A}"/>
              </a:ext>
            </a:extLst>
          </p:cNvPr>
          <p:cNvSpPr txBox="1"/>
          <p:nvPr/>
        </p:nvSpPr>
        <p:spPr>
          <a:xfrm>
            <a:off x="585323" y="5419633"/>
            <a:ext cx="4583372"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lang="en-US" sz="1600" dirty="0"/>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lang="en-US" sz="1600" dirty="0"/>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CA" sz="12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Functions</a:t>
            </a:r>
          </a:p>
        </p:txBody>
      </p:sp>
      <p:cxnSp>
        <p:nvCxnSpPr>
          <p:cNvPr id="28" name="Straight Connector 27">
            <a:extLst>
              <a:ext uri="{FF2B5EF4-FFF2-40B4-BE49-F238E27FC236}">
                <a16:creationId xmlns:a16="http://schemas.microsoft.com/office/drawing/2014/main" id="{741C35A7-4710-09DC-C2BB-95522157BA4E}"/>
              </a:ext>
            </a:extLst>
          </p:cNvPr>
          <p:cNvCxnSpPr>
            <a:cxnSpLocks/>
          </p:cNvCxnSpPr>
          <p:nvPr/>
        </p:nvCxnSpPr>
        <p:spPr>
          <a:xfrm>
            <a:off x="589203" y="2774076"/>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37D7FB7-4FF2-08D7-AD30-D561C9BF7AAD}"/>
              </a:ext>
            </a:extLst>
          </p:cNvPr>
          <p:cNvCxnSpPr>
            <a:cxnSpLocks/>
          </p:cNvCxnSpPr>
          <p:nvPr/>
        </p:nvCxnSpPr>
        <p:spPr>
          <a:xfrm>
            <a:off x="585323" y="3287090"/>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D285FB7-DBE0-099F-AEB3-C508AE8D2708}"/>
              </a:ext>
            </a:extLst>
          </p:cNvPr>
          <p:cNvCxnSpPr>
            <a:cxnSpLocks/>
          </p:cNvCxnSpPr>
          <p:nvPr/>
        </p:nvCxnSpPr>
        <p:spPr>
          <a:xfrm>
            <a:off x="554736" y="3818901"/>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F14E6EE-5CD3-8D07-508A-28146FBB8251}"/>
              </a:ext>
            </a:extLst>
          </p:cNvPr>
          <p:cNvCxnSpPr>
            <a:cxnSpLocks/>
          </p:cNvCxnSpPr>
          <p:nvPr/>
        </p:nvCxnSpPr>
        <p:spPr>
          <a:xfrm>
            <a:off x="589203" y="2235618"/>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B8E7ED8-DD58-0ABC-8908-056C6D20A1D8}"/>
              </a:ext>
            </a:extLst>
          </p:cNvPr>
          <p:cNvCxnSpPr>
            <a:cxnSpLocks/>
          </p:cNvCxnSpPr>
          <p:nvPr/>
        </p:nvCxnSpPr>
        <p:spPr>
          <a:xfrm>
            <a:off x="589203" y="4865889"/>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9D072-AF97-6DB1-6B6D-AEFB17BADFD7}"/>
              </a:ext>
            </a:extLst>
          </p:cNvPr>
          <p:cNvCxnSpPr>
            <a:cxnSpLocks/>
          </p:cNvCxnSpPr>
          <p:nvPr/>
        </p:nvCxnSpPr>
        <p:spPr>
          <a:xfrm>
            <a:off x="585323" y="4341933"/>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D8243BB7-329B-EB46-1FE0-5B11577CE49F}"/>
              </a:ext>
            </a:extLst>
          </p:cNvPr>
          <p:cNvCxnSpPr>
            <a:cxnSpLocks/>
          </p:cNvCxnSpPr>
          <p:nvPr/>
        </p:nvCxnSpPr>
        <p:spPr>
          <a:xfrm>
            <a:off x="589203" y="5395370"/>
            <a:ext cx="788423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3C47975C-899E-E26B-58DF-DF75752C8D0E}"/>
              </a:ext>
            </a:extLst>
          </p:cNvPr>
          <p:cNvSpPr/>
          <p:nvPr/>
        </p:nvSpPr>
        <p:spPr>
          <a:xfrm>
            <a:off x="2805646"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17</a:t>
            </a:r>
          </a:p>
        </p:txBody>
      </p:sp>
      <p:sp>
        <p:nvSpPr>
          <p:cNvPr id="57" name="Oval 56">
            <a:extLst>
              <a:ext uri="{FF2B5EF4-FFF2-40B4-BE49-F238E27FC236}">
                <a16:creationId xmlns:a16="http://schemas.microsoft.com/office/drawing/2014/main" id="{B9C05044-84CF-5AB1-B39D-C06B9AD7B472}"/>
              </a:ext>
            </a:extLst>
          </p:cNvPr>
          <p:cNvSpPr/>
          <p:nvPr/>
        </p:nvSpPr>
        <p:spPr>
          <a:xfrm>
            <a:off x="3804188"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200" b="1">
                <a:solidFill>
                  <a:srgbClr val="111918"/>
                </a:solidFill>
                <a:latin typeface="Tahoma"/>
                <a:cs typeface="Tahoma" panose="020B0604030504040204" pitchFamily="34" charset="0"/>
              </a:rPr>
              <a:t>5</a:t>
            </a:r>
            <a:endPar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127" name="Oval 126">
            <a:extLst>
              <a:ext uri="{FF2B5EF4-FFF2-40B4-BE49-F238E27FC236}">
                <a16:creationId xmlns:a16="http://schemas.microsoft.com/office/drawing/2014/main" id="{A2892008-A1AF-37D2-A8B3-6AFD468A816B}"/>
              </a:ext>
            </a:extLst>
          </p:cNvPr>
          <p:cNvSpPr/>
          <p:nvPr/>
        </p:nvSpPr>
        <p:spPr>
          <a:xfrm>
            <a:off x="4802730"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10</a:t>
            </a:r>
          </a:p>
        </p:txBody>
      </p:sp>
      <p:sp>
        <p:nvSpPr>
          <p:cNvPr id="128" name="Oval 127">
            <a:extLst>
              <a:ext uri="{FF2B5EF4-FFF2-40B4-BE49-F238E27FC236}">
                <a16:creationId xmlns:a16="http://schemas.microsoft.com/office/drawing/2014/main" id="{DEA6EE6B-26A7-498A-DE97-A483AEB7B334}"/>
              </a:ext>
            </a:extLst>
          </p:cNvPr>
          <p:cNvSpPr/>
          <p:nvPr/>
        </p:nvSpPr>
        <p:spPr>
          <a:xfrm>
            <a:off x="5801272"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8</a:t>
            </a:r>
          </a:p>
        </p:txBody>
      </p:sp>
      <p:sp>
        <p:nvSpPr>
          <p:cNvPr id="129" name="Oval 128">
            <a:extLst>
              <a:ext uri="{FF2B5EF4-FFF2-40B4-BE49-F238E27FC236}">
                <a16:creationId xmlns:a16="http://schemas.microsoft.com/office/drawing/2014/main" id="{9B2C2AC9-8574-AED6-D45C-E39E443E2EC6}"/>
              </a:ext>
            </a:extLst>
          </p:cNvPr>
          <p:cNvSpPr/>
          <p:nvPr/>
        </p:nvSpPr>
        <p:spPr>
          <a:xfrm>
            <a:off x="6795844"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14</a:t>
            </a:r>
          </a:p>
        </p:txBody>
      </p:sp>
      <p:sp>
        <p:nvSpPr>
          <p:cNvPr id="102" name="Oval 101">
            <a:extLst>
              <a:ext uri="{FF2B5EF4-FFF2-40B4-BE49-F238E27FC236}">
                <a16:creationId xmlns:a16="http://schemas.microsoft.com/office/drawing/2014/main" id="{C604BB48-E533-168E-2EC8-A972606A74A2}"/>
              </a:ext>
            </a:extLst>
          </p:cNvPr>
          <p:cNvSpPr/>
          <p:nvPr/>
        </p:nvSpPr>
        <p:spPr>
          <a:xfrm>
            <a:off x="1807104"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5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60</a:t>
            </a:r>
          </a:p>
        </p:txBody>
      </p:sp>
      <p:sp>
        <p:nvSpPr>
          <p:cNvPr id="13" name="TextBox 12">
            <a:extLst>
              <a:ext uri="{FF2B5EF4-FFF2-40B4-BE49-F238E27FC236}">
                <a16:creationId xmlns:a16="http://schemas.microsoft.com/office/drawing/2014/main" id="{43F9B569-46DA-FE8A-2B44-11182F9FD13F}"/>
              </a:ext>
            </a:extLst>
          </p:cNvPr>
          <p:cNvSpPr txBox="1">
            <a:spLocks/>
          </p:cNvSpPr>
          <p:nvPr/>
        </p:nvSpPr>
        <p:spPr>
          <a:xfrm>
            <a:off x="1648656" y="5444900"/>
            <a:ext cx="807498" cy="467581"/>
          </a:xfrm>
          <a:prstGeom prst="rect">
            <a:avLst/>
          </a:prstGeom>
          <a:noFill/>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ctr" defTabSz="671580" rtl="0" eaLnBrk="1" fontAlgn="auto" latinLnBrk="0" hangingPunct="1">
              <a:lnSpc>
                <a:spcPct val="100000"/>
              </a:lnSpc>
              <a:spcBef>
                <a:spcPts val="338"/>
              </a:spcBef>
              <a:spcAft>
                <a:spcPts val="338"/>
              </a:spcAft>
              <a:buClr>
                <a:srgbClr val="051C2C"/>
              </a:buClr>
              <a:buSzPct val="100000"/>
              <a:buFontTx/>
              <a:buNone/>
              <a:tabLst/>
              <a:defRPr/>
            </a:pPr>
            <a:r>
              <a:rPr kumimoji="0" lang="en-US" sz="1100" b="1"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PASHA Bank</a:t>
            </a:r>
          </a:p>
        </p:txBody>
      </p:sp>
      <p:sp>
        <p:nvSpPr>
          <p:cNvPr id="32" name="Rectangle 31">
            <a:extLst>
              <a:ext uri="{FF2B5EF4-FFF2-40B4-BE49-F238E27FC236}">
                <a16:creationId xmlns:a16="http://schemas.microsoft.com/office/drawing/2014/main" id="{8C3B1BB9-1330-F85A-BC78-40966FC45C26}"/>
              </a:ext>
            </a:extLst>
          </p:cNvPr>
          <p:cNvSpPr/>
          <p:nvPr/>
        </p:nvSpPr>
        <p:spPr>
          <a:xfrm>
            <a:off x="1648656" y="2274045"/>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30</a:t>
            </a:r>
          </a:p>
        </p:txBody>
      </p:sp>
      <p:sp>
        <p:nvSpPr>
          <p:cNvPr id="37" name="Rectangle 36">
            <a:extLst>
              <a:ext uri="{FF2B5EF4-FFF2-40B4-BE49-F238E27FC236}">
                <a16:creationId xmlns:a16="http://schemas.microsoft.com/office/drawing/2014/main" id="{31C03FBE-B81F-F825-98E3-A48AD6B4F4EF}"/>
              </a:ext>
            </a:extLst>
          </p:cNvPr>
          <p:cNvSpPr/>
          <p:nvPr/>
        </p:nvSpPr>
        <p:spPr>
          <a:xfrm>
            <a:off x="1648656" y="279932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27</a:t>
            </a:r>
          </a:p>
        </p:txBody>
      </p:sp>
      <p:sp>
        <p:nvSpPr>
          <p:cNvPr id="42" name="Rectangle 41">
            <a:extLst>
              <a:ext uri="{FF2B5EF4-FFF2-40B4-BE49-F238E27FC236}">
                <a16:creationId xmlns:a16="http://schemas.microsoft.com/office/drawing/2014/main" id="{3025ACFF-F300-154A-CDF5-0B04160828DF}"/>
              </a:ext>
            </a:extLst>
          </p:cNvPr>
          <p:cNvSpPr/>
          <p:nvPr/>
        </p:nvSpPr>
        <p:spPr>
          <a:xfrm>
            <a:off x="1648656" y="3324607"/>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22</a:t>
            </a:r>
          </a:p>
        </p:txBody>
      </p:sp>
      <p:sp>
        <p:nvSpPr>
          <p:cNvPr id="47" name="Rectangle 46">
            <a:extLst>
              <a:ext uri="{FF2B5EF4-FFF2-40B4-BE49-F238E27FC236}">
                <a16:creationId xmlns:a16="http://schemas.microsoft.com/office/drawing/2014/main" id="{96562D23-2E38-4E41-3169-B10F112D2E33}"/>
              </a:ext>
            </a:extLst>
          </p:cNvPr>
          <p:cNvSpPr/>
          <p:nvPr/>
        </p:nvSpPr>
        <p:spPr>
          <a:xfrm>
            <a:off x="1648656" y="3849888"/>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32</a:t>
            </a:r>
          </a:p>
        </p:txBody>
      </p:sp>
      <p:sp>
        <p:nvSpPr>
          <p:cNvPr id="98" name="Rectangle 97">
            <a:extLst>
              <a:ext uri="{FF2B5EF4-FFF2-40B4-BE49-F238E27FC236}">
                <a16:creationId xmlns:a16="http://schemas.microsoft.com/office/drawing/2014/main" id="{BAE1C7BF-3E17-5C98-6975-B48F0099E6ED}"/>
              </a:ext>
            </a:extLst>
          </p:cNvPr>
          <p:cNvSpPr/>
          <p:nvPr/>
        </p:nvSpPr>
        <p:spPr>
          <a:xfrm>
            <a:off x="1648656" y="4375169"/>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33</a:t>
            </a:r>
          </a:p>
        </p:txBody>
      </p:sp>
      <p:sp>
        <p:nvSpPr>
          <p:cNvPr id="100" name="Rectangle 99">
            <a:extLst>
              <a:ext uri="{FF2B5EF4-FFF2-40B4-BE49-F238E27FC236}">
                <a16:creationId xmlns:a16="http://schemas.microsoft.com/office/drawing/2014/main" id="{80D086F6-078F-E739-AAE4-32400342752E}"/>
              </a:ext>
            </a:extLst>
          </p:cNvPr>
          <p:cNvSpPr>
            <a:spLocks/>
          </p:cNvSpPr>
          <p:nvPr/>
        </p:nvSpPr>
        <p:spPr>
          <a:xfrm>
            <a:off x="1648656" y="4900449"/>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24</a:t>
            </a:r>
          </a:p>
        </p:txBody>
      </p:sp>
      <p:sp>
        <p:nvSpPr>
          <p:cNvPr id="103" name="Rectangle 102">
            <a:extLst>
              <a:ext uri="{FF2B5EF4-FFF2-40B4-BE49-F238E27FC236}">
                <a16:creationId xmlns:a16="http://schemas.microsoft.com/office/drawing/2014/main" id="{E8F79CB8-FA98-7837-56C1-F707AE2F86CF}"/>
              </a:ext>
            </a:extLst>
          </p:cNvPr>
          <p:cNvSpPr/>
          <p:nvPr/>
        </p:nvSpPr>
        <p:spPr>
          <a:xfrm>
            <a:off x="1648656"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28</a:t>
            </a:r>
          </a:p>
        </p:txBody>
      </p:sp>
      <p:sp>
        <p:nvSpPr>
          <p:cNvPr id="62" name="TextBox 61">
            <a:extLst>
              <a:ext uri="{FF2B5EF4-FFF2-40B4-BE49-F238E27FC236}">
                <a16:creationId xmlns:a16="http://schemas.microsoft.com/office/drawing/2014/main" id="{BFF8D692-4615-F16D-094B-905D2880F5E3}"/>
              </a:ext>
            </a:extLst>
          </p:cNvPr>
          <p:cNvSpPr txBox="1">
            <a:spLocks/>
          </p:cNvSpPr>
          <p:nvPr/>
        </p:nvSpPr>
        <p:spPr>
          <a:xfrm>
            <a:off x="2647198" y="5444899"/>
            <a:ext cx="807498" cy="245673"/>
          </a:xfrm>
          <a:prstGeom prst="rect">
            <a:avLst/>
          </a:prstGeom>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lvl="0" algn="ctr">
              <a:buClr>
                <a:srgbClr val="051C2C"/>
              </a:buClr>
              <a:defRPr/>
            </a:pPr>
            <a:r>
              <a:rPr lang="en-US" sz="800" b="0">
                <a:solidFill>
                  <a:srgbClr val="111918"/>
                </a:solidFill>
                <a:latin typeface="Tahoma" panose="020B0604030504040204" pitchFamily="34" charset="0"/>
                <a:cs typeface="Tahoma" panose="020B0604030504040204" pitchFamily="34" charset="0"/>
              </a:rPr>
              <a:t>Finance / Audit / Treasury / Risk</a:t>
            </a:r>
            <a:endPar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67" name="Rectangle 66">
            <a:extLst>
              <a:ext uri="{FF2B5EF4-FFF2-40B4-BE49-F238E27FC236}">
                <a16:creationId xmlns:a16="http://schemas.microsoft.com/office/drawing/2014/main" id="{55DD583D-1D37-675A-7373-47D8B108A2AF}"/>
              </a:ext>
            </a:extLst>
          </p:cNvPr>
          <p:cNvSpPr/>
          <p:nvPr/>
        </p:nvSpPr>
        <p:spPr>
          <a:xfrm>
            <a:off x="2647198" y="2274045"/>
            <a:ext cx="807498" cy="467581"/>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17%</a:t>
            </a:r>
          </a:p>
        </p:txBody>
      </p:sp>
      <p:sp>
        <p:nvSpPr>
          <p:cNvPr id="72" name="Rectangle 71">
            <a:extLst>
              <a:ext uri="{FF2B5EF4-FFF2-40B4-BE49-F238E27FC236}">
                <a16:creationId xmlns:a16="http://schemas.microsoft.com/office/drawing/2014/main" id="{D5316050-A763-6FF3-4ACD-94E44631A423}"/>
              </a:ext>
            </a:extLst>
          </p:cNvPr>
          <p:cNvSpPr/>
          <p:nvPr/>
        </p:nvSpPr>
        <p:spPr>
          <a:xfrm>
            <a:off x="2647198" y="2799326"/>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5%</a:t>
            </a:r>
          </a:p>
        </p:txBody>
      </p:sp>
      <p:sp>
        <p:nvSpPr>
          <p:cNvPr id="77" name="Rectangle 76">
            <a:extLst>
              <a:ext uri="{FF2B5EF4-FFF2-40B4-BE49-F238E27FC236}">
                <a16:creationId xmlns:a16="http://schemas.microsoft.com/office/drawing/2014/main" id="{3E7B41BF-3AA7-B53F-9B72-FA102F91F66F}"/>
              </a:ext>
            </a:extLst>
          </p:cNvPr>
          <p:cNvSpPr/>
          <p:nvPr/>
        </p:nvSpPr>
        <p:spPr>
          <a:xfrm>
            <a:off x="2647198" y="3324607"/>
            <a:ext cx="807498" cy="467581"/>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17%</a:t>
            </a:r>
          </a:p>
        </p:txBody>
      </p:sp>
      <p:sp>
        <p:nvSpPr>
          <p:cNvPr id="82" name="Rectangle 81">
            <a:extLst>
              <a:ext uri="{FF2B5EF4-FFF2-40B4-BE49-F238E27FC236}">
                <a16:creationId xmlns:a16="http://schemas.microsoft.com/office/drawing/2014/main" id="{91790DDD-6A03-79E9-3021-3F948413651B}"/>
              </a:ext>
            </a:extLst>
          </p:cNvPr>
          <p:cNvSpPr/>
          <p:nvPr/>
        </p:nvSpPr>
        <p:spPr>
          <a:xfrm>
            <a:off x="2647198" y="3849888"/>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-7%</a:t>
            </a:r>
          </a:p>
        </p:txBody>
      </p:sp>
      <p:sp>
        <p:nvSpPr>
          <p:cNvPr id="87" name="Rectangle 86">
            <a:extLst>
              <a:ext uri="{FF2B5EF4-FFF2-40B4-BE49-F238E27FC236}">
                <a16:creationId xmlns:a16="http://schemas.microsoft.com/office/drawing/2014/main" id="{B2D24657-22D4-5C47-9D1A-9401895B5C0D}"/>
              </a:ext>
            </a:extLst>
          </p:cNvPr>
          <p:cNvSpPr/>
          <p:nvPr/>
        </p:nvSpPr>
        <p:spPr>
          <a:xfrm>
            <a:off x="2647198" y="4375169"/>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-5%</a:t>
            </a:r>
          </a:p>
        </p:txBody>
      </p:sp>
      <p:sp>
        <p:nvSpPr>
          <p:cNvPr id="92" name="Rectangle 91">
            <a:extLst>
              <a:ext uri="{FF2B5EF4-FFF2-40B4-BE49-F238E27FC236}">
                <a16:creationId xmlns:a16="http://schemas.microsoft.com/office/drawing/2014/main" id="{87783DC6-31DE-27F7-007E-90BD4999E365}"/>
              </a:ext>
            </a:extLst>
          </p:cNvPr>
          <p:cNvSpPr>
            <a:spLocks/>
          </p:cNvSpPr>
          <p:nvPr/>
        </p:nvSpPr>
        <p:spPr>
          <a:xfrm>
            <a:off x="2647198" y="4900449"/>
            <a:ext cx="807498" cy="467581"/>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26%</a:t>
            </a:r>
          </a:p>
        </p:txBody>
      </p:sp>
      <p:sp>
        <p:nvSpPr>
          <p:cNvPr id="104" name="Rectangle 103">
            <a:extLst>
              <a:ext uri="{FF2B5EF4-FFF2-40B4-BE49-F238E27FC236}">
                <a16:creationId xmlns:a16="http://schemas.microsoft.com/office/drawing/2014/main" id="{C7AE4939-BD89-7470-53C8-E56E6282A306}"/>
              </a:ext>
            </a:extLst>
          </p:cNvPr>
          <p:cNvSpPr/>
          <p:nvPr/>
        </p:nvSpPr>
        <p:spPr>
          <a:xfrm>
            <a:off x="2647198"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30</a:t>
            </a:r>
          </a:p>
        </p:txBody>
      </p:sp>
      <p:sp>
        <p:nvSpPr>
          <p:cNvPr id="63" name="TextBox 62">
            <a:extLst>
              <a:ext uri="{FF2B5EF4-FFF2-40B4-BE49-F238E27FC236}">
                <a16:creationId xmlns:a16="http://schemas.microsoft.com/office/drawing/2014/main" id="{B0474F29-4B96-C5AA-68A0-E15D44621528}"/>
              </a:ext>
            </a:extLst>
          </p:cNvPr>
          <p:cNvSpPr txBox="1">
            <a:spLocks/>
          </p:cNvSpPr>
          <p:nvPr/>
        </p:nvSpPr>
        <p:spPr>
          <a:xfrm>
            <a:off x="3645740" y="5444899"/>
            <a:ext cx="807498" cy="371904"/>
          </a:xfrm>
          <a:prstGeom prst="rect">
            <a:avLst/>
          </a:prstGeom>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lvl="0" algn="ctr">
              <a:buClr>
                <a:srgbClr val="051C2C"/>
              </a:buClr>
              <a:defRPr/>
            </a:pPr>
            <a:r>
              <a:rPr lang="en-US" sz="800" b="0">
                <a:solidFill>
                  <a:srgbClr val="111918"/>
                </a:solidFill>
                <a:latin typeface="Tahoma" panose="020B0604030504040204" pitchFamily="34" charset="0"/>
                <a:cs typeface="Tahoma" panose="020B0604030504040204" pitchFamily="34" charset="0"/>
              </a:rPr>
              <a:t>General management / Corporate</a:t>
            </a:r>
            <a:endPar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68" name="Rectangle 67">
            <a:extLst>
              <a:ext uri="{FF2B5EF4-FFF2-40B4-BE49-F238E27FC236}">
                <a16:creationId xmlns:a16="http://schemas.microsoft.com/office/drawing/2014/main" id="{04EFA0A2-C264-6506-3FE5-62BB0336D0D5}"/>
              </a:ext>
            </a:extLst>
          </p:cNvPr>
          <p:cNvSpPr/>
          <p:nvPr/>
        </p:nvSpPr>
        <p:spPr>
          <a:xfrm>
            <a:off x="3645740" y="2274045"/>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-36%</a:t>
            </a:r>
          </a:p>
        </p:txBody>
      </p:sp>
      <p:sp>
        <p:nvSpPr>
          <p:cNvPr id="73" name="Rectangle 72">
            <a:extLst>
              <a:ext uri="{FF2B5EF4-FFF2-40B4-BE49-F238E27FC236}">
                <a16:creationId xmlns:a16="http://schemas.microsoft.com/office/drawing/2014/main" id="{01736E8B-5A62-54D5-07D1-98FC7EE5C467}"/>
              </a:ext>
            </a:extLst>
          </p:cNvPr>
          <p:cNvSpPr/>
          <p:nvPr/>
        </p:nvSpPr>
        <p:spPr>
          <a:xfrm>
            <a:off x="3645740" y="2799326"/>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-44%</a:t>
            </a:r>
          </a:p>
        </p:txBody>
      </p:sp>
      <p:sp>
        <p:nvSpPr>
          <p:cNvPr id="78" name="Rectangle 77">
            <a:extLst>
              <a:ext uri="{FF2B5EF4-FFF2-40B4-BE49-F238E27FC236}">
                <a16:creationId xmlns:a16="http://schemas.microsoft.com/office/drawing/2014/main" id="{F6E4E25C-3751-CED8-8AE6-9DD7A7DA444E}"/>
              </a:ext>
            </a:extLst>
          </p:cNvPr>
          <p:cNvSpPr/>
          <p:nvPr/>
        </p:nvSpPr>
        <p:spPr>
          <a:xfrm>
            <a:off x="3645740" y="3324607"/>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-14%</a:t>
            </a:r>
          </a:p>
        </p:txBody>
      </p:sp>
      <p:sp>
        <p:nvSpPr>
          <p:cNvPr id="83" name="Rectangle 82">
            <a:extLst>
              <a:ext uri="{FF2B5EF4-FFF2-40B4-BE49-F238E27FC236}">
                <a16:creationId xmlns:a16="http://schemas.microsoft.com/office/drawing/2014/main" id="{353D7DEC-8281-1F04-39C5-DB798A1E5D52}"/>
              </a:ext>
            </a:extLst>
          </p:cNvPr>
          <p:cNvSpPr/>
          <p:nvPr/>
        </p:nvSpPr>
        <p:spPr>
          <a:xfrm>
            <a:off x="3645740" y="3849888"/>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-31%</a:t>
            </a:r>
          </a:p>
        </p:txBody>
      </p:sp>
      <p:sp>
        <p:nvSpPr>
          <p:cNvPr id="88" name="Rectangle 87">
            <a:extLst>
              <a:ext uri="{FF2B5EF4-FFF2-40B4-BE49-F238E27FC236}">
                <a16:creationId xmlns:a16="http://schemas.microsoft.com/office/drawing/2014/main" id="{ECD3CC80-102D-22E8-06F0-872F2A17983A}"/>
              </a:ext>
            </a:extLst>
          </p:cNvPr>
          <p:cNvSpPr/>
          <p:nvPr/>
        </p:nvSpPr>
        <p:spPr>
          <a:xfrm>
            <a:off x="3645740" y="4375169"/>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-10%</a:t>
            </a:r>
          </a:p>
        </p:txBody>
      </p:sp>
      <p:sp>
        <p:nvSpPr>
          <p:cNvPr id="93" name="Rectangle 92">
            <a:extLst>
              <a:ext uri="{FF2B5EF4-FFF2-40B4-BE49-F238E27FC236}">
                <a16:creationId xmlns:a16="http://schemas.microsoft.com/office/drawing/2014/main" id="{77E7563A-AA77-2402-A48B-8B23398102A1}"/>
              </a:ext>
            </a:extLst>
          </p:cNvPr>
          <p:cNvSpPr>
            <a:spLocks/>
          </p:cNvSpPr>
          <p:nvPr/>
        </p:nvSpPr>
        <p:spPr>
          <a:xfrm>
            <a:off x="3645740" y="4900449"/>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-45%</a:t>
            </a:r>
          </a:p>
        </p:txBody>
      </p:sp>
      <p:sp>
        <p:nvSpPr>
          <p:cNvPr id="105" name="Rectangle 104">
            <a:extLst>
              <a:ext uri="{FF2B5EF4-FFF2-40B4-BE49-F238E27FC236}">
                <a16:creationId xmlns:a16="http://schemas.microsoft.com/office/drawing/2014/main" id="{26B03296-1714-01A6-2CC5-A42C46AB3E20}"/>
              </a:ext>
            </a:extLst>
          </p:cNvPr>
          <p:cNvSpPr/>
          <p:nvPr/>
        </p:nvSpPr>
        <p:spPr>
          <a:xfrm>
            <a:off x="3645740"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20</a:t>
            </a:r>
          </a:p>
        </p:txBody>
      </p:sp>
      <p:sp>
        <p:nvSpPr>
          <p:cNvPr id="64" name="TextBox 63">
            <a:extLst>
              <a:ext uri="{FF2B5EF4-FFF2-40B4-BE49-F238E27FC236}">
                <a16:creationId xmlns:a16="http://schemas.microsoft.com/office/drawing/2014/main" id="{C090899F-5053-6478-E2BF-98B70C9484A8}"/>
              </a:ext>
            </a:extLst>
          </p:cNvPr>
          <p:cNvSpPr txBox="1">
            <a:spLocks/>
          </p:cNvSpPr>
          <p:nvPr/>
        </p:nvSpPr>
        <p:spPr>
          <a:xfrm>
            <a:off x="5642824" y="5444899"/>
            <a:ext cx="807498" cy="245672"/>
          </a:xfrm>
          <a:prstGeom prst="rect">
            <a:avLst/>
          </a:prstGeom>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lvl="0" algn="ctr">
              <a:buClr>
                <a:srgbClr val="051C2C"/>
              </a:buClr>
              <a:defRPr/>
            </a:pPr>
            <a:r>
              <a:rPr lang="en-US" sz="800" b="0">
                <a:solidFill>
                  <a:srgbClr val="111918"/>
                </a:solidFill>
                <a:latin typeface="Tahoma" panose="020B0604030504040204" pitchFamily="34" charset="0"/>
                <a:cs typeface="Tahoma" panose="020B0604030504040204" pitchFamily="34" charset="0"/>
              </a:rPr>
              <a:t>Operations / Support</a:t>
            </a:r>
            <a:endPar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69" name="Rectangle 68">
            <a:extLst>
              <a:ext uri="{FF2B5EF4-FFF2-40B4-BE49-F238E27FC236}">
                <a16:creationId xmlns:a16="http://schemas.microsoft.com/office/drawing/2014/main" id="{7AC74D02-5746-3330-7943-9C530482FCD9}"/>
              </a:ext>
            </a:extLst>
          </p:cNvPr>
          <p:cNvSpPr/>
          <p:nvPr/>
        </p:nvSpPr>
        <p:spPr>
          <a:xfrm>
            <a:off x="5642824" y="2274045"/>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-32%</a:t>
            </a:r>
          </a:p>
        </p:txBody>
      </p:sp>
      <p:sp>
        <p:nvSpPr>
          <p:cNvPr id="74" name="Rectangle 73">
            <a:extLst>
              <a:ext uri="{FF2B5EF4-FFF2-40B4-BE49-F238E27FC236}">
                <a16:creationId xmlns:a16="http://schemas.microsoft.com/office/drawing/2014/main" id="{8180074B-A06C-288B-14F8-AF3F805775D4}"/>
              </a:ext>
            </a:extLst>
          </p:cNvPr>
          <p:cNvSpPr/>
          <p:nvPr/>
        </p:nvSpPr>
        <p:spPr>
          <a:xfrm>
            <a:off x="5642824" y="2799326"/>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-34%</a:t>
            </a:r>
          </a:p>
        </p:txBody>
      </p:sp>
      <p:sp>
        <p:nvSpPr>
          <p:cNvPr id="79" name="Rectangle 78">
            <a:extLst>
              <a:ext uri="{FF2B5EF4-FFF2-40B4-BE49-F238E27FC236}">
                <a16:creationId xmlns:a16="http://schemas.microsoft.com/office/drawing/2014/main" id="{9A1EBCC2-0CD4-64FE-4F95-8B18395C2D8A}"/>
              </a:ext>
            </a:extLst>
          </p:cNvPr>
          <p:cNvSpPr/>
          <p:nvPr/>
        </p:nvSpPr>
        <p:spPr>
          <a:xfrm>
            <a:off x="5642824" y="3324607"/>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-26%</a:t>
            </a:r>
          </a:p>
        </p:txBody>
      </p:sp>
      <p:sp>
        <p:nvSpPr>
          <p:cNvPr id="84" name="Rectangle 83">
            <a:extLst>
              <a:ext uri="{FF2B5EF4-FFF2-40B4-BE49-F238E27FC236}">
                <a16:creationId xmlns:a16="http://schemas.microsoft.com/office/drawing/2014/main" id="{ED18BF60-CD44-6C2A-3694-0F495764E8D8}"/>
              </a:ext>
            </a:extLst>
          </p:cNvPr>
          <p:cNvSpPr/>
          <p:nvPr/>
        </p:nvSpPr>
        <p:spPr>
          <a:xfrm>
            <a:off x="5642824" y="3849888"/>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-18%</a:t>
            </a:r>
          </a:p>
        </p:txBody>
      </p:sp>
      <p:sp>
        <p:nvSpPr>
          <p:cNvPr id="89" name="Rectangle 88">
            <a:extLst>
              <a:ext uri="{FF2B5EF4-FFF2-40B4-BE49-F238E27FC236}">
                <a16:creationId xmlns:a16="http://schemas.microsoft.com/office/drawing/2014/main" id="{859B91F2-DB30-7FF8-6DA5-CA557F45F37F}"/>
              </a:ext>
            </a:extLst>
          </p:cNvPr>
          <p:cNvSpPr/>
          <p:nvPr/>
        </p:nvSpPr>
        <p:spPr>
          <a:xfrm>
            <a:off x="5642824" y="4375169"/>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-28%</a:t>
            </a:r>
          </a:p>
        </p:txBody>
      </p:sp>
      <p:sp>
        <p:nvSpPr>
          <p:cNvPr id="94" name="Rectangle 93">
            <a:extLst>
              <a:ext uri="{FF2B5EF4-FFF2-40B4-BE49-F238E27FC236}">
                <a16:creationId xmlns:a16="http://schemas.microsoft.com/office/drawing/2014/main" id="{A6AACF86-7DB3-3E88-7B35-C05434B2372E}"/>
              </a:ext>
            </a:extLst>
          </p:cNvPr>
          <p:cNvSpPr>
            <a:spLocks/>
          </p:cNvSpPr>
          <p:nvPr/>
        </p:nvSpPr>
        <p:spPr>
          <a:xfrm>
            <a:off x="5642824" y="4900449"/>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-20%</a:t>
            </a:r>
          </a:p>
        </p:txBody>
      </p:sp>
      <p:sp>
        <p:nvSpPr>
          <p:cNvPr id="106" name="Rectangle 105">
            <a:extLst>
              <a:ext uri="{FF2B5EF4-FFF2-40B4-BE49-F238E27FC236}">
                <a16:creationId xmlns:a16="http://schemas.microsoft.com/office/drawing/2014/main" id="{16AA4FCC-29B3-A374-35BC-FF507CA9A811}"/>
              </a:ext>
            </a:extLst>
          </p:cNvPr>
          <p:cNvSpPr/>
          <p:nvPr/>
        </p:nvSpPr>
        <p:spPr>
          <a:xfrm>
            <a:off x="5642824"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21</a:t>
            </a:r>
          </a:p>
        </p:txBody>
      </p:sp>
      <p:sp>
        <p:nvSpPr>
          <p:cNvPr id="65" name="TextBox 64">
            <a:extLst>
              <a:ext uri="{FF2B5EF4-FFF2-40B4-BE49-F238E27FC236}">
                <a16:creationId xmlns:a16="http://schemas.microsoft.com/office/drawing/2014/main" id="{EB086810-46A4-A731-1012-F2C11CADA106}"/>
              </a:ext>
            </a:extLst>
          </p:cNvPr>
          <p:cNvSpPr txBox="1">
            <a:spLocks/>
          </p:cNvSpPr>
          <p:nvPr/>
        </p:nvSpPr>
        <p:spPr>
          <a:xfrm>
            <a:off x="7631968" y="5444900"/>
            <a:ext cx="807562" cy="159400"/>
          </a:xfrm>
          <a:prstGeom prst="rect">
            <a:avLst/>
          </a:prstGeom>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marL="0" marR="0" lvl="0" indent="0" algn="ctr" defTabSz="671580" rtl="0" eaLnBrk="1" fontAlgn="auto" latinLnBrk="0" hangingPunct="1">
              <a:lnSpc>
                <a:spcPct val="100000"/>
              </a:lnSpc>
              <a:spcBef>
                <a:spcPts val="338"/>
              </a:spcBef>
              <a:spcAft>
                <a:spcPts val="338"/>
              </a:spcAft>
              <a:buClr>
                <a:srgbClr val="051C2C"/>
              </a:buClr>
              <a:buSzPct val="100000"/>
              <a:buFontTx/>
              <a:buNone/>
              <a:tabLst/>
              <a:defRPr/>
            </a:pPr>
            <a:r>
              <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Others</a:t>
            </a:r>
            <a:r>
              <a:rPr kumimoji="0" lang="en-US" sz="800" b="0" i="0" u="none" strike="noStrike" kern="1200" cap="none" spc="0" normalizeH="0" baseline="30000" noProof="0">
                <a:ln>
                  <a:noFill/>
                </a:ln>
                <a:solidFill>
                  <a:srgbClr val="111918"/>
                </a:solidFill>
                <a:effectLst/>
                <a:uLnTx/>
                <a:uFillTx/>
                <a:latin typeface="Tahoma" panose="020B0604030504040204" pitchFamily="34" charset="0"/>
                <a:ea typeface="+mn-ea"/>
                <a:cs typeface="Tahoma" panose="020B0604030504040204" pitchFamily="34" charset="0"/>
              </a:rPr>
              <a:t>2</a:t>
            </a:r>
          </a:p>
        </p:txBody>
      </p:sp>
      <p:sp>
        <p:nvSpPr>
          <p:cNvPr id="70" name="Rectangle 69">
            <a:extLst>
              <a:ext uri="{FF2B5EF4-FFF2-40B4-BE49-F238E27FC236}">
                <a16:creationId xmlns:a16="http://schemas.microsoft.com/office/drawing/2014/main" id="{4DBF1E43-25C7-B2B7-28F7-F4067ABF5E3A}"/>
              </a:ext>
            </a:extLst>
          </p:cNvPr>
          <p:cNvSpPr/>
          <p:nvPr/>
        </p:nvSpPr>
        <p:spPr>
          <a:xfrm>
            <a:off x="7632032" y="2274045"/>
            <a:ext cx="807498" cy="467581"/>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22%</a:t>
            </a:r>
          </a:p>
        </p:txBody>
      </p:sp>
      <p:sp>
        <p:nvSpPr>
          <p:cNvPr id="75" name="Rectangle 74">
            <a:extLst>
              <a:ext uri="{FF2B5EF4-FFF2-40B4-BE49-F238E27FC236}">
                <a16:creationId xmlns:a16="http://schemas.microsoft.com/office/drawing/2014/main" id="{4CB3A563-8078-BCDE-AAF1-1A95CE3537DA}"/>
              </a:ext>
            </a:extLst>
          </p:cNvPr>
          <p:cNvSpPr/>
          <p:nvPr/>
        </p:nvSpPr>
        <p:spPr>
          <a:xfrm>
            <a:off x="7632032" y="2799326"/>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49%</a:t>
            </a:r>
          </a:p>
        </p:txBody>
      </p:sp>
      <p:sp>
        <p:nvSpPr>
          <p:cNvPr id="80" name="Rectangle 79">
            <a:extLst>
              <a:ext uri="{FF2B5EF4-FFF2-40B4-BE49-F238E27FC236}">
                <a16:creationId xmlns:a16="http://schemas.microsoft.com/office/drawing/2014/main" id="{AC57FCC5-733B-72E8-BE43-9A0133A34D3D}"/>
              </a:ext>
            </a:extLst>
          </p:cNvPr>
          <p:cNvSpPr/>
          <p:nvPr/>
        </p:nvSpPr>
        <p:spPr>
          <a:xfrm>
            <a:off x="7632032" y="3324607"/>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51%</a:t>
            </a:r>
          </a:p>
        </p:txBody>
      </p:sp>
      <p:sp>
        <p:nvSpPr>
          <p:cNvPr id="85" name="Rectangle 84">
            <a:extLst>
              <a:ext uri="{FF2B5EF4-FFF2-40B4-BE49-F238E27FC236}">
                <a16:creationId xmlns:a16="http://schemas.microsoft.com/office/drawing/2014/main" id="{698B2C98-3754-EE84-FEC2-8C1E2035FCAC}"/>
              </a:ext>
            </a:extLst>
          </p:cNvPr>
          <p:cNvSpPr/>
          <p:nvPr/>
        </p:nvSpPr>
        <p:spPr>
          <a:xfrm>
            <a:off x="7632032" y="3849888"/>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36%</a:t>
            </a:r>
          </a:p>
        </p:txBody>
      </p:sp>
      <p:sp>
        <p:nvSpPr>
          <p:cNvPr id="90" name="Rectangle 89">
            <a:extLst>
              <a:ext uri="{FF2B5EF4-FFF2-40B4-BE49-F238E27FC236}">
                <a16:creationId xmlns:a16="http://schemas.microsoft.com/office/drawing/2014/main" id="{AE2BF5EC-4309-79B2-1592-0CC8888DDF1C}"/>
              </a:ext>
            </a:extLst>
          </p:cNvPr>
          <p:cNvSpPr/>
          <p:nvPr/>
        </p:nvSpPr>
        <p:spPr>
          <a:xfrm>
            <a:off x="7632032" y="4375169"/>
            <a:ext cx="807498" cy="467581"/>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24%</a:t>
            </a:r>
          </a:p>
        </p:txBody>
      </p:sp>
      <p:sp>
        <p:nvSpPr>
          <p:cNvPr id="95" name="Rectangle 94">
            <a:extLst>
              <a:ext uri="{FF2B5EF4-FFF2-40B4-BE49-F238E27FC236}">
                <a16:creationId xmlns:a16="http://schemas.microsoft.com/office/drawing/2014/main" id="{D8AFF2A4-14DD-14AD-162B-887C58DB8CC4}"/>
              </a:ext>
            </a:extLst>
          </p:cNvPr>
          <p:cNvSpPr>
            <a:spLocks/>
          </p:cNvSpPr>
          <p:nvPr/>
        </p:nvSpPr>
        <p:spPr>
          <a:xfrm>
            <a:off x="7632032" y="4900449"/>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38%</a:t>
            </a:r>
          </a:p>
        </p:txBody>
      </p:sp>
      <p:sp>
        <p:nvSpPr>
          <p:cNvPr id="107" name="Rectangle 106">
            <a:extLst>
              <a:ext uri="{FF2B5EF4-FFF2-40B4-BE49-F238E27FC236}">
                <a16:creationId xmlns:a16="http://schemas.microsoft.com/office/drawing/2014/main" id="{74C8DA2F-E054-3B71-405F-0CD40BFAFFAF}"/>
              </a:ext>
            </a:extLst>
          </p:cNvPr>
          <p:cNvSpPr/>
          <p:nvPr/>
        </p:nvSpPr>
        <p:spPr>
          <a:xfrm>
            <a:off x="7632032"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38</a:t>
            </a:r>
          </a:p>
        </p:txBody>
      </p:sp>
      <p:sp>
        <p:nvSpPr>
          <p:cNvPr id="66" name="TextBox 65">
            <a:extLst>
              <a:ext uri="{FF2B5EF4-FFF2-40B4-BE49-F238E27FC236}">
                <a16:creationId xmlns:a16="http://schemas.microsoft.com/office/drawing/2014/main" id="{4634A9C1-80F8-50D5-63C1-F7E97E0B7CC3}"/>
              </a:ext>
            </a:extLst>
          </p:cNvPr>
          <p:cNvSpPr txBox="1">
            <a:spLocks/>
          </p:cNvSpPr>
          <p:nvPr/>
        </p:nvSpPr>
        <p:spPr>
          <a:xfrm>
            <a:off x="6547240" y="5444900"/>
            <a:ext cx="987811" cy="132666"/>
          </a:xfrm>
          <a:prstGeom prst="rect">
            <a:avLst/>
          </a:prstGeom>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lvl="0" algn="ctr">
              <a:buClr>
                <a:srgbClr val="051C2C"/>
              </a:buClr>
              <a:defRPr/>
            </a:pPr>
            <a:r>
              <a:rPr lang="en-US" sz="800" b="0">
                <a:solidFill>
                  <a:srgbClr val="111918"/>
                </a:solidFill>
                <a:latin typeface="Tahoma" panose="020B0604030504040204" pitchFamily="34" charset="0"/>
                <a:cs typeface="Tahoma" panose="020B0604030504040204" pitchFamily="34" charset="0"/>
              </a:rPr>
              <a:t>Technology</a:t>
            </a:r>
            <a:endPar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71" name="Rectangle 70">
            <a:extLst>
              <a:ext uri="{FF2B5EF4-FFF2-40B4-BE49-F238E27FC236}">
                <a16:creationId xmlns:a16="http://schemas.microsoft.com/office/drawing/2014/main" id="{D4ADFB12-F7DB-E12F-AD0D-C75BEB74D1B5}"/>
              </a:ext>
            </a:extLst>
          </p:cNvPr>
          <p:cNvSpPr/>
          <p:nvPr/>
        </p:nvSpPr>
        <p:spPr>
          <a:xfrm>
            <a:off x="6637396" y="2274045"/>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-20%</a:t>
            </a:r>
          </a:p>
        </p:txBody>
      </p:sp>
      <p:sp>
        <p:nvSpPr>
          <p:cNvPr id="76" name="Rectangle 75">
            <a:extLst>
              <a:ext uri="{FF2B5EF4-FFF2-40B4-BE49-F238E27FC236}">
                <a16:creationId xmlns:a16="http://schemas.microsoft.com/office/drawing/2014/main" id="{CE9491DD-A1B2-7FDD-7C5E-4F4CB793BE54}"/>
              </a:ext>
            </a:extLst>
          </p:cNvPr>
          <p:cNvSpPr/>
          <p:nvPr/>
        </p:nvSpPr>
        <p:spPr>
          <a:xfrm>
            <a:off x="6637396" y="2799326"/>
            <a:ext cx="807498" cy="467581"/>
          </a:xfrm>
          <a:prstGeom prst="rect">
            <a:avLst/>
          </a:prstGeom>
          <a:solidFill>
            <a:srgbClr val="FA8E7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-24%</a:t>
            </a:r>
          </a:p>
        </p:txBody>
      </p:sp>
      <p:sp>
        <p:nvSpPr>
          <p:cNvPr id="81" name="Rectangle 80">
            <a:extLst>
              <a:ext uri="{FF2B5EF4-FFF2-40B4-BE49-F238E27FC236}">
                <a16:creationId xmlns:a16="http://schemas.microsoft.com/office/drawing/2014/main" id="{8718B689-AC6E-D67E-9909-D7649175E40F}"/>
              </a:ext>
            </a:extLst>
          </p:cNvPr>
          <p:cNvSpPr/>
          <p:nvPr/>
        </p:nvSpPr>
        <p:spPr>
          <a:xfrm>
            <a:off x="6637396" y="3324607"/>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-42%</a:t>
            </a:r>
          </a:p>
        </p:txBody>
      </p:sp>
      <p:sp>
        <p:nvSpPr>
          <p:cNvPr id="86" name="Rectangle 85">
            <a:extLst>
              <a:ext uri="{FF2B5EF4-FFF2-40B4-BE49-F238E27FC236}">
                <a16:creationId xmlns:a16="http://schemas.microsoft.com/office/drawing/2014/main" id="{FEE79396-332F-5FEE-05E1-9C22B25D7A9B}"/>
              </a:ext>
            </a:extLst>
          </p:cNvPr>
          <p:cNvSpPr/>
          <p:nvPr/>
        </p:nvSpPr>
        <p:spPr>
          <a:xfrm>
            <a:off x="6637396" y="3849888"/>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6%</a:t>
            </a:r>
          </a:p>
        </p:txBody>
      </p:sp>
      <p:sp>
        <p:nvSpPr>
          <p:cNvPr id="91" name="Rectangle 90">
            <a:extLst>
              <a:ext uri="{FF2B5EF4-FFF2-40B4-BE49-F238E27FC236}">
                <a16:creationId xmlns:a16="http://schemas.microsoft.com/office/drawing/2014/main" id="{266B2898-478B-1283-13B3-1E6D6FF422DC}"/>
              </a:ext>
            </a:extLst>
          </p:cNvPr>
          <p:cNvSpPr/>
          <p:nvPr/>
        </p:nvSpPr>
        <p:spPr>
          <a:xfrm>
            <a:off x="6637396" y="4375169"/>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-2%</a:t>
            </a:r>
          </a:p>
        </p:txBody>
      </p:sp>
      <p:sp>
        <p:nvSpPr>
          <p:cNvPr id="96" name="Rectangle 95">
            <a:extLst>
              <a:ext uri="{FF2B5EF4-FFF2-40B4-BE49-F238E27FC236}">
                <a16:creationId xmlns:a16="http://schemas.microsoft.com/office/drawing/2014/main" id="{4E95572F-ADA2-029A-8FF9-3E3F4FD2D4DA}"/>
              </a:ext>
            </a:extLst>
          </p:cNvPr>
          <p:cNvSpPr>
            <a:spLocks/>
          </p:cNvSpPr>
          <p:nvPr/>
        </p:nvSpPr>
        <p:spPr>
          <a:xfrm>
            <a:off x="6637396" y="4900449"/>
            <a:ext cx="807498" cy="467581"/>
          </a:xfrm>
          <a:prstGeom prst="rect">
            <a:avLst/>
          </a:prstGeom>
          <a:solidFill>
            <a:srgbClr val="E5546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bg1"/>
                </a:solidFill>
                <a:effectLst/>
                <a:uLnTx/>
                <a:uFillTx/>
                <a:latin typeface="Tahoma"/>
                <a:ea typeface="+mn-ea"/>
                <a:cs typeface="Tahoma" panose="020B0604030504040204" pitchFamily="34" charset="0"/>
              </a:rPr>
              <a:t>-32%</a:t>
            </a:r>
          </a:p>
        </p:txBody>
      </p:sp>
      <p:sp>
        <p:nvSpPr>
          <p:cNvPr id="108" name="Rectangle 107">
            <a:extLst>
              <a:ext uri="{FF2B5EF4-FFF2-40B4-BE49-F238E27FC236}">
                <a16:creationId xmlns:a16="http://schemas.microsoft.com/office/drawing/2014/main" id="{A9A6A624-D90C-A0BF-D6A9-57346807461D}"/>
              </a:ext>
            </a:extLst>
          </p:cNvPr>
          <p:cNvSpPr/>
          <p:nvPr/>
        </p:nvSpPr>
        <p:spPr>
          <a:xfrm>
            <a:off x="6637396"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23</a:t>
            </a:r>
          </a:p>
        </p:txBody>
      </p:sp>
      <p:sp>
        <p:nvSpPr>
          <p:cNvPr id="5" name="5. Source">
            <a:extLst>
              <a:ext uri="{FF2B5EF4-FFF2-40B4-BE49-F238E27FC236}">
                <a16:creationId xmlns:a16="http://schemas.microsoft.com/office/drawing/2014/main" id="{5F1F5871-10EA-39B8-505A-6F14683F5319}"/>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43" name="TextBox 42">
            <a:extLst>
              <a:ext uri="{FF2B5EF4-FFF2-40B4-BE49-F238E27FC236}">
                <a16:creationId xmlns:a16="http://schemas.microsoft.com/office/drawing/2014/main" id="{54B6D25F-0E3F-6741-2425-4BF11C1BBB01}"/>
              </a:ext>
            </a:extLst>
          </p:cNvPr>
          <p:cNvSpPr txBox="1">
            <a:spLocks/>
          </p:cNvSpPr>
          <p:nvPr/>
        </p:nvSpPr>
        <p:spPr>
          <a:xfrm>
            <a:off x="4644282" y="5444899"/>
            <a:ext cx="807498" cy="245672"/>
          </a:xfrm>
          <a:prstGeom prst="rect">
            <a:avLst/>
          </a:prstGeom>
        </p:spPr>
        <p:txBody>
          <a:bodyPr vert="horz" wrap="square" lIns="0" tIns="0" rIns="0" bIns="0" rtlCol="0">
            <a:noAutofit/>
          </a:bodyPr>
          <a:lstStyle>
            <a:lvl1pPr marL="0" lvl="0" indent="0" defTabSz="671580" eaLnBrk="1" latinLnBrk="0" hangingPunct="1">
              <a:spcBef>
                <a:spcPts val="338"/>
              </a:spcBef>
              <a:spcAft>
                <a:spcPts val="338"/>
              </a:spcAft>
              <a:buClr>
                <a:schemeClr val="tx2"/>
              </a:buClr>
              <a:buSzPct val="100000"/>
              <a:defRPr lang="x-none" sz="1200" b="1" baseline="0">
                <a:latin typeface="+mn-lt"/>
              </a:defRPr>
            </a:lvl1pPr>
            <a:lvl2pPr marL="1190" lvl="1" indent="0" defTabSz="671580" eaLnBrk="1" latinLnBrk="0" hangingPunct="1">
              <a:spcBef>
                <a:spcPts val="338"/>
              </a:spcBef>
              <a:spcAft>
                <a:spcPts val="338"/>
              </a:spcAft>
              <a:buClr>
                <a:schemeClr val="tx2"/>
              </a:buClr>
              <a:buSzPct val="125000"/>
              <a:buFontTx/>
              <a:buNone/>
              <a:defRPr lang="x-none" sz="1200" b="0" baseline="0">
                <a:solidFill>
                  <a:schemeClr val="accent6"/>
                </a:solidFill>
                <a:latin typeface="+mn-lt"/>
              </a:defRPr>
            </a:lvl2pPr>
            <a:lvl3pPr marL="94659" lvl="2" indent="-94659" defTabSz="671580" eaLnBrk="1" latinLnBrk="0" hangingPunct="1">
              <a:spcAft>
                <a:spcPts val="338"/>
              </a:spcAft>
              <a:buClrTx/>
              <a:buSzPct val="100000"/>
              <a:buFont typeface="Arial" panose="020B0604020202020204" pitchFamily="34" charset="0"/>
              <a:buChar char="•"/>
              <a:defRPr lang="x-none" sz="1200" baseline="0">
                <a:solidFill>
                  <a:schemeClr val="accent6"/>
                </a:solidFill>
                <a:latin typeface="+mn-lt"/>
              </a:defRPr>
            </a:lvl3pPr>
            <a:lvl4pPr marL="197357" lvl="3" indent="-102697" defTabSz="671580" eaLnBrk="1" latinLnBrk="0" hangingPunct="1">
              <a:spcAft>
                <a:spcPts val="338"/>
              </a:spcAft>
              <a:buClr>
                <a:schemeClr val="accent6"/>
              </a:buClr>
              <a:buSzPct val="100000"/>
              <a:buFont typeface="Arial" panose="020B0604020202020204" pitchFamily="34" charset="0"/>
              <a:buChar char="•"/>
              <a:defRPr lang="x-none" sz="1200" baseline="0">
                <a:solidFill>
                  <a:schemeClr val="accent6"/>
                </a:solidFill>
                <a:latin typeface="+mn-lt"/>
              </a:defRPr>
            </a:lvl4pPr>
            <a:lvl5pPr marL="325951" lvl="4" indent="-128594" defTabSz="671580" eaLnBrk="1" latinLnBrk="0" hangingPunct="1">
              <a:spcAft>
                <a:spcPts val="338"/>
              </a:spcAft>
              <a:buClr>
                <a:schemeClr val="accent6"/>
              </a:buClr>
              <a:buSzPct val="100000"/>
              <a:buFont typeface="Times New Roman" panose="02020603050405020304" pitchFamily="18" charset="0"/>
              <a:buChar char="─"/>
              <a:defRPr lang="x-none" sz="1200" baseline="0">
                <a:solidFill>
                  <a:schemeClr val="accent6"/>
                </a:solidFill>
                <a:latin typeface="+mn-lt"/>
              </a:defRPr>
            </a:lvl5pPr>
            <a:lvl6pPr marL="562413" indent="-97640" defTabSz="671580" fontAlgn="base">
              <a:spcBef>
                <a:spcPct val="0"/>
              </a:spcBef>
              <a:spcAft>
                <a:spcPct val="0"/>
              </a:spcAft>
              <a:buClr>
                <a:schemeClr val="tx2"/>
              </a:buClr>
              <a:buSzPct val="89000"/>
              <a:buFont typeface="Arial" charset="0"/>
              <a:buChar char="-"/>
              <a:defRPr lang="x-none" sz="1200" baseline="0">
                <a:latin typeface="+mn-lt"/>
              </a:defRPr>
            </a:lvl6pPr>
            <a:lvl7pPr marL="562413" indent="-97640" defTabSz="671580" fontAlgn="base">
              <a:spcBef>
                <a:spcPct val="0"/>
              </a:spcBef>
              <a:spcAft>
                <a:spcPct val="0"/>
              </a:spcAft>
              <a:buClr>
                <a:schemeClr val="tx2"/>
              </a:buClr>
              <a:buSzPct val="89000"/>
              <a:buFont typeface="Arial" charset="0"/>
              <a:buChar char="-"/>
              <a:defRPr lang="x-none" sz="1200" baseline="0">
                <a:latin typeface="+mn-lt"/>
              </a:defRPr>
            </a:lvl7pPr>
            <a:lvl8pPr marL="562413" indent="-97640" defTabSz="671580" fontAlgn="base">
              <a:spcBef>
                <a:spcPct val="0"/>
              </a:spcBef>
              <a:spcAft>
                <a:spcPct val="0"/>
              </a:spcAft>
              <a:buClr>
                <a:schemeClr val="tx2"/>
              </a:buClr>
              <a:buSzPct val="89000"/>
              <a:buFont typeface="Arial" charset="0"/>
              <a:buChar char="-"/>
              <a:defRPr lang="x-none" sz="1200" baseline="0">
                <a:latin typeface="+mn-lt"/>
              </a:defRPr>
            </a:lvl8pPr>
            <a:lvl9pPr marL="562413" indent="-97640" defTabSz="671580" fontAlgn="base">
              <a:spcBef>
                <a:spcPct val="0"/>
              </a:spcBef>
              <a:spcAft>
                <a:spcPct val="0"/>
              </a:spcAft>
              <a:buClr>
                <a:schemeClr val="tx2"/>
              </a:buClr>
              <a:buSzPct val="89000"/>
              <a:buFont typeface="Arial" charset="0"/>
              <a:buChar char="-"/>
              <a:defRPr lang="x-none" sz="1200" baseline="0">
                <a:latin typeface="+mn-lt"/>
              </a:defRPr>
            </a:lvl9pPr>
          </a:lstStyle>
          <a:p>
            <a:pPr lvl="0" algn="ctr">
              <a:buClr>
                <a:srgbClr val="051C2C"/>
              </a:buClr>
              <a:defRPr/>
            </a:pPr>
            <a:r>
              <a:rPr lang="en-US" sz="800" b="0">
                <a:solidFill>
                  <a:srgbClr val="111918"/>
                </a:solidFill>
                <a:latin typeface="Tahoma" panose="020B0604030504040204" pitchFamily="34" charset="0"/>
                <a:cs typeface="Tahoma" panose="020B0604030504040204" pitchFamily="34" charset="0"/>
              </a:rPr>
              <a:t>Marketing and Sales</a:t>
            </a:r>
            <a:endParaRPr kumimoji="0" lang="en-US"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endParaRPr>
          </a:p>
        </p:txBody>
      </p:sp>
      <p:sp>
        <p:nvSpPr>
          <p:cNvPr id="44" name="Rectangle 43">
            <a:extLst>
              <a:ext uri="{FF2B5EF4-FFF2-40B4-BE49-F238E27FC236}">
                <a16:creationId xmlns:a16="http://schemas.microsoft.com/office/drawing/2014/main" id="{686E9F5F-1457-7661-D641-D95176D8285E}"/>
              </a:ext>
            </a:extLst>
          </p:cNvPr>
          <p:cNvSpPr/>
          <p:nvPr/>
        </p:nvSpPr>
        <p:spPr>
          <a:xfrm>
            <a:off x="4644282" y="2274045"/>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36%</a:t>
            </a:r>
          </a:p>
        </p:txBody>
      </p:sp>
      <p:sp>
        <p:nvSpPr>
          <p:cNvPr id="45" name="Rectangle 44">
            <a:extLst>
              <a:ext uri="{FF2B5EF4-FFF2-40B4-BE49-F238E27FC236}">
                <a16:creationId xmlns:a16="http://schemas.microsoft.com/office/drawing/2014/main" id="{7687F738-FA64-85B9-0D0D-BECA0B179A6D}"/>
              </a:ext>
            </a:extLst>
          </p:cNvPr>
          <p:cNvSpPr/>
          <p:nvPr/>
        </p:nvSpPr>
        <p:spPr>
          <a:xfrm>
            <a:off x="4644282" y="2799326"/>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37%</a:t>
            </a:r>
          </a:p>
        </p:txBody>
      </p:sp>
      <p:sp>
        <p:nvSpPr>
          <p:cNvPr id="46" name="Rectangle 45">
            <a:extLst>
              <a:ext uri="{FF2B5EF4-FFF2-40B4-BE49-F238E27FC236}">
                <a16:creationId xmlns:a16="http://schemas.microsoft.com/office/drawing/2014/main" id="{F4A26CBE-60A5-48E7-3A90-42641998F0F5}"/>
              </a:ext>
            </a:extLst>
          </p:cNvPr>
          <p:cNvSpPr/>
          <p:nvPr/>
        </p:nvSpPr>
        <p:spPr>
          <a:xfrm>
            <a:off x="4644282" y="3324607"/>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52%</a:t>
            </a:r>
          </a:p>
        </p:txBody>
      </p:sp>
      <p:sp>
        <p:nvSpPr>
          <p:cNvPr id="48" name="Rectangle 47">
            <a:extLst>
              <a:ext uri="{FF2B5EF4-FFF2-40B4-BE49-F238E27FC236}">
                <a16:creationId xmlns:a16="http://schemas.microsoft.com/office/drawing/2014/main" id="{2184BA6A-7FE6-845E-321F-8B3F41B8D706}"/>
              </a:ext>
            </a:extLst>
          </p:cNvPr>
          <p:cNvSpPr/>
          <p:nvPr/>
        </p:nvSpPr>
        <p:spPr>
          <a:xfrm>
            <a:off x="4644282" y="3849888"/>
            <a:ext cx="807498" cy="467581"/>
          </a:xfrm>
          <a:prstGeom prst="rect">
            <a:avLst/>
          </a:prstGeom>
          <a:solidFill>
            <a:srgbClr val="7F7F7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rgbClr val="FFFFFF"/>
                </a:solidFill>
                <a:effectLst/>
                <a:uLnTx/>
                <a:uFillTx/>
                <a:latin typeface="Tahoma"/>
                <a:ea typeface="+mn-ea"/>
                <a:cs typeface="Tahoma" panose="020B0604030504040204" pitchFamily="34" charset="0"/>
              </a:rPr>
              <a:t>-3%</a:t>
            </a:r>
          </a:p>
        </p:txBody>
      </p:sp>
      <p:sp>
        <p:nvSpPr>
          <p:cNvPr id="49" name="Rectangle 48">
            <a:extLst>
              <a:ext uri="{FF2B5EF4-FFF2-40B4-BE49-F238E27FC236}">
                <a16:creationId xmlns:a16="http://schemas.microsoft.com/office/drawing/2014/main" id="{D001ABD5-FB95-A0BE-ECA3-AB0E434117DF}"/>
              </a:ext>
            </a:extLst>
          </p:cNvPr>
          <p:cNvSpPr/>
          <p:nvPr/>
        </p:nvSpPr>
        <p:spPr>
          <a:xfrm>
            <a:off x="4644282" y="4375169"/>
            <a:ext cx="807498" cy="467581"/>
          </a:xfrm>
          <a:prstGeom prst="rect">
            <a:avLst/>
          </a:prstGeom>
          <a:solidFill>
            <a:srgbClr val="E5B50A"/>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17%</a:t>
            </a:r>
          </a:p>
        </p:txBody>
      </p:sp>
      <p:sp>
        <p:nvSpPr>
          <p:cNvPr id="50" name="Rectangle 49">
            <a:extLst>
              <a:ext uri="{FF2B5EF4-FFF2-40B4-BE49-F238E27FC236}">
                <a16:creationId xmlns:a16="http://schemas.microsoft.com/office/drawing/2014/main" id="{08BAB457-C61B-1051-2F07-6B962155C596}"/>
              </a:ext>
            </a:extLst>
          </p:cNvPr>
          <p:cNvSpPr>
            <a:spLocks/>
          </p:cNvSpPr>
          <p:nvPr/>
        </p:nvSpPr>
        <p:spPr>
          <a:xfrm>
            <a:off x="4644282" y="4900449"/>
            <a:ext cx="807498" cy="467581"/>
          </a:xfrm>
          <a:prstGeom prst="rect">
            <a:avLst/>
          </a:prstGeom>
          <a:solidFill>
            <a:srgbClr val="A0D37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0" i="0" u="none" strike="noStrike" kern="1200" cap="none" spc="0" normalizeH="0" baseline="0" noProof="0">
                <a:ln>
                  <a:noFill/>
                </a:ln>
                <a:solidFill>
                  <a:schemeClr val="tx1"/>
                </a:solidFill>
                <a:effectLst/>
                <a:uLnTx/>
                <a:uFillTx/>
                <a:latin typeface="Tahoma"/>
                <a:ea typeface="+mn-ea"/>
                <a:cs typeface="Tahoma" panose="020B0604030504040204" pitchFamily="34" charset="0"/>
              </a:rPr>
              <a:t>71%</a:t>
            </a:r>
          </a:p>
        </p:txBody>
      </p:sp>
      <p:sp>
        <p:nvSpPr>
          <p:cNvPr id="51" name="Rectangle 50">
            <a:extLst>
              <a:ext uri="{FF2B5EF4-FFF2-40B4-BE49-F238E27FC236}">
                <a16:creationId xmlns:a16="http://schemas.microsoft.com/office/drawing/2014/main" id="{09D88BA7-C871-4BBB-828A-564378EBD020}"/>
              </a:ext>
            </a:extLst>
          </p:cNvPr>
          <p:cNvSpPr/>
          <p:nvPr/>
        </p:nvSpPr>
        <p:spPr>
          <a:xfrm>
            <a:off x="4644282" y="1737676"/>
            <a:ext cx="807498" cy="467581"/>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CA" sz="12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37</a:t>
            </a:r>
          </a:p>
        </p:txBody>
      </p:sp>
      <p:sp>
        <p:nvSpPr>
          <p:cNvPr id="58" name="Oval 57">
            <a:extLst>
              <a:ext uri="{FF2B5EF4-FFF2-40B4-BE49-F238E27FC236}">
                <a16:creationId xmlns:a16="http://schemas.microsoft.com/office/drawing/2014/main" id="{F2548BF5-1AFB-96BB-EF18-8E7B214E18BD}"/>
              </a:ext>
            </a:extLst>
          </p:cNvPr>
          <p:cNvSpPr/>
          <p:nvPr/>
        </p:nvSpPr>
        <p:spPr>
          <a:xfrm>
            <a:off x="7790449" y="5870645"/>
            <a:ext cx="490602" cy="206140"/>
          </a:xfrm>
          <a:prstGeom prst="ellipse">
            <a:avLst/>
          </a:prstGeom>
          <a:no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6</a:t>
            </a:r>
          </a:p>
        </p:txBody>
      </p:sp>
    </p:spTree>
    <p:extLst>
      <p:ext uri="{BB962C8B-B14F-4D97-AF65-F5344CB8AC3E}">
        <p14:creationId xmlns:p14="http://schemas.microsoft.com/office/powerpoint/2010/main" val="4119091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985F-FF50-B9FD-8609-ABFC22AF6C0B}"/>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28B5B581-ADC8-D1B0-1651-DAB175851F19}"/>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51" imgH="450" progId="TCLayout.ActiveDocument.1">
                  <p:embed/>
                </p:oleObj>
              </mc:Choice>
              <mc:Fallback>
                <p:oleObj name="think-cell Slide" r:id="rId18" imgW="451" imgH="450" progId="TCLayout.ActiveDocument.1">
                  <p:embed/>
                  <p:pic>
                    <p:nvPicPr>
                      <p:cNvPr id="34" name="Object 6" hidden="1">
                        <a:extLst>
                          <a:ext uri="{FF2B5EF4-FFF2-40B4-BE49-F238E27FC236}">
                            <a16:creationId xmlns:a16="http://schemas.microsoft.com/office/drawing/2014/main" id="{28B5B581-ADC8-D1B0-1651-DAB175851F19}"/>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993BBD42-6E21-FDF1-D1F0-CF98D53A09F5}"/>
              </a:ext>
            </a:extLst>
          </p:cNvPr>
          <p:cNvSpPr>
            <a:spLocks noGrp="1"/>
          </p:cNvSpPr>
          <p:nvPr>
            <p:ph type="title"/>
            <p:custDataLst>
              <p:tags r:id="rId3"/>
            </p:custDataLst>
          </p:nvPr>
        </p:nvSpPr>
        <p:spPr>
          <a:xfrm>
            <a:off x="554734" y="549789"/>
            <a:ext cx="11082528" cy="353943"/>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IN" sz="2300"/>
              <a:t>Strategy deep dive</a:t>
            </a:r>
            <a:endParaRPr lang="en-AU" sz="2300">
              <a:latin typeface="+mj-lt"/>
            </a:endParaRPr>
          </a:p>
        </p:txBody>
      </p:sp>
      <p:sp>
        <p:nvSpPr>
          <p:cNvPr id="33" name="Rectangle 1" hidden="1">
            <a:extLst>
              <a:ext uri="{FF2B5EF4-FFF2-40B4-BE49-F238E27FC236}">
                <a16:creationId xmlns:a16="http://schemas.microsoft.com/office/drawing/2014/main" id="{D9A71F7B-A628-0801-B38C-3BED96FC76EB}"/>
              </a:ext>
            </a:extLst>
          </p:cNvPr>
          <p:cNvSpPr/>
          <p:nvPr>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 name="LineBasicImpact 4">
            <a:extLst>
              <a:ext uri="{FF2B5EF4-FFF2-40B4-BE49-F238E27FC236}">
                <a16:creationId xmlns:a16="http://schemas.microsoft.com/office/drawing/2014/main" id="{1C74AD90-F4F2-4801-C4D7-AE370BAA3379}"/>
              </a:ext>
            </a:extLst>
          </p:cNvPr>
          <p:cNvCxnSpPr>
            <a:cxnSpLocks/>
          </p:cNvCxnSpPr>
          <p:nvPr>
            <p:custDataLst>
              <p:tags r:id="rId5"/>
            </p:custDataLst>
          </p:nvPr>
        </p:nvCxnSpPr>
        <p:spPr>
          <a:xfrm>
            <a:off x="554734" y="1700429"/>
            <a:ext cx="11082528" cy="0"/>
          </a:xfrm>
          <a:prstGeom prst="straightConnector1">
            <a:avLst/>
          </a:prstGeom>
          <a:ln w="190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35E6B99-02F2-8FE5-2B51-9B976A363BC6}"/>
              </a:ext>
            </a:extLst>
          </p:cNvPr>
          <p:cNvSpPr>
            <a:spLocks/>
          </p:cNvSpPr>
          <p:nvPr/>
        </p:nvSpPr>
        <p:spPr>
          <a:xfrm>
            <a:off x="873994" y="1814703"/>
            <a:ext cx="1210870" cy="4123159"/>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200" b="1" i="0" u="none" strike="noStrike" kern="1200" cap="none" spc="0" normalizeH="0" baseline="0" noProof="0">
                <a:ln>
                  <a:noFill/>
                </a:ln>
                <a:solidFill>
                  <a:srgbClr val="111918"/>
                </a:solidFill>
                <a:effectLst/>
                <a:uLnTx/>
                <a:uFillTx/>
                <a:ea typeface="+mn-ea"/>
                <a:cs typeface="Tahoma" panose="020B0604030504040204" pitchFamily="34" charset="0"/>
              </a:rPr>
              <a:t>Strategy: 30</a:t>
            </a:r>
          </a:p>
        </p:txBody>
      </p:sp>
      <p:sp>
        <p:nvSpPr>
          <p:cNvPr id="48" name="TextBox 47">
            <a:extLst>
              <a:ext uri="{FF2B5EF4-FFF2-40B4-BE49-F238E27FC236}">
                <a16:creationId xmlns:a16="http://schemas.microsoft.com/office/drawing/2014/main" id="{B1875DB8-B7EF-2235-2D6E-E3E54D1658C2}"/>
              </a:ext>
            </a:extLst>
          </p:cNvPr>
          <p:cNvSpPr txBox="1">
            <a:spLocks/>
          </p:cNvSpPr>
          <p:nvPr/>
        </p:nvSpPr>
        <p:spPr>
          <a:xfrm>
            <a:off x="554734" y="1814704"/>
            <a:ext cx="323035" cy="4123153"/>
          </a:xfrm>
          <a:prstGeom prst="rect">
            <a:avLst/>
          </a:prstGeom>
          <a:solidFill>
            <a:schemeClr val="accent1">
              <a:lumMod val="90000"/>
              <a:lumOff val="10000"/>
            </a:schemeClr>
          </a:solidFill>
        </p:spPr>
        <p:txBody>
          <a:bodyPr vert="horz" wrap="square" lIns="36000" tIns="36000" rIns="36000" bIns="3600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AU" sz="2800" b="1" i="0" u="none" strike="noStrike" kern="1200" cap="none" spc="0" normalizeH="0" baseline="0" noProof="0">
                <a:ln>
                  <a:noFill/>
                </a:ln>
                <a:solidFill>
                  <a:srgbClr val="FFFFFF"/>
                </a:solidFill>
                <a:effectLst/>
                <a:uLnTx/>
                <a:uFillTx/>
                <a:ea typeface="+mn-ea"/>
                <a:cs typeface="Tahoma" panose="020B0604030504040204" pitchFamily="34" charset="0"/>
              </a:rPr>
              <a:t>1</a:t>
            </a:r>
          </a:p>
        </p:txBody>
      </p:sp>
      <p:sp>
        <p:nvSpPr>
          <p:cNvPr id="64" name="Oval 63">
            <a:extLst>
              <a:ext uri="{FF2B5EF4-FFF2-40B4-BE49-F238E27FC236}">
                <a16:creationId xmlns:a16="http://schemas.microsoft.com/office/drawing/2014/main" id="{77347E23-F85E-804E-D2BA-136A1435249B}"/>
              </a:ext>
            </a:extLst>
          </p:cNvPr>
          <p:cNvSpPr>
            <a:spLocks/>
          </p:cNvSpPr>
          <p:nvPr/>
        </p:nvSpPr>
        <p:spPr>
          <a:xfrm>
            <a:off x="1068804" y="2162877"/>
            <a:ext cx="572937" cy="231728"/>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400" b="0" i="0" u="none" strike="noStrike" kern="1200" cap="none" spc="0" normalizeH="0" baseline="0" noProof="0">
                <a:ln>
                  <a:noFill/>
                </a:ln>
                <a:solidFill>
                  <a:srgbClr val="FFFFFF"/>
                </a:solidFill>
                <a:effectLst/>
                <a:uLnTx/>
                <a:uFillTx/>
                <a:ea typeface="+mn-ea"/>
                <a:cs typeface="Tahoma" panose="020B0604030504040204" pitchFamily="34" charset="0"/>
              </a:rPr>
              <a:t>-14</a:t>
            </a:r>
          </a:p>
        </p:txBody>
      </p:sp>
      <p:sp>
        <p:nvSpPr>
          <p:cNvPr id="67" name="Oval 66">
            <a:extLst>
              <a:ext uri="{FF2B5EF4-FFF2-40B4-BE49-F238E27FC236}">
                <a16:creationId xmlns:a16="http://schemas.microsoft.com/office/drawing/2014/main" id="{2849300F-7F2C-7394-22C2-FDA3D8216A3A}"/>
              </a:ext>
            </a:extLst>
          </p:cNvPr>
          <p:cNvSpPr>
            <a:spLocks/>
          </p:cNvSpPr>
          <p:nvPr/>
        </p:nvSpPr>
        <p:spPr>
          <a:xfrm>
            <a:off x="1068803" y="2587295"/>
            <a:ext cx="572937" cy="2317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400" b="0" i="0" u="none" strike="noStrike" kern="1200" cap="none" spc="0" normalizeH="0" baseline="0" noProof="0">
                <a:ln>
                  <a:noFill/>
                </a:ln>
                <a:solidFill>
                  <a:srgbClr val="FFFFFF"/>
                </a:solidFill>
                <a:effectLst/>
                <a:uLnTx/>
                <a:uFillTx/>
                <a:ea typeface="+mn-ea"/>
                <a:cs typeface="Tahoma" panose="020B0604030504040204" pitchFamily="34" charset="0"/>
              </a:rPr>
              <a:t>-38</a:t>
            </a:r>
          </a:p>
        </p:txBody>
      </p:sp>
      <p:sp>
        <p:nvSpPr>
          <p:cNvPr id="96" name="4. Footnote">
            <a:extLst>
              <a:ext uri="{FF2B5EF4-FFF2-40B4-BE49-F238E27FC236}">
                <a16:creationId xmlns:a16="http://schemas.microsoft.com/office/drawing/2014/main" id="{532A4957-D481-7DA1-1A47-BAB729E9AD50}"/>
              </a:ext>
            </a:extLst>
          </p:cNvPr>
          <p:cNvSpPr txBox="1">
            <a:spLocks noChangeArrowheads="1"/>
          </p:cNvSpPr>
          <p:nvPr/>
        </p:nvSpPr>
        <p:spPr bwMode="auto">
          <a:xfrm>
            <a:off x="554736" y="5937862"/>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28600" lvl="0" indent="-228600" defTabSz="9144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average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average score]</a:t>
            </a:r>
          </a:p>
          <a:p>
            <a:pPr marL="228600" lvl="0" indent="-2286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leaders’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leaders’ score]</a:t>
            </a:r>
            <a:endParaRPr kumimoji="0" lang="en-AU" sz="1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21" name="Oval 20">
            <a:extLst>
              <a:ext uri="{FF2B5EF4-FFF2-40B4-BE49-F238E27FC236}">
                <a16:creationId xmlns:a16="http://schemas.microsoft.com/office/drawing/2014/main" id="{4EE40CC3-6866-CE2E-4442-2E251280D071}"/>
              </a:ext>
            </a:extLst>
          </p:cNvPr>
          <p:cNvSpPr>
            <a:spLocks/>
          </p:cNvSpPr>
          <p:nvPr/>
        </p:nvSpPr>
        <p:spPr>
          <a:xfrm>
            <a:off x="3526521" y="1075468"/>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 name="TextBox 21">
            <a:extLst>
              <a:ext uri="{FF2B5EF4-FFF2-40B4-BE49-F238E27FC236}">
                <a16:creationId xmlns:a16="http://schemas.microsoft.com/office/drawing/2014/main" id="{F4B01219-FA4F-6A96-05F5-EACAF9561967}"/>
              </a:ext>
            </a:extLst>
          </p:cNvPr>
          <p:cNvSpPr txBox="1">
            <a:spLocks/>
          </p:cNvSpPr>
          <p:nvPr/>
        </p:nvSpPr>
        <p:spPr>
          <a:xfrm>
            <a:off x="3731228" y="1076466"/>
            <a:ext cx="551292"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Strengths</a:t>
            </a:r>
          </a:p>
        </p:txBody>
      </p:sp>
      <p:sp>
        <p:nvSpPr>
          <p:cNvPr id="24" name="Oval 23">
            <a:extLst>
              <a:ext uri="{FF2B5EF4-FFF2-40B4-BE49-F238E27FC236}">
                <a16:creationId xmlns:a16="http://schemas.microsoft.com/office/drawing/2014/main" id="{EA5B8FB7-0450-FF4B-7834-BE22C7EA6C7F}"/>
              </a:ext>
            </a:extLst>
          </p:cNvPr>
          <p:cNvSpPr>
            <a:spLocks/>
          </p:cNvSpPr>
          <p:nvPr/>
        </p:nvSpPr>
        <p:spPr>
          <a:xfrm>
            <a:off x="4589153" y="107313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5" name="TextBox 24">
            <a:extLst>
              <a:ext uri="{FF2B5EF4-FFF2-40B4-BE49-F238E27FC236}">
                <a16:creationId xmlns:a16="http://schemas.microsoft.com/office/drawing/2014/main" id="{10C6A224-599C-84B7-D04E-F5166792EC80}"/>
              </a:ext>
            </a:extLst>
          </p:cNvPr>
          <p:cNvSpPr txBox="1">
            <a:spLocks/>
          </p:cNvSpPr>
          <p:nvPr/>
        </p:nvSpPr>
        <p:spPr>
          <a:xfrm>
            <a:off x="4793860" y="1074133"/>
            <a:ext cx="760247"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Opportunities</a:t>
            </a:r>
          </a:p>
        </p:txBody>
      </p:sp>
      <p:sp>
        <p:nvSpPr>
          <p:cNvPr id="26" name="Oval 25">
            <a:extLst>
              <a:ext uri="{FF2B5EF4-FFF2-40B4-BE49-F238E27FC236}">
                <a16:creationId xmlns:a16="http://schemas.microsoft.com/office/drawing/2014/main" id="{AE2FBE02-2860-04A8-2A9A-9487188F2E87}"/>
              </a:ext>
            </a:extLst>
          </p:cNvPr>
          <p:cNvSpPr>
            <a:spLocks/>
          </p:cNvSpPr>
          <p:nvPr/>
        </p:nvSpPr>
        <p:spPr>
          <a:xfrm>
            <a:off x="8962585" y="1042908"/>
            <a:ext cx="590927" cy="21553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7" name="Oval 26">
            <a:extLst>
              <a:ext uri="{FF2B5EF4-FFF2-40B4-BE49-F238E27FC236}">
                <a16:creationId xmlns:a16="http://schemas.microsoft.com/office/drawing/2014/main" id="{17B83D3E-3DCD-91E0-ED67-B86C2C41CEBE}"/>
              </a:ext>
            </a:extLst>
          </p:cNvPr>
          <p:cNvSpPr>
            <a:spLocks/>
          </p:cNvSpPr>
          <p:nvPr/>
        </p:nvSpPr>
        <p:spPr>
          <a:xfrm>
            <a:off x="5793022" y="1042908"/>
            <a:ext cx="693129" cy="215536"/>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8" name="TextBox 27">
            <a:extLst>
              <a:ext uri="{FF2B5EF4-FFF2-40B4-BE49-F238E27FC236}">
                <a16:creationId xmlns:a16="http://schemas.microsoft.com/office/drawing/2014/main" id="{433C015B-EE47-F6C2-B4E9-5B36EC1E1E6D}"/>
              </a:ext>
            </a:extLst>
          </p:cNvPr>
          <p:cNvSpPr txBox="1">
            <a:spLocks/>
          </p:cNvSpPr>
          <p:nvPr/>
        </p:nvSpPr>
        <p:spPr>
          <a:xfrm>
            <a:off x="6620436" y="1081427"/>
            <a:ext cx="204058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3</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average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1</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 name="TextBox 28">
            <a:extLst>
              <a:ext uri="{FF2B5EF4-FFF2-40B4-BE49-F238E27FC236}">
                <a16:creationId xmlns:a16="http://schemas.microsoft.com/office/drawing/2014/main" id="{36C0E31E-D387-7E2D-FA4F-0F5AFF0F43E1}"/>
              </a:ext>
            </a:extLst>
          </p:cNvPr>
          <p:cNvSpPr txBox="1">
            <a:spLocks/>
          </p:cNvSpPr>
          <p:nvPr/>
        </p:nvSpPr>
        <p:spPr>
          <a:xfrm>
            <a:off x="9634410" y="1081427"/>
            <a:ext cx="200285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4</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leaders</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2</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0" name="5. Source">
            <a:extLst>
              <a:ext uri="{FF2B5EF4-FFF2-40B4-BE49-F238E27FC236}">
                <a16:creationId xmlns:a16="http://schemas.microsoft.com/office/drawing/2014/main" id="{6BF28382-A325-A290-0130-62682F53C194}"/>
              </a:ext>
            </a:extLst>
          </p:cNvPr>
          <p:cNvSpPr txBox="1">
            <a:spLocks/>
          </p:cNvSpPr>
          <p:nvPr>
            <p:custDataLst>
              <p:tags r:id="rId6"/>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7" name="TextBox 16">
            <a:extLst>
              <a:ext uri="{FF2B5EF4-FFF2-40B4-BE49-F238E27FC236}">
                <a16:creationId xmlns:a16="http://schemas.microsoft.com/office/drawing/2014/main" id="{E424237C-DF3B-40A8-329B-2E65C757B6EC}"/>
              </a:ext>
            </a:extLst>
          </p:cNvPr>
          <p:cNvSpPr txBox="1">
            <a:spLocks/>
          </p:cNvSpPr>
          <p:nvPr/>
        </p:nvSpPr>
        <p:spPr>
          <a:xfrm>
            <a:off x="5528516" y="1430380"/>
            <a:ext cx="333176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a:ln>
                  <a:noFill/>
                </a:ln>
                <a:solidFill>
                  <a:srgbClr val="111918"/>
                </a:solidFill>
                <a:effectLst/>
                <a:uLnTx/>
                <a:uFillTx/>
                <a:ea typeface="+mn-ea"/>
                <a:cs typeface="Tahoma" panose="020B0604030504040204" pitchFamily="34" charset="0"/>
              </a:rPr>
              <a:t>Current state</a:t>
            </a:r>
          </a:p>
        </p:txBody>
      </p:sp>
      <p:sp>
        <p:nvSpPr>
          <p:cNvPr id="36" name="TextBox 35">
            <a:extLst>
              <a:ext uri="{FF2B5EF4-FFF2-40B4-BE49-F238E27FC236}">
                <a16:creationId xmlns:a16="http://schemas.microsoft.com/office/drawing/2014/main" id="{75359FC6-F545-E210-84A5-F9CD30E5D240}"/>
              </a:ext>
            </a:extLst>
          </p:cNvPr>
          <p:cNvSpPr txBox="1">
            <a:spLocks/>
          </p:cNvSpPr>
          <p:nvPr/>
        </p:nvSpPr>
        <p:spPr>
          <a:xfrm>
            <a:off x="2191943" y="1430380"/>
            <a:ext cx="2361377"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a:ln>
                  <a:noFill/>
                </a:ln>
                <a:solidFill>
                  <a:srgbClr val="111918"/>
                </a:solidFill>
                <a:effectLst/>
                <a:uLnTx/>
                <a:uFillTx/>
                <a:ea typeface="+mn-ea"/>
                <a:cs typeface="Tahoma" panose="020B0604030504040204" pitchFamily="34" charset="0"/>
              </a:rPr>
              <a:t>Evidence</a:t>
            </a:r>
          </a:p>
        </p:txBody>
      </p:sp>
      <p:grpSp>
        <p:nvGrpSpPr>
          <p:cNvPr id="46" name="Group 45">
            <a:extLst>
              <a:ext uri="{FF2B5EF4-FFF2-40B4-BE49-F238E27FC236}">
                <a16:creationId xmlns:a16="http://schemas.microsoft.com/office/drawing/2014/main" id="{6F9C5934-8174-F1F5-B49B-73FE193D1CD8}"/>
              </a:ext>
            </a:extLst>
          </p:cNvPr>
          <p:cNvGrpSpPr/>
          <p:nvPr/>
        </p:nvGrpSpPr>
        <p:grpSpPr>
          <a:xfrm>
            <a:off x="2191943" y="1787948"/>
            <a:ext cx="9442846" cy="1477328"/>
            <a:chOff x="2191943" y="1787948"/>
            <a:chExt cx="9442846" cy="1477328"/>
          </a:xfrm>
        </p:grpSpPr>
        <p:grpSp>
          <p:nvGrpSpPr>
            <p:cNvPr id="35" name="Group 34">
              <a:extLst>
                <a:ext uri="{FF2B5EF4-FFF2-40B4-BE49-F238E27FC236}">
                  <a16:creationId xmlns:a16="http://schemas.microsoft.com/office/drawing/2014/main" id="{CC6FA818-448A-682E-CF02-4B744E899AE4}"/>
                </a:ext>
              </a:extLst>
            </p:cNvPr>
            <p:cNvGrpSpPr/>
            <p:nvPr/>
          </p:nvGrpSpPr>
          <p:grpSpPr>
            <a:xfrm>
              <a:off x="5565563" y="1787948"/>
              <a:ext cx="6069226" cy="1300739"/>
              <a:chOff x="5565563" y="1787948"/>
              <a:chExt cx="6069226" cy="1300739"/>
            </a:xfrm>
          </p:grpSpPr>
          <p:sp>
            <p:nvSpPr>
              <p:cNvPr id="37" name="TextBox 36">
                <a:extLst>
                  <a:ext uri="{FF2B5EF4-FFF2-40B4-BE49-F238E27FC236}">
                    <a16:creationId xmlns:a16="http://schemas.microsoft.com/office/drawing/2014/main" id="{E2782C3E-C7A8-C061-1011-4002AD2E096C}"/>
                  </a:ext>
                </a:extLst>
              </p:cNvPr>
              <p:cNvSpPr txBox="1">
                <a:spLocks/>
              </p:cNvSpPr>
              <p:nvPr>
                <p:custDataLst>
                  <p:tags r:id="rId14"/>
                </p:custDataLst>
              </p:nvPr>
            </p:nvSpPr>
            <p:spPr>
              <a:xfrm>
                <a:off x="8246534" y="1787948"/>
                <a:ext cx="3388255" cy="130073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eaLnBrk="0" fontAlgn="base" hangingPunct="0">
                  <a:spcBef>
                    <a:spcPct val="0"/>
                  </a:spcBef>
                  <a:spcAft>
                    <a:spcPct val="0"/>
                  </a:spcAft>
                  <a:buClrTx/>
                  <a:buSzTx/>
                  <a:buNone/>
                </a:pPr>
                <a:r>
                  <a:rPr lang="en-US" altLang="en-US" sz="1200" dirty="0"/>
                  <a:t>Board-endorsed AI strategy explicitly mapped to business priorities defined value pools (revenue, cost, risk, CX) with a phased, domain-sequenced roadmap </a:t>
                </a:r>
              </a:p>
              <a:p>
                <a:pPr lvl="0" eaLnBrk="0" fontAlgn="base" hangingPunct="0">
                  <a:spcBef>
                    <a:spcPct val="0"/>
                  </a:spcBef>
                  <a:spcAft>
                    <a:spcPct val="0"/>
                  </a:spcAft>
                  <a:buClrTx/>
                  <a:buSzTx/>
                  <a:buNone/>
                </a:pPr>
                <a:r>
                  <a:rPr lang="en-US" altLang="en-US" sz="1200" dirty="0"/>
                  <a:t>AI ambition formally embedded in the bank's 3-year strategic plan, not siloed as a technology workstream</a:t>
                </a:r>
              </a:p>
            </p:txBody>
          </p:sp>
          <p:grpSp>
            <p:nvGrpSpPr>
              <p:cNvPr id="13" name="Group 12">
                <a:extLst>
                  <a:ext uri="{FF2B5EF4-FFF2-40B4-BE49-F238E27FC236}">
                    <a16:creationId xmlns:a16="http://schemas.microsoft.com/office/drawing/2014/main" id="{073D0163-C027-5A0E-8934-1F5717AA6C75}"/>
                  </a:ext>
                </a:extLst>
              </p:cNvPr>
              <p:cNvGrpSpPr/>
              <p:nvPr/>
            </p:nvGrpSpPr>
            <p:grpSpPr>
              <a:xfrm>
                <a:off x="5565563" y="1787949"/>
                <a:ext cx="2554309" cy="1292662"/>
                <a:chOff x="5565563" y="1787949"/>
                <a:chExt cx="2554309" cy="1292662"/>
              </a:xfrm>
            </p:grpSpPr>
            <p:sp>
              <p:nvSpPr>
                <p:cNvPr id="18" name="TextBox 17">
                  <a:extLst>
                    <a:ext uri="{FF2B5EF4-FFF2-40B4-BE49-F238E27FC236}">
                      <a16:creationId xmlns:a16="http://schemas.microsoft.com/office/drawing/2014/main" id="{40BEB6A9-33E9-C67A-DCFE-E1C64EFE4800}"/>
                    </a:ext>
                  </a:extLst>
                </p:cNvPr>
                <p:cNvSpPr txBox="1">
                  <a:spLocks/>
                </p:cNvSpPr>
                <p:nvPr>
                  <p:custDataLst>
                    <p:tags r:id="rId15"/>
                  </p:custDataLst>
                </p:nvPr>
              </p:nvSpPr>
              <p:spPr>
                <a:xfrm>
                  <a:off x="5787123" y="1787949"/>
                  <a:ext cx="2332749"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AI ambition remains fragmented rather than fully enterprise-defined</a:t>
                  </a:r>
                  <a:r>
                    <a:rPr lang="en-IN" sz="1200" dirty="0"/>
                    <a:t>, with activity concentrated in low-value internal use cases and no linkage to business priorities, revenue outcomes, or a defined roadmap</a:t>
                  </a:r>
                </a:p>
              </p:txBody>
            </p:sp>
            <p:sp>
              <p:nvSpPr>
                <p:cNvPr id="20" name="Oval 19">
                  <a:extLst>
                    <a:ext uri="{FF2B5EF4-FFF2-40B4-BE49-F238E27FC236}">
                      <a16:creationId xmlns:a16="http://schemas.microsoft.com/office/drawing/2014/main" id="{33D12B6A-D9B8-E795-66B0-A04EC7951418}"/>
                    </a:ext>
                  </a:extLst>
                </p:cNvPr>
                <p:cNvSpPr>
                  <a:spLocks noChangeAspect="1"/>
                </p:cNvSpPr>
                <p:nvPr/>
              </p:nvSpPr>
              <p:spPr>
                <a:xfrm>
                  <a:off x="5565563" y="1808499"/>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sp>
          <p:nvSpPr>
            <p:cNvPr id="38" name="TextBox 37">
              <a:extLst>
                <a:ext uri="{FF2B5EF4-FFF2-40B4-BE49-F238E27FC236}">
                  <a16:creationId xmlns:a16="http://schemas.microsoft.com/office/drawing/2014/main" id="{EFE9B4C2-47F5-41F7-8CCD-6EF9EF6DBB21}"/>
                </a:ext>
              </a:extLst>
            </p:cNvPr>
            <p:cNvSpPr txBox="1">
              <a:spLocks/>
            </p:cNvSpPr>
            <p:nvPr>
              <p:custDataLst>
                <p:tags r:id="rId13"/>
              </p:custDataLst>
            </p:nvPr>
          </p:nvSpPr>
          <p:spPr>
            <a:xfrm>
              <a:off x="2191943" y="1787948"/>
              <a:ext cx="3151467"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a:t>Only 21 % believe </a:t>
              </a:r>
              <a:r>
                <a:rPr lang="en-IN" sz="1200"/>
                <a:t>that PASHA Bank has </a:t>
              </a:r>
              <a:r>
                <a:rPr lang="en-IN" sz="1200" b="1"/>
                <a:t>clearly defined and prioritized an enterprise-wide </a:t>
              </a:r>
              <a:r>
                <a:rPr lang="en-IN" sz="1200"/>
                <a:t>Tech and AI vision aligned to business value</a:t>
              </a:r>
              <a:br>
                <a:rPr lang="en-IN" sz="1200"/>
              </a:br>
              <a:r>
                <a:rPr lang="en-IN" sz="1200"/>
                <a:t>"</a:t>
              </a:r>
              <a:r>
                <a:rPr lang="en-IN" sz="1200" i="1"/>
                <a:t>No clear AI roadmap exists at the organisation level... focus is on low-value internal use cases instead of customer-facing or revenue-impacting areas"</a:t>
              </a:r>
            </a:p>
          </p:txBody>
        </p:sp>
      </p:grpSp>
      <p:grpSp>
        <p:nvGrpSpPr>
          <p:cNvPr id="45" name="Group 44">
            <a:extLst>
              <a:ext uri="{FF2B5EF4-FFF2-40B4-BE49-F238E27FC236}">
                <a16:creationId xmlns:a16="http://schemas.microsoft.com/office/drawing/2014/main" id="{19162E5C-1AD1-6598-E543-9F1D0B4199B7}"/>
              </a:ext>
            </a:extLst>
          </p:cNvPr>
          <p:cNvGrpSpPr/>
          <p:nvPr/>
        </p:nvGrpSpPr>
        <p:grpSpPr>
          <a:xfrm>
            <a:off x="2191943" y="3352696"/>
            <a:ext cx="9383536" cy="1318792"/>
            <a:chOff x="2191943" y="3268167"/>
            <a:chExt cx="9383536" cy="1318792"/>
          </a:xfrm>
        </p:grpSpPr>
        <p:grpSp>
          <p:nvGrpSpPr>
            <p:cNvPr id="32" name="Group 31">
              <a:extLst>
                <a:ext uri="{FF2B5EF4-FFF2-40B4-BE49-F238E27FC236}">
                  <a16:creationId xmlns:a16="http://schemas.microsoft.com/office/drawing/2014/main" id="{538E9D3B-A498-1CF6-0B5D-349D236E3A64}"/>
                </a:ext>
              </a:extLst>
            </p:cNvPr>
            <p:cNvGrpSpPr/>
            <p:nvPr/>
          </p:nvGrpSpPr>
          <p:grpSpPr>
            <a:xfrm>
              <a:off x="5565563" y="3268167"/>
              <a:ext cx="6009916" cy="1318792"/>
              <a:chOff x="5565563" y="2789322"/>
              <a:chExt cx="6009916" cy="1318792"/>
            </a:xfrm>
          </p:grpSpPr>
          <p:grpSp>
            <p:nvGrpSpPr>
              <p:cNvPr id="8" name="Group 7">
                <a:extLst>
                  <a:ext uri="{FF2B5EF4-FFF2-40B4-BE49-F238E27FC236}">
                    <a16:creationId xmlns:a16="http://schemas.microsoft.com/office/drawing/2014/main" id="{04A2797A-BACF-657C-2D4F-BA63FE1C6ED4}"/>
                  </a:ext>
                </a:extLst>
              </p:cNvPr>
              <p:cNvGrpSpPr/>
              <p:nvPr/>
            </p:nvGrpSpPr>
            <p:grpSpPr>
              <a:xfrm>
                <a:off x="5565563" y="2789322"/>
                <a:ext cx="2554309" cy="1107996"/>
                <a:chOff x="5565563" y="2789322"/>
                <a:chExt cx="2554309" cy="1107996"/>
              </a:xfrm>
            </p:grpSpPr>
            <p:sp>
              <p:nvSpPr>
                <p:cNvPr id="30" name="Oval 29">
                  <a:extLst>
                    <a:ext uri="{FF2B5EF4-FFF2-40B4-BE49-F238E27FC236}">
                      <a16:creationId xmlns:a16="http://schemas.microsoft.com/office/drawing/2014/main" id="{AC42F25F-159E-9BE3-5ED7-CBBFE45A43CA}"/>
                    </a:ext>
                  </a:extLst>
                </p:cNvPr>
                <p:cNvSpPr>
                  <a:spLocks noChangeAspect="1"/>
                </p:cNvSpPr>
                <p:nvPr/>
              </p:nvSpPr>
              <p:spPr>
                <a:xfrm>
                  <a:off x="5565563" y="2789322"/>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 name="TextBox 3">
                  <a:extLst>
                    <a:ext uri="{FF2B5EF4-FFF2-40B4-BE49-F238E27FC236}">
                      <a16:creationId xmlns:a16="http://schemas.microsoft.com/office/drawing/2014/main" id="{A5CE303B-D6E3-A904-AC2D-9D36002DC79E}"/>
                    </a:ext>
                  </a:extLst>
                </p:cNvPr>
                <p:cNvSpPr txBox="1">
                  <a:spLocks/>
                </p:cNvSpPr>
                <p:nvPr>
                  <p:custDataLst>
                    <p:tags r:id="rId12"/>
                  </p:custDataLst>
                </p:nvPr>
              </p:nvSpPr>
              <p:spPr>
                <a:xfrm>
                  <a:off x="5750955" y="2789322"/>
                  <a:ext cx="2368917"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AI ownership is undefined and misaligned across leadership</a:t>
                  </a:r>
                  <a:r>
                    <a:rPr lang="en-IN" sz="1200" dirty="0"/>
                    <a:t>, business vs. IT, and bank vs. holding level, leaving even senior stakeholders without visibility on direction or priorities</a:t>
                  </a:r>
                  <a:endParaRPr lang="en-US" altLang="en-US" sz="1200" dirty="0">
                    <a:solidFill>
                      <a:srgbClr val="111918"/>
                    </a:solidFill>
                    <a:cs typeface="Tahoma" panose="020B0604030504040204" pitchFamily="34" charset="0"/>
                  </a:endParaRPr>
                </a:p>
              </p:txBody>
            </p:sp>
          </p:grpSp>
          <p:sp>
            <p:nvSpPr>
              <p:cNvPr id="15" name="TextBox 14">
                <a:extLst>
                  <a:ext uri="{FF2B5EF4-FFF2-40B4-BE49-F238E27FC236}">
                    <a16:creationId xmlns:a16="http://schemas.microsoft.com/office/drawing/2014/main" id="{4A6EE48C-C861-C4B4-505B-A71E03BCBE36}"/>
                  </a:ext>
                </a:extLst>
              </p:cNvPr>
              <p:cNvSpPr txBox="1">
                <a:spLocks/>
              </p:cNvSpPr>
              <p:nvPr>
                <p:custDataLst>
                  <p:tags r:id="rId11"/>
                </p:custDataLst>
              </p:nvPr>
            </p:nvSpPr>
            <p:spPr>
              <a:xfrm>
                <a:off x="8246534" y="2789322"/>
                <a:ext cx="3328945" cy="131879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dirty="0"/>
                  <a:t>C-suite AI owner (CAIO or equivalent) with a cross-functional AI Steering Committee spanning business, IT, risk, and holding</a:t>
                </a:r>
              </a:p>
              <a:p>
                <a:r>
                  <a:rPr lang="en-IN" sz="1200" dirty="0"/>
                  <a:t>Unified AI narrative cascaded across all leadership layers with clear decision rights</a:t>
                </a:r>
              </a:p>
            </p:txBody>
          </p:sp>
        </p:grpSp>
        <p:sp>
          <p:nvSpPr>
            <p:cNvPr id="40" name="TextBox 39">
              <a:extLst>
                <a:ext uri="{FF2B5EF4-FFF2-40B4-BE49-F238E27FC236}">
                  <a16:creationId xmlns:a16="http://schemas.microsoft.com/office/drawing/2014/main" id="{9A548B36-539E-9319-82B2-8532F3EBEF7A}"/>
                </a:ext>
              </a:extLst>
            </p:cNvPr>
            <p:cNvSpPr txBox="1">
              <a:spLocks/>
            </p:cNvSpPr>
            <p:nvPr>
              <p:custDataLst>
                <p:tags r:id="rId10"/>
              </p:custDataLst>
            </p:nvPr>
          </p:nvSpPr>
          <p:spPr>
            <a:xfrm>
              <a:off x="2191943" y="3268168"/>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a:t>Only 22% believe </a:t>
              </a:r>
              <a:r>
                <a:rPr lang="en-IN" sz="1200"/>
                <a:t>that </a:t>
              </a:r>
              <a:r>
                <a:rPr lang="en-IN" sz="1200" b="1"/>
                <a:t>leaders actively build their Tech and AI capability</a:t>
              </a:r>
              <a:r>
                <a:rPr lang="en-IN" sz="1200"/>
                <a:t>, </a:t>
              </a:r>
              <a:r>
                <a:rPr lang="en-IN" sz="1200" b="1"/>
                <a:t>make informed decisions</a:t>
              </a:r>
              <a:r>
                <a:rPr lang="en-IN" sz="1200"/>
                <a:t>, and consistently lead transformation across the business</a:t>
              </a:r>
            </a:p>
          </p:txBody>
        </p:sp>
      </p:grpSp>
      <p:grpSp>
        <p:nvGrpSpPr>
          <p:cNvPr id="44" name="Group 43">
            <a:extLst>
              <a:ext uri="{FF2B5EF4-FFF2-40B4-BE49-F238E27FC236}">
                <a16:creationId xmlns:a16="http://schemas.microsoft.com/office/drawing/2014/main" id="{2B43176D-EA7F-79A7-91FE-2E781D467676}"/>
              </a:ext>
            </a:extLst>
          </p:cNvPr>
          <p:cNvGrpSpPr/>
          <p:nvPr/>
        </p:nvGrpSpPr>
        <p:grpSpPr>
          <a:xfrm>
            <a:off x="2191943" y="4781119"/>
            <a:ext cx="9391030" cy="1318792"/>
            <a:chOff x="2191943" y="4766440"/>
            <a:chExt cx="9391030" cy="1318792"/>
          </a:xfrm>
        </p:grpSpPr>
        <p:grpSp>
          <p:nvGrpSpPr>
            <p:cNvPr id="23" name="Group 22">
              <a:extLst>
                <a:ext uri="{FF2B5EF4-FFF2-40B4-BE49-F238E27FC236}">
                  <a16:creationId xmlns:a16="http://schemas.microsoft.com/office/drawing/2014/main" id="{46FE2B49-A049-CBF0-8ADC-92FDD26A780F}"/>
                </a:ext>
              </a:extLst>
            </p:cNvPr>
            <p:cNvGrpSpPr/>
            <p:nvPr/>
          </p:nvGrpSpPr>
          <p:grpSpPr>
            <a:xfrm>
              <a:off x="5565563" y="4766440"/>
              <a:ext cx="6017410" cy="1318792"/>
              <a:chOff x="5565563" y="3823284"/>
              <a:chExt cx="6017410" cy="1318792"/>
            </a:xfrm>
          </p:grpSpPr>
          <p:grpSp>
            <p:nvGrpSpPr>
              <p:cNvPr id="6" name="Group 5">
                <a:extLst>
                  <a:ext uri="{FF2B5EF4-FFF2-40B4-BE49-F238E27FC236}">
                    <a16:creationId xmlns:a16="http://schemas.microsoft.com/office/drawing/2014/main" id="{1D706F83-71FA-40E5-DB58-EC55C364D8C3}"/>
                  </a:ext>
                </a:extLst>
              </p:cNvPr>
              <p:cNvGrpSpPr/>
              <p:nvPr/>
            </p:nvGrpSpPr>
            <p:grpSpPr>
              <a:xfrm>
                <a:off x="5565563" y="3823285"/>
                <a:ext cx="2554309" cy="923330"/>
                <a:chOff x="5565563" y="3823285"/>
                <a:chExt cx="2554309" cy="923330"/>
              </a:xfrm>
            </p:grpSpPr>
            <p:sp>
              <p:nvSpPr>
                <p:cNvPr id="19" name="Oval 18">
                  <a:extLst>
                    <a:ext uri="{FF2B5EF4-FFF2-40B4-BE49-F238E27FC236}">
                      <a16:creationId xmlns:a16="http://schemas.microsoft.com/office/drawing/2014/main" id="{E91C7AA2-628A-1884-6F18-B10113CC715C}"/>
                    </a:ext>
                  </a:extLst>
                </p:cNvPr>
                <p:cNvSpPr>
                  <a:spLocks noChangeAspect="1"/>
                </p:cNvSpPr>
                <p:nvPr/>
              </p:nvSpPr>
              <p:spPr>
                <a:xfrm>
                  <a:off x="5565563" y="382328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5" name="TextBox 4">
                  <a:extLst>
                    <a:ext uri="{FF2B5EF4-FFF2-40B4-BE49-F238E27FC236}">
                      <a16:creationId xmlns:a16="http://schemas.microsoft.com/office/drawing/2014/main" id="{3A04DEE4-37C0-BD94-21EB-4BC73E950762}"/>
                    </a:ext>
                  </a:extLst>
                </p:cNvPr>
                <p:cNvSpPr txBox="1">
                  <a:spLocks/>
                </p:cNvSpPr>
                <p:nvPr>
                  <p:custDataLst>
                    <p:tags r:id="rId9"/>
                  </p:custDataLst>
                </p:nvPr>
              </p:nvSpPr>
              <p:spPr>
                <a:xfrm>
                  <a:off x="5787123" y="3823285"/>
                  <a:ext cx="2332749"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Lack of business case justification and ROI thinking, </a:t>
                  </a:r>
                  <a:r>
                    <a:rPr lang="en-IN" sz="1200" dirty="0"/>
                    <a:t>resources deployed without clear prioritisation logic or measurable outcomes</a:t>
                  </a:r>
                  <a:endParaRPr kumimoji="0" lang="en-US" altLang="en-US" sz="1200" i="0" u="none" strike="noStrike" kern="1200" cap="none" spc="0" normalizeH="0" baseline="0" noProof="0" dirty="0">
                    <a:ln>
                      <a:noFill/>
                    </a:ln>
                    <a:solidFill>
                      <a:srgbClr val="111918"/>
                    </a:solidFill>
                    <a:effectLst/>
                    <a:uLnTx/>
                    <a:uFillTx/>
                    <a:ea typeface="+mn-ea"/>
                    <a:cs typeface="Tahoma" panose="020B0604030504040204" pitchFamily="34" charset="0"/>
                  </a:endParaRPr>
                </a:p>
              </p:txBody>
            </p:sp>
          </p:grpSp>
          <p:sp>
            <p:nvSpPr>
              <p:cNvPr id="16" name="TextBox 15">
                <a:extLst>
                  <a:ext uri="{FF2B5EF4-FFF2-40B4-BE49-F238E27FC236}">
                    <a16:creationId xmlns:a16="http://schemas.microsoft.com/office/drawing/2014/main" id="{B2ADA88E-49A4-2A07-2899-9195C4D0238D}"/>
                  </a:ext>
                </a:extLst>
              </p:cNvPr>
              <p:cNvSpPr txBox="1">
                <a:spLocks/>
              </p:cNvSpPr>
              <p:nvPr>
                <p:custDataLst>
                  <p:tags r:id="rId8"/>
                </p:custDataLst>
              </p:nvPr>
            </p:nvSpPr>
            <p:spPr>
              <a:xfrm>
                <a:off x="8246534" y="3823284"/>
                <a:ext cx="3336439" cy="131879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dirty="0"/>
                  <a:t>Portfolio governed via a value-feasibility-risk-scalability framework with stage-gate investment decisions</a:t>
                </a:r>
              </a:p>
              <a:p>
                <a:r>
                  <a:rPr lang="en-IN" sz="1200" dirty="0"/>
                  <a:t>Financial modelling (AI vs. human cost, token economics) integrated into every use-case approval</a:t>
                </a:r>
              </a:p>
            </p:txBody>
          </p:sp>
        </p:grpSp>
        <p:sp>
          <p:nvSpPr>
            <p:cNvPr id="41" name="TextBox 40">
              <a:extLst>
                <a:ext uri="{FF2B5EF4-FFF2-40B4-BE49-F238E27FC236}">
                  <a16:creationId xmlns:a16="http://schemas.microsoft.com/office/drawing/2014/main" id="{CC88C584-5A3C-9DF5-D9EA-4E117DDB823F}"/>
                </a:ext>
              </a:extLst>
            </p:cNvPr>
            <p:cNvSpPr txBox="1">
              <a:spLocks/>
            </p:cNvSpPr>
            <p:nvPr>
              <p:custDataLst>
                <p:tags r:id="rId7"/>
              </p:custDataLst>
            </p:nvPr>
          </p:nvSpPr>
          <p:spPr>
            <a:xfrm>
              <a:off x="2191943" y="4766440"/>
              <a:ext cx="3151467"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i="1"/>
                <a:t>Only 14% believe </a:t>
              </a:r>
              <a:r>
                <a:rPr lang="en-IN" sz="1200" i="1"/>
                <a:t>that </a:t>
              </a:r>
              <a:r>
                <a:rPr lang="en-IN" sz="1200" b="1" i="1"/>
                <a:t>PASHA Bank explicitly prioritizes a small number of business domains </a:t>
              </a:r>
              <a:r>
                <a:rPr lang="en-IN" sz="1200" i="1"/>
                <a:t>based on business value and feasibility </a:t>
              </a:r>
              <a:br>
                <a:rPr lang="en-IN" sz="1200" i="1"/>
              </a:br>
              <a:r>
                <a:rPr lang="en-IN" sz="1200" i="1"/>
                <a:t>“We spent 1+ year on HR chatbot with minimal impact”</a:t>
              </a:r>
            </a:p>
          </p:txBody>
        </p:sp>
      </p:grpSp>
      <p:cxnSp>
        <p:nvCxnSpPr>
          <p:cNvPr id="49" name="Straight Connector 48">
            <a:extLst>
              <a:ext uri="{FF2B5EF4-FFF2-40B4-BE49-F238E27FC236}">
                <a16:creationId xmlns:a16="http://schemas.microsoft.com/office/drawing/2014/main" id="{3CB4B600-7E0E-9974-D839-C4878E61B82A}"/>
              </a:ext>
            </a:extLst>
          </p:cNvPr>
          <p:cNvCxnSpPr>
            <a:cxnSpLocks/>
          </p:cNvCxnSpPr>
          <p:nvPr/>
        </p:nvCxnSpPr>
        <p:spPr>
          <a:xfrm>
            <a:off x="2191943" y="3297881"/>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0F2CB9E-CC10-0476-2DFC-562593DD46C6}"/>
              </a:ext>
            </a:extLst>
          </p:cNvPr>
          <p:cNvCxnSpPr>
            <a:cxnSpLocks/>
          </p:cNvCxnSpPr>
          <p:nvPr/>
        </p:nvCxnSpPr>
        <p:spPr>
          <a:xfrm>
            <a:off x="2191943" y="4726303"/>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F0D2069-EE6C-383E-B8AE-E26AB1F1B6B4}"/>
              </a:ext>
            </a:extLst>
          </p:cNvPr>
          <p:cNvSpPr txBox="1">
            <a:spLocks/>
          </p:cNvSpPr>
          <p:nvPr/>
        </p:nvSpPr>
        <p:spPr>
          <a:xfrm>
            <a:off x="8246534" y="1430380"/>
            <a:ext cx="3231087" cy="20715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Target state/ Best practice</a:t>
            </a:r>
          </a:p>
        </p:txBody>
      </p:sp>
    </p:spTree>
    <p:custDataLst>
      <p:tags r:id="rId1"/>
    </p:custDataLst>
    <p:extLst>
      <p:ext uri="{BB962C8B-B14F-4D97-AF65-F5344CB8AC3E}">
        <p14:creationId xmlns:p14="http://schemas.microsoft.com/office/powerpoint/2010/main" val="3190908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11B38-0266-20C4-1A7C-AF4C90C5403D}"/>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7EF9B089-55B6-215A-E1FE-8C485C5BB959}"/>
              </a:ext>
            </a:extLst>
          </p:cNvPr>
          <p:cNvGraphicFramePr>
            <a:graphicFrameLocks noChangeAspect="1"/>
          </p:cNvGraphicFramePr>
          <p:nvPr>
            <p:custDataLst>
              <p:tags r:id="rId2"/>
            </p:custDataLst>
            <p:extLst>
              <p:ext uri="{D42A27DB-BD31-4B8C-83A1-F6EECF244321}">
                <p14:modId xmlns:p14="http://schemas.microsoft.com/office/powerpoint/2010/main" val="4059634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51" imgH="450" progId="TCLayout.ActiveDocument.1">
                  <p:embed/>
                </p:oleObj>
              </mc:Choice>
              <mc:Fallback>
                <p:oleObj name="think-cell Slide" r:id="rId18" imgW="451" imgH="450" progId="TCLayout.ActiveDocument.1">
                  <p:embed/>
                  <p:pic>
                    <p:nvPicPr>
                      <p:cNvPr id="34" name="Object 6" hidden="1">
                        <a:extLst>
                          <a:ext uri="{FF2B5EF4-FFF2-40B4-BE49-F238E27FC236}">
                            <a16:creationId xmlns:a16="http://schemas.microsoft.com/office/drawing/2014/main" id="{7EF9B089-55B6-215A-E1FE-8C485C5BB959}"/>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0D9A7FFF-7561-4CE0-F0A2-EF807EAF0E87}"/>
              </a:ext>
            </a:extLst>
          </p:cNvPr>
          <p:cNvSpPr>
            <a:spLocks noGrp="1"/>
          </p:cNvSpPr>
          <p:nvPr>
            <p:ph type="title"/>
            <p:custDataLst>
              <p:tags r:id="rId3"/>
            </p:custDataLst>
          </p:nvPr>
        </p:nvSpPr>
        <p:spPr>
          <a:xfrm>
            <a:off x="554734" y="549789"/>
            <a:ext cx="11082528" cy="353943"/>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IN" sz="2300" dirty="0"/>
              <a:t>Talent deep dive</a:t>
            </a:r>
            <a:endParaRPr lang="en-AU" sz="2300" dirty="0">
              <a:latin typeface="+mj-lt"/>
            </a:endParaRPr>
          </a:p>
        </p:txBody>
      </p:sp>
      <p:sp>
        <p:nvSpPr>
          <p:cNvPr id="33" name="Rectangle 1" hidden="1">
            <a:extLst>
              <a:ext uri="{FF2B5EF4-FFF2-40B4-BE49-F238E27FC236}">
                <a16:creationId xmlns:a16="http://schemas.microsoft.com/office/drawing/2014/main" id="{61F18BDC-BC0E-D4DC-48D9-A47F05EE0A42}"/>
              </a:ext>
            </a:extLst>
          </p:cNvPr>
          <p:cNvSpPr/>
          <p:nvPr>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 name="LineBasicImpact 4">
            <a:extLst>
              <a:ext uri="{FF2B5EF4-FFF2-40B4-BE49-F238E27FC236}">
                <a16:creationId xmlns:a16="http://schemas.microsoft.com/office/drawing/2014/main" id="{82547592-7C42-DEA9-F0E2-06267D813C56}"/>
              </a:ext>
            </a:extLst>
          </p:cNvPr>
          <p:cNvCxnSpPr>
            <a:cxnSpLocks/>
          </p:cNvCxnSpPr>
          <p:nvPr>
            <p:custDataLst>
              <p:tags r:id="rId5"/>
            </p:custDataLst>
          </p:nvPr>
        </p:nvCxnSpPr>
        <p:spPr>
          <a:xfrm>
            <a:off x="554734" y="1700429"/>
            <a:ext cx="11082528" cy="0"/>
          </a:xfrm>
          <a:prstGeom prst="straightConnector1">
            <a:avLst/>
          </a:prstGeom>
          <a:ln w="190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D7D9AC1-28D1-CBEA-1DA3-B36FC4386522}"/>
              </a:ext>
            </a:extLst>
          </p:cNvPr>
          <p:cNvSpPr>
            <a:spLocks/>
          </p:cNvSpPr>
          <p:nvPr/>
        </p:nvSpPr>
        <p:spPr>
          <a:xfrm>
            <a:off x="873994" y="1814703"/>
            <a:ext cx="1210870" cy="4123159"/>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nSpc>
                <a:spcPct val="90000"/>
              </a:lnSpc>
              <a:spcBef>
                <a:spcPts val="1000"/>
              </a:spcBef>
              <a:defRPr/>
            </a:pPr>
            <a:r>
              <a:rPr lang="en-AU" sz="1200" b="1" dirty="0">
                <a:solidFill>
                  <a:srgbClr val="111918"/>
                </a:solidFill>
                <a:cs typeface="Tahoma" panose="020B0604030504040204" pitchFamily="34" charset="0"/>
              </a:rPr>
              <a:t>Talent: 27</a:t>
            </a:r>
          </a:p>
        </p:txBody>
      </p:sp>
      <p:sp>
        <p:nvSpPr>
          <p:cNvPr id="48" name="TextBox 47">
            <a:extLst>
              <a:ext uri="{FF2B5EF4-FFF2-40B4-BE49-F238E27FC236}">
                <a16:creationId xmlns:a16="http://schemas.microsoft.com/office/drawing/2014/main" id="{703F1FF3-C1B7-4A8E-C5D8-C4707175D7D8}"/>
              </a:ext>
            </a:extLst>
          </p:cNvPr>
          <p:cNvSpPr txBox="1">
            <a:spLocks/>
          </p:cNvSpPr>
          <p:nvPr/>
        </p:nvSpPr>
        <p:spPr>
          <a:xfrm>
            <a:off x="554734" y="1814704"/>
            <a:ext cx="323035" cy="4123153"/>
          </a:xfrm>
          <a:prstGeom prst="rect">
            <a:avLst/>
          </a:prstGeom>
          <a:solidFill>
            <a:schemeClr val="accent1">
              <a:lumMod val="90000"/>
              <a:lumOff val="10000"/>
            </a:schemeClr>
          </a:solidFill>
        </p:spPr>
        <p:txBody>
          <a:bodyPr vert="horz" wrap="square" lIns="36000" tIns="36000" rIns="36000" bIns="3600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lang="en-AU" sz="2800" b="1" dirty="0">
                <a:solidFill>
                  <a:srgbClr val="FFFFFF"/>
                </a:solidFill>
                <a:cs typeface="Tahoma" panose="020B0604030504040204" pitchFamily="34" charset="0"/>
              </a:rPr>
              <a:t>2</a:t>
            </a:r>
            <a:endParaRPr kumimoji="0" lang="en-AU" sz="2800" b="1"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64" name="Oval 63">
            <a:extLst>
              <a:ext uri="{FF2B5EF4-FFF2-40B4-BE49-F238E27FC236}">
                <a16:creationId xmlns:a16="http://schemas.microsoft.com/office/drawing/2014/main" id="{92E2BAF6-A764-71BD-E884-5878FF74AB39}"/>
              </a:ext>
            </a:extLst>
          </p:cNvPr>
          <p:cNvSpPr>
            <a:spLocks/>
          </p:cNvSpPr>
          <p:nvPr/>
        </p:nvSpPr>
        <p:spPr>
          <a:xfrm>
            <a:off x="1068804" y="2162877"/>
            <a:ext cx="572937" cy="231728"/>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a:t>
            </a:r>
            <a:r>
              <a:rPr lang="en-AU" sz="1400" dirty="0">
                <a:solidFill>
                  <a:srgbClr val="FFFFFF"/>
                </a:solidFill>
                <a:cs typeface="Tahoma" panose="020B0604030504040204" pitchFamily="34" charset="0"/>
              </a:rPr>
              <a:t>9</a:t>
            </a:r>
            <a:endPar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67" name="Oval 66">
            <a:extLst>
              <a:ext uri="{FF2B5EF4-FFF2-40B4-BE49-F238E27FC236}">
                <a16:creationId xmlns:a16="http://schemas.microsoft.com/office/drawing/2014/main" id="{6B5EBD79-BC89-1732-A540-6EA06C08801D}"/>
              </a:ext>
            </a:extLst>
          </p:cNvPr>
          <p:cNvSpPr>
            <a:spLocks/>
          </p:cNvSpPr>
          <p:nvPr/>
        </p:nvSpPr>
        <p:spPr>
          <a:xfrm>
            <a:off x="1068803" y="2587295"/>
            <a:ext cx="572937" cy="2317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-31</a:t>
            </a:r>
          </a:p>
        </p:txBody>
      </p:sp>
      <p:sp>
        <p:nvSpPr>
          <p:cNvPr id="96" name="4. Footnote">
            <a:extLst>
              <a:ext uri="{FF2B5EF4-FFF2-40B4-BE49-F238E27FC236}">
                <a16:creationId xmlns:a16="http://schemas.microsoft.com/office/drawing/2014/main" id="{998ACDDE-F499-126D-996E-607C9F969E86}"/>
              </a:ext>
            </a:extLst>
          </p:cNvPr>
          <p:cNvSpPr txBox="1">
            <a:spLocks noChangeArrowheads="1"/>
          </p:cNvSpPr>
          <p:nvPr/>
        </p:nvSpPr>
        <p:spPr bwMode="auto">
          <a:xfrm>
            <a:off x="554736" y="5937862"/>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28600" lvl="0" indent="-228600" defTabSz="9144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average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average score]</a:t>
            </a:r>
          </a:p>
          <a:p>
            <a:pPr marL="228600" lvl="0" indent="-2286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leaders’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leaders’ score]</a:t>
            </a:r>
            <a:endParaRPr kumimoji="0" lang="en-AU" sz="1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21" name="Oval 20">
            <a:extLst>
              <a:ext uri="{FF2B5EF4-FFF2-40B4-BE49-F238E27FC236}">
                <a16:creationId xmlns:a16="http://schemas.microsoft.com/office/drawing/2014/main" id="{6BEC08FD-306A-2E82-99A3-63E913B9315F}"/>
              </a:ext>
            </a:extLst>
          </p:cNvPr>
          <p:cNvSpPr>
            <a:spLocks/>
          </p:cNvSpPr>
          <p:nvPr/>
        </p:nvSpPr>
        <p:spPr>
          <a:xfrm>
            <a:off x="3526521" y="1075468"/>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 name="TextBox 21">
            <a:extLst>
              <a:ext uri="{FF2B5EF4-FFF2-40B4-BE49-F238E27FC236}">
                <a16:creationId xmlns:a16="http://schemas.microsoft.com/office/drawing/2014/main" id="{BD2A11C4-5FDD-408F-1F0A-E31A0C31B08B}"/>
              </a:ext>
            </a:extLst>
          </p:cNvPr>
          <p:cNvSpPr txBox="1">
            <a:spLocks/>
          </p:cNvSpPr>
          <p:nvPr/>
        </p:nvSpPr>
        <p:spPr>
          <a:xfrm>
            <a:off x="3731228" y="1076466"/>
            <a:ext cx="551292"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Strengths</a:t>
            </a:r>
          </a:p>
        </p:txBody>
      </p:sp>
      <p:sp>
        <p:nvSpPr>
          <p:cNvPr id="24" name="Oval 23">
            <a:extLst>
              <a:ext uri="{FF2B5EF4-FFF2-40B4-BE49-F238E27FC236}">
                <a16:creationId xmlns:a16="http://schemas.microsoft.com/office/drawing/2014/main" id="{B033DF64-B7B9-79C1-FCF1-11FCF95F2A6F}"/>
              </a:ext>
            </a:extLst>
          </p:cNvPr>
          <p:cNvSpPr>
            <a:spLocks/>
          </p:cNvSpPr>
          <p:nvPr/>
        </p:nvSpPr>
        <p:spPr>
          <a:xfrm>
            <a:off x="4589153" y="107313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5" name="TextBox 24">
            <a:extLst>
              <a:ext uri="{FF2B5EF4-FFF2-40B4-BE49-F238E27FC236}">
                <a16:creationId xmlns:a16="http://schemas.microsoft.com/office/drawing/2014/main" id="{800F773A-7654-7447-B360-612FD75B4865}"/>
              </a:ext>
            </a:extLst>
          </p:cNvPr>
          <p:cNvSpPr txBox="1">
            <a:spLocks/>
          </p:cNvSpPr>
          <p:nvPr/>
        </p:nvSpPr>
        <p:spPr>
          <a:xfrm>
            <a:off x="4793860" y="1074133"/>
            <a:ext cx="760247"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Opportunities</a:t>
            </a:r>
          </a:p>
        </p:txBody>
      </p:sp>
      <p:sp>
        <p:nvSpPr>
          <p:cNvPr id="26" name="Oval 25">
            <a:extLst>
              <a:ext uri="{FF2B5EF4-FFF2-40B4-BE49-F238E27FC236}">
                <a16:creationId xmlns:a16="http://schemas.microsoft.com/office/drawing/2014/main" id="{B06C636C-B7F8-5826-6706-48D6EA4B80D6}"/>
              </a:ext>
            </a:extLst>
          </p:cNvPr>
          <p:cNvSpPr>
            <a:spLocks/>
          </p:cNvSpPr>
          <p:nvPr/>
        </p:nvSpPr>
        <p:spPr>
          <a:xfrm>
            <a:off x="8962585" y="1042908"/>
            <a:ext cx="590927" cy="21553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7" name="Oval 26">
            <a:extLst>
              <a:ext uri="{FF2B5EF4-FFF2-40B4-BE49-F238E27FC236}">
                <a16:creationId xmlns:a16="http://schemas.microsoft.com/office/drawing/2014/main" id="{9669166D-F09C-690A-2C1B-44210BC7434D}"/>
              </a:ext>
            </a:extLst>
          </p:cNvPr>
          <p:cNvSpPr>
            <a:spLocks/>
          </p:cNvSpPr>
          <p:nvPr/>
        </p:nvSpPr>
        <p:spPr>
          <a:xfrm>
            <a:off x="5793022" y="1042908"/>
            <a:ext cx="693129" cy="215536"/>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8" name="TextBox 27">
            <a:extLst>
              <a:ext uri="{FF2B5EF4-FFF2-40B4-BE49-F238E27FC236}">
                <a16:creationId xmlns:a16="http://schemas.microsoft.com/office/drawing/2014/main" id="{6A75320B-B0C3-35DE-1E5D-E3606C2EFB0A}"/>
              </a:ext>
            </a:extLst>
          </p:cNvPr>
          <p:cNvSpPr txBox="1">
            <a:spLocks/>
          </p:cNvSpPr>
          <p:nvPr/>
        </p:nvSpPr>
        <p:spPr>
          <a:xfrm>
            <a:off x="6620436" y="1081427"/>
            <a:ext cx="204058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3</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average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1</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 name="TextBox 28">
            <a:extLst>
              <a:ext uri="{FF2B5EF4-FFF2-40B4-BE49-F238E27FC236}">
                <a16:creationId xmlns:a16="http://schemas.microsoft.com/office/drawing/2014/main" id="{5C2BC6D1-8846-498A-F395-C85138C87CFA}"/>
              </a:ext>
            </a:extLst>
          </p:cNvPr>
          <p:cNvSpPr txBox="1">
            <a:spLocks/>
          </p:cNvSpPr>
          <p:nvPr/>
        </p:nvSpPr>
        <p:spPr>
          <a:xfrm>
            <a:off x="9634410" y="1081427"/>
            <a:ext cx="200285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4</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leaders</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2</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0" name="5. Source">
            <a:extLst>
              <a:ext uri="{FF2B5EF4-FFF2-40B4-BE49-F238E27FC236}">
                <a16:creationId xmlns:a16="http://schemas.microsoft.com/office/drawing/2014/main" id="{3E7699A4-9900-4596-BBBD-484B8535683E}"/>
              </a:ext>
            </a:extLst>
          </p:cNvPr>
          <p:cNvSpPr txBox="1">
            <a:spLocks/>
          </p:cNvSpPr>
          <p:nvPr>
            <p:custDataLst>
              <p:tags r:id="rId6"/>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7" name="TextBox 16">
            <a:extLst>
              <a:ext uri="{FF2B5EF4-FFF2-40B4-BE49-F238E27FC236}">
                <a16:creationId xmlns:a16="http://schemas.microsoft.com/office/drawing/2014/main" id="{E6A8B04A-2909-E4CE-792D-33177D8B8B5B}"/>
              </a:ext>
            </a:extLst>
          </p:cNvPr>
          <p:cNvSpPr txBox="1">
            <a:spLocks/>
          </p:cNvSpPr>
          <p:nvPr/>
        </p:nvSpPr>
        <p:spPr>
          <a:xfrm>
            <a:off x="5528516" y="1430380"/>
            <a:ext cx="333176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Current state</a:t>
            </a:r>
          </a:p>
        </p:txBody>
      </p:sp>
      <p:sp>
        <p:nvSpPr>
          <p:cNvPr id="36" name="TextBox 35">
            <a:extLst>
              <a:ext uri="{FF2B5EF4-FFF2-40B4-BE49-F238E27FC236}">
                <a16:creationId xmlns:a16="http://schemas.microsoft.com/office/drawing/2014/main" id="{07D2A1D0-4820-3067-1425-8923A18317C3}"/>
              </a:ext>
            </a:extLst>
          </p:cNvPr>
          <p:cNvSpPr txBox="1">
            <a:spLocks/>
          </p:cNvSpPr>
          <p:nvPr/>
        </p:nvSpPr>
        <p:spPr>
          <a:xfrm>
            <a:off x="2191943" y="1430380"/>
            <a:ext cx="2361377"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Evidence</a:t>
            </a:r>
          </a:p>
        </p:txBody>
      </p:sp>
      <p:grpSp>
        <p:nvGrpSpPr>
          <p:cNvPr id="46" name="Group 45">
            <a:extLst>
              <a:ext uri="{FF2B5EF4-FFF2-40B4-BE49-F238E27FC236}">
                <a16:creationId xmlns:a16="http://schemas.microsoft.com/office/drawing/2014/main" id="{23D20315-77C5-D0F0-1923-D0DDD99CEF8C}"/>
              </a:ext>
            </a:extLst>
          </p:cNvPr>
          <p:cNvGrpSpPr/>
          <p:nvPr/>
        </p:nvGrpSpPr>
        <p:grpSpPr>
          <a:xfrm>
            <a:off x="2191943" y="1787948"/>
            <a:ext cx="9442846" cy="1107997"/>
            <a:chOff x="2191943" y="1787948"/>
            <a:chExt cx="9442846" cy="1107997"/>
          </a:xfrm>
        </p:grpSpPr>
        <p:grpSp>
          <p:nvGrpSpPr>
            <p:cNvPr id="35" name="Group 34">
              <a:extLst>
                <a:ext uri="{FF2B5EF4-FFF2-40B4-BE49-F238E27FC236}">
                  <a16:creationId xmlns:a16="http://schemas.microsoft.com/office/drawing/2014/main" id="{30D85420-7384-588E-11FC-C69B351DF2DA}"/>
                </a:ext>
              </a:extLst>
            </p:cNvPr>
            <p:cNvGrpSpPr/>
            <p:nvPr/>
          </p:nvGrpSpPr>
          <p:grpSpPr>
            <a:xfrm>
              <a:off x="5565563" y="1787949"/>
              <a:ext cx="6069226" cy="1107996"/>
              <a:chOff x="5565563" y="1787949"/>
              <a:chExt cx="6069226" cy="1107996"/>
            </a:xfrm>
          </p:grpSpPr>
          <p:sp>
            <p:nvSpPr>
              <p:cNvPr id="37" name="TextBox 36">
                <a:extLst>
                  <a:ext uri="{FF2B5EF4-FFF2-40B4-BE49-F238E27FC236}">
                    <a16:creationId xmlns:a16="http://schemas.microsoft.com/office/drawing/2014/main" id="{403F2D63-EB98-7121-CD2F-48D26233DB9F}"/>
                  </a:ext>
                </a:extLst>
              </p:cNvPr>
              <p:cNvSpPr txBox="1">
                <a:spLocks/>
              </p:cNvSpPr>
              <p:nvPr>
                <p:custDataLst>
                  <p:tags r:id="rId14"/>
                </p:custDataLst>
              </p:nvPr>
            </p:nvSpPr>
            <p:spPr>
              <a:xfrm>
                <a:off x="8246534" y="1787949"/>
                <a:ext cx="3388255" cy="102021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Dedicated AI workforce plan with role-level capability mapping across data science, engineering, and business AI owners</a:t>
                </a:r>
              </a:p>
              <a:p>
                <a:pPr marL="0" lvl="1" indent="0">
                  <a:buNone/>
                </a:pPr>
                <a:r>
                  <a:rPr lang="en-IN" sz="1200" dirty="0"/>
                  <a:t>Capacity modelled against the AI roadmap, not reactive to demand</a:t>
                </a:r>
              </a:p>
            </p:txBody>
          </p:sp>
          <p:grpSp>
            <p:nvGrpSpPr>
              <p:cNvPr id="13" name="Group 12">
                <a:extLst>
                  <a:ext uri="{FF2B5EF4-FFF2-40B4-BE49-F238E27FC236}">
                    <a16:creationId xmlns:a16="http://schemas.microsoft.com/office/drawing/2014/main" id="{0E3DE7B4-A2E1-ADFA-BDB3-1AB0C3EC63BD}"/>
                  </a:ext>
                </a:extLst>
              </p:cNvPr>
              <p:cNvGrpSpPr/>
              <p:nvPr/>
            </p:nvGrpSpPr>
            <p:grpSpPr>
              <a:xfrm>
                <a:off x="5565563" y="1787949"/>
                <a:ext cx="2545005" cy="1107996"/>
                <a:chOff x="5565563" y="1787949"/>
                <a:chExt cx="2545005" cy="1107996"/>
              </a:xfrm>
            </p:grpSpPr>
            <p:sp>
              <p:nvSpPr>
                <p:cNvPr id="18" name="TextBox 17">
                  <a:extLst>
                    <a:ext uri="{FF2B5EF4-FFF2-40B4-BE49-F238E27FC236}">
                      <a16:creationId xmlns:a16="http://schemas.microsoft.com/office/drawing/2014/main" id="{3BC95368-1A91-E90B-AF32-F9596BEA2C66}"/>
                    </a:ext>
                  </a:extLst>
                </p:cNvPr>
                <p:cNvSpPr txBox="1">
                  <a:spLocks/>
                </p:cNvSpPr>
                <p:nvPr>
                  <p:custDataLst>
                    <p:tags r:id="rId15"/>
                  </p:custDataLst>
                </p:nvPr>
              </p:nvSpPr>
              <p:spPr>
                <a:xfrm>
                  <a:off x="5787124" y="1787949"/>
                  <a:ext cx="2323444"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Capability building has begun, but talent base is too thin to scale</a:t>
                  </a:r>
                  <a:r>
                    <a:rPr lang="en-IN" sz="1200" dirty="0"/>
                    <a:t>, especially in GenAI engineering, data science translation, and business-side AI ownership</a:t>
                  </a:r>
                </a:p>
              </p:txBody>
            </p:sp>
            <p:sp>
              <p:nvSpPr>
                <p:cNvPr id="20" name="Oval 19">
                  <a:extLst>
                    <a:ext uri="{FF2B5EF4-FFF2-40B4-BE49-F238E27FC236}">
                      <a16:creationId xmlns:a16="http://schemas.microsoft.com/office/drawing/2014/main" id="{15811134-9BDC-78BF-14A7-BF7BE7A95763}"/>
                    </a:ext>
                  </a:extLst>
                </p:cNvPr>
                <p:cNvSpPr>
                  <a:spLocks noChangeAspect="1"/>
                </p:cNvSpPr>
                <p:nvPr/>
              </p:nvSpPr>
              <p:spPr>
                <a:xfrm>
                  <a:off x="5565563" y="1808499"/>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sp>
          <p:nvSpPr>
            <p:cNvPr id="38" name="TextBox 37">
              <a:extLst>
                <a:ext uri="{FF2B5EF4-FFF2-40B4-BE49-F238E27FC236}">
                  <a16:creationId xmlns:a16="http://schemas.microsoft.com/office/drawing/2014/main" id="{05F732B1-747A-9584-E307-BFF90AFFAC52}"/>
                </a:ext>
              </a:extLst>
            </p:cNvPr>
            <p:cNvSpPr txBox="1">
              <a:spLocks/>
            </p:cNvSpPr>
            <p:nvPr>
              <p:custDataLst>
                <p:tags r:id="rId13"/>
              </p:custDataLst>
            </p:nvPr>
          </p:nvSpPr>
          <p:spPr>
            <a:xfrm>
              <a:off x="2191943" y="1787948"/>
              <a:ext cx="3151467"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i="1" dirty="0"/>
                <a:t>Only 15% believe </a:t>
              </a:r>
              <a:r>
                <a:rPr lang="en-IN" sz="1200" i="1" dirty="0"/>
                <a:t>that there is a </a:t>
              </a:r>
              <a:r>
                <a:rPr lang="en-IN" sz="1200" b="1" i="1" dirty="0"/>
                <a:t>clear, enterprise-wide view of tech and AI skills</a:t>
              </a:r>
              <a:br>
                <a:rPr lang="en-IN" sz="1200" i="1" dirty="0"/>
              </a:br>
              <a:r>
                <a:rPr lang="en-IN" sz="1200" i="1" dirty="0"/>
                <a:t>"Small teams (especially data team) vs large workload... talent is seen as a core bottleneck across multiple dimensions"</a:t>
              </a:r>
            </a:p>
          </p:txBody>
        </p:sp>
      </p:grpSp>
      <p:grpSp>
        <p:nvGrpSpPr>
          <p:cNvPr id="45" name="Group 44">
            <a:extLst>
              <a:ext uri="{FF2B5EF4-FFF2-40B4-BE49-F238E27FC236}">
                <a16:creationId xmlns:a16="http://schemas.microsoft.com/office/drawing/2014/main" id="{A79BCC80-181B-8E25-F2C1-7A27A42F5E61}"/>
              </a:ext>
            </a:extLst>
          </p:cNvPr>
          <p:cNvGrpSpPr/>
          <p:nvPr/>
        </p:nvGrpSpPr>
        <p:grpSpPr>
          <a:xfrm>
            <a:off x="2191943" y="3115011"/>
            <a:ext cx="9383535" cy="1292662"/>
            <a:chOff x="2191943" y="3268167"/>
            <a:chExt cx="9383535" cy="1292662"/>
          </a:xfrm>
        </p:grpSpPr>
        <p:grpSp>
          <p:nvGrpSpPr>
            <p:cNvPr id="32" name="Group 31">
              <a:extLst>
                <a:ext uri="{FF2B5EF4-FFF2-40B4-BE49-F238E27FC236}">
                  <a16:creationId xmlns:a16="http://schemas.microsoft.com/office/drawing/2014/main" id="{0BF157A1-FC29-E51E-96BC-39BFEC1F6849}"/>
                </a:ext>
              </a:extLst>
            </p:cNvPr>
            <p:cNvGrpSpPr/>
            <p:nvPr/>
          </p:nvGrpSpPr>
          <p:grpSpPr>
            <a:xfrm>
              <a:off x="5565563" y="3268167"/>
              <a:ext cx="6009915" cy="1292662"/>
              <a:chOff x="5565563" y="2789322"/>
              <a:chExt cx="6009915" cy="1292662"/>
            </a:xfrm>
          </p:grpSpPr>
          <p:grpSp>
            <p:nvGrpSpPr>
              <p:cNvPr id="8" name="Group 7">
                <a:extLst>
                  <a:ext uri="{FF2B5EF4-FFF2-40B4-BE49-F238E27FC236}">
                    <a16:creationId xmlns:a16="http://schemas.microsoft.com/office/drawing/2014/main" id="{5B4ED99F-E311-0CF3-537C-8CC26D9E57E0}"/>
                  </a:ext>
                </a:extLst>
              </p:cNvPr>
              <p:cNvGrpSpPr/>
              <p:nvPr/>
            </p:nvGrpSpPr>
            <p:grpSpPr>
              <a:xfrm>
                <a:off x="5565563" y="2789322"/>
                <a:ext cx="2545005" cy="1292662"/>
                <a:chOff x="5565563" y="2789322"/>
                <a:chExt cx="2545005" cy="1292662"/>
              </a:xfrm>
            </p:grpSpPr>
            <p:sp>
              <p:nvSpPr>
                <p:cNvPr id="30" name="Oval 29">
                  <a:extLst>
                    <a:ext uri="{FF2B5EF4-FFF2-40B4-BE49-F238E27FC236}">
                      <a16:creationId xmlns:a16="http://schemas.microsoft.com/office/drawing/2014/main" id="{BED04924-555F-6D4C-71C0-5B521C939F03}"/>
                    </a:ext>
                  </a:extLst>
                </p:cNvPr>
                <p:cNvSpPr>
                  <a:spLocks noChangeAspect="1"/>
                </p:cNvSpPr>
                <p:nvPr/>
              </p:nvSpPr>
              <p:spPr>
                <a:xfrm>
                  <a:off x="5565563" y="2789322"/>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 name="TextBox 3">
                  <a:extLst>
                    <a:ext uri="{FF2B5EF4-FFF2-40B4-BE49-F238E27FC236}">
                      <a16:creationId xmlns:a16="http://schemas.microsoft.com/office/drawing/2014/main" id="{48CC1F52-F8EB-BA5D-CDAB-38907C896021}"/>
                    </a:ext>
                  </a:extLst>
                </p:cNvPr>
                <p:cNvSpPr txBox="1">
                  <a:spLocks/>
                </p:cNvSpPr>
                <p:nvPr>
                  <p:custDataLst>
                    <p:tags r:id="rId12"/>
                  </p:custDataLst>
                </p:nvPr>
              </p:nvSpPr>
              <p:spPr>
                <a:xfrm>
                  <a:off x="5750956" y="2789322"/>
                  <a:ext cx="2359612"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Hiring is constrained by cost limitations and attrition of subject matter experts, </a:t>
                  </a:r>
                  <a:r>
                    <a:rPr lang="en-IN" sz="1200" dirty="0"/>
                    <a:t>with no structured talent pipeline, EVP, or onboarding programme to attract and retain scarce tech and AI talent</a:t>
                  </a:r>
                </a:p>
              </p:txBody>
            </p:sp>
          </p:grpSp>
          <p:sp>
            <p:nvSpPr>
              <p:cNvPr id="15" name="TextBox 14">
                <a:extLst>
                  <a:ext uri="{FF2B5EF4-FFF2-40B4-BE49-F238E27FC236}">
                    <a16:creationId xmlns:a16="http://schemas.microsoft.com/office/drawing/2014/main" id="{FB1DB54A-8BCF-1DD2-7D3B-7C6A6F4723E6}"/>
                  </a:ext>
                </a:extLst>
              </p:cNvPr>
              <p:cNvSpPr txBox="1">
                <a:spLocks/>
              </p:cNvSpPr>
              <p:nvPr>
                <p:custDataLst>
                  <p:tags r:id="rId11"/>
                </p:custDataLst>
              </p:nvPr>
            </p:nvSpPr>
            <p:spPr>
              <a:xfrm>
                <a:off x="8246533" y="2789322"/>
                <a:ext cx="3328945" cy="112348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Differentiated EVP for tech and AI roles, with competitive banding benchmarked against regional financial services peers</a:t>
                </a:r>
              </a:p>
              <a:p>
                <a:pPr marL="0" lvl="1" indent="0">
                  <a:buNone/>
                </a:pPr>
                <a:r>
                  <a:rPr lang="en-IN" sz="1200" dirty="0"/>
                  <a:t>Structured onboarding with AI tool access, sandboxed environments, and role-specific ramp-up from day one</a:t>
                </a:r>
              </a:p>
            </p:txBody>
          </p:sp>
        </p:grpSp>
        <p:sp>
          <p:nvSpPr>
            <p:cNvPr id="40" name="TextBox 39">
              <a:extLst>
                <a:ext uri="{FF2B5EF4-FFF2-40B4-BE49-F238E27FC236}">
                  <a16:creationId xmlns:a16="http://schemas.microsoft.com/office/drawing/2014/main" id="{D0A2D1BB-A310-051C-69D8-6594E3573F36}"/>
                </a:ext>
              </a:extLst>
            </p:cNvPr>
            <p:cNvSpPr txBox="1">
              <a:spLocks/>
            </p:cNvSpPr>
            <p:nvPr>
              <p:custDataLst>
                <p:tags r:id="rId10"/>
              </p:custDataLst>
            </p:nvPr>
          </p:nvSpPr>
          <p:spPr>
            <a:xfrm>
              <a:off x="2191943" y="3268168"/>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a:t>Only 28% believe </a:t>
              </a:r>
              <a:r>
                <a:rPr lang="en-IN" sz="1200"/>
                <a:t>that PASHA Bank</a:t>
              </a:r>
              <a:r>
                <a:rPr lang="en-IN" sz="1200" b="1"/>
                <a:t> effectively recruits, acquires, onboards, and integrates Tech and AI talent </a:t>
              </a:r>
              <a:r>
                <a:rPr lang="en-IN" sz="1200"/>
                <a:t>(e.g., data scientists, data engineers)</a:t>
              </a:r>
            </a:p>
          </p:txBody>
        </p:sp>
      </p:grpSp>
      <p:grpSp>
        <p:nvGrpSpPr>
          <p:cNvPr id="44" name="Group 43">
            <a:extLst>
              <a:ext uri="{FF2B5EF4-FFF2-40B4-BE49-F238E27FC236}">
                <a16:creationId xmlns:a16="http://schemas.microsoft.com/office/drawing/2014/main" id="{C09C1438-FACF-BFF9-1759-5EE5BF5808DB}"/>
              </a:ext>
            </a:extLst>
          </p:cNvPr>
          <p:cNvGrpSpPr/>
          <p:nvPr/>
        </p:nvGrpSpPr>
        <p:grpSpPr>
          <a:xfrm>
            <a:off x="2191943" y="4626740"/>
            <a:ext cx="9391030" cy="1292663"/>
            <a:chOff x="2191943" y="4766440"/>
            <a:chExt cx="9391030" cy="1292663"/>
          </a:xfrm>
        </p:grpSpPr>
        <p:grpSp>
          <p:nvGrpSpPr>
            <p:cNvPr id="23" name="Group 22">
              <a:extLst>
                <a:ext uri="{FF2B5EF4-FFF2-40B4-BE49-F238E27FC236}">
                  <a16:creationId xmlns:a16="http://schemas.microsoft.com/office/drawing/2014/main" id="{0B75DD13-92AB-43A5-21B1-92C73D4B6EFE}"/>
                </a:ext>
              </a:extLst>
            </p:cNvPr>
            <p:cNvGrpSpPr/>
            <p:nvPr/>
          </p:nvGrpSpPr>
          <p:grpSpPr>
            <a:xfrm>
              <a:off x="5565563" y="4766440"/>
              <a:ext cx="6017410" cy="1292663"/>
              <a:chOff x="5565563" y="3823284"/>
              <a:chExt cx="6017410" cy="1292663"/>
            </a:xfrm>
          </p:grpSpPr>
          <p:grpSp>
            <p:nvGrpSpPr>
              <p:cNvPr id="6" name="Group 5">
                <a:extLst>
                  <a:ext uri="{FF2B5EF4-FFF2-40B4-BE49-F238E27FC236}">
                    <a16:creationId xmlns:a16="http://schemas.microsoft.com/office/drawing/2014/main" id="{2FF390FC-B3D2-8F3D-9265-80C51F63B986}"/>
                  </a:ext>
                </a:extLst>
              </p:cNvPr>
              <p:cNvGrpSpPr/>
              <p:nvPr/>
            </p:nvGrpSpPr>
            <p:grpSpPr>
              <a:xfrm>
                <a:off x="5565563" y="3823285"/>
                <a:ext cx="2545004" cy="1292662"/>
                <a:chOff x="5565563" y="3823285"/>
                <a:chExt cx="2545004" cy="1292662"/>
              </a:xfrm>
            </p:grpSpPr>
            <p:sp>
              <p:nvSpPr>
                <p:cNvPr id="19" name="Oval 18">
                  <a:extLst>
                    <a:ext uri="{FF2B5EF4-FFF2-40B4-BE49-F238E27FC236}">
                      <a16:creationId xmlns:a16="http://schemas.microsoft.com/office/drawing/2014/main" id="{003AD146-37A6-85B2-9C2E-97A8782C60CF}"/>
                    </a:ext>
                  </a:extLst>
                </p:cNvPr>
                <p:cNvSpPr>
                  <a:spLocks noChangeAspect="1"/>
                </p:cNvSpPr>
                <p:nvPr/>
              </p:nvSpPr>
              <p:spPr>
                <a:xfrm>
                  <a:off x="5565563" y="382328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5" name="TextBox 4">
                  <a:extLst>
                    <a:ext uri="{FF2B5EF4-FFF2-40B4-BE49-F238E27FC236}">
                      <a16:creationId xmlns:a16="http://schemas.microsoft.com/office/drawing/2014/main" id="{0097E16F-68BA-FDE9-EDC6-05FA04BD62DB}"/>
                    </a:ext>
                  </a:extLst>
                </p:cNvPr>
                <p:cNvSpPr txBox="1">
                  <a:spLocks/>
                </p:cNvSpPr>
                <p:nvPr>
                  <p:custDataLst>
                    <p:tags r:id="rId9"/>
                  </p:custDataLst>
                </p:nvPr>
              </p:nvSpPr>
              <p:spPr>
                <a:xfrm>
                  <a:off x="5787123" y="3823285"/>
                  <a:ext cx="2323444"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Lack of structured upskilling programmes, </a:t>
                  </a:r>
                  <a:r>
                    <a:rPr lang="en-IN" sz="1200" dirty="0"/>
                    <a:t>or development pathways, adoption is individually driven, HR KPIs are manually adjustable, and there is no accountability framework to build or measure AI capability</a:t>
                  </a:r>
                </a:p>
              </p:txBody>
            </p:sp>
          </p:grpSp>
          <p:sp>
            <p:nvSpPr>
              <p:cNvPr id="16" name="TextBox 15">
                <a:extLst>
                  <a:ext uri="{FF2B5EF4-FFF2-40B4-BE49-F238E27FC236}">
                    <a16:creationId xmlns:a16="http://schemas.microsoft.com/office/drawing/2014/main" id="{1BB9B7CE-D240-4874-35CA-2EEAAD4930E8}"/>
                  </a:ext>
                </a:extLst>
              </p:cNvPr>
              <p:cNvSpPr txBox="1">
                <a:spLocks/>
              </p:cNvSpPr>
              <p:nvPr>
                <p:custDataLst>
                  <p:tags r:id="rId8"/>
                </p:custDataLst>
              </p:nvPr>
            </p:nvSpPr>
            <p:spPr>
              <a:xfrm>
                <a:off x="8246533" y="3823284"/>
                <a:ext cx="3336440" cy="113395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Bank-wide AI literacy programme tiered by role (awareness, practitioner, builder) with tracked completion</a:t>
                </a:r>
              </a:p>
              <a:p>
                <a:pPr marL="0" lvl="1" indent="0">
                  <a:buNone/>
                </a:pPr>
                <a:r>
                  <a:rPr lang="en-IN" sz="1200" dirty="0"/>
                  <a:t>AI adoption metrics embedded in performance scorecards across business and technology functions</a:t>
                </a:r>
                <a:endParaRPr lang="en-US" sz="1200" dirty="0">
                  <a:solidFill>
                    <a:srgbClr val="111918"/>
                  </a:solidFill>
                  <a:cs typeface="Tahoma" panose="020B0604030504040204" pitchFamily="34" charset="0"/>
                </a:endParaRPr>
              </a:p>
            </p:txBody>
          </p:sp>
        </p:grpSp>
        <p:sp>
          <p:nvSpPr>
            <p:cNvPr id="41" name="TextBox 40">
              <a:extLst>
                <a:ext uri="{FF2B5EF4-FFF2-40B4-BE49-F238E27FC236}">
                  <a16:creationId xmlns:a16="http://schemas.microsoft.com/office/drawing/2014/main" id="{D3EC81A8-EC36-3856-030E-81A0127F7A89}"/>
                </a:ext>
              </a:extLst>
            </p:cNvPr>
            <p:cNvSpPr txBox="1">
              <a:spLocks/>
            </p:cNvSpPr>
            <p:nvPr>
              <p:custDataLst>
                <p:tags r:id="rId7"/>
              </p:custDataLst>
            </p:nvPr>
          </p:nvSpPr>
          <p:spPr>
            <a:xfrm>
              <a:off x="2191943" y="4766440"/>
              <a:ext cx="3151467"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18% believe </a:t>
              </a:r>
              <a:r>
                <a:rPr lang="en-IN" sz="1200" dirty="0"/>
                <a:t>that PASHA Bank has a </a:t>
              </a:r>
              <a:r>
                <a:rPr lang="en-IN" sz="1200" b="1" dirty="0"/>
                <a:t>structured, role-based professional development model </a:t>
              </a:r>
              <a:r>
                <a:rPr lang="en-IN" sz="1200" dirty="0"/>
                <a:t>aligned to our Tech and AI strategy</a:t>
              </a:r>
              <a:br>
                <a:rPr lang="en-IN" sz="1200" i="1" dirty="0"/>
              </a:br>
              <a:r>
                <a:rPr lang="en-IN" sz="1200" i="1" dirty="0"/>
                <a:t>”Need comprehensive training so employees can effectively utilise tools and confidently write their own prompts"</a:t>
              </a:r>
            </a:p>
          </p:txBody>
        </p:sp>
      </p:grpSp>
      <p:cxnSp>
        <p:nvCxnSpPr>
          <p:cNvPr id="49" name="Straight Connector 48">
            <a:extLst>
              <a:ext uri="{FF2B5EF4-FFF2-40B4-BE49-F238E27FC236}">
                <a16:creationId xmlns:a16="http://schemas.microsoft.com/office/drawing/2014/main" id="{982AE83B-490B-8E45-4AC1-C4F5952CB52B}"/>
              </a:ext>
            </a:extLst>
          </p:cNvPr>
          <p:cNvCxnSpPr>
            <a:cxnSpLocks/>
          </p:cNvCxnSpPr>
          <p:nvPr/>
        </p:nvCxnSpPr>
        <p:spPr>
          <a:xfrm>
            <a:off x="2191943" y="3005478"/>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1A4E301-0111-B3B8-60BF-B151A33FAF41}"/>
              </a:ext>
            </a:extLst>
          </p:cNvPr>
          <p:cNvCxnSpPr>
            <a:cxnSpLocks/>
          </p:cNvCxnSpPr>
          <p:nvPr/>
        </p:nvCxnSpPr>
        <p:spPr>
          <a:xfrm>
            <a:off x="2191943" y="4517206"/>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962FF23-0B07-FE5E-ED99-B61F7FF2B5B2}"/>
              </a:ext>
            </a:extLst>
          </p:cNvPr>
          <p:cNvSpPr txBox="1">
            <a:spLocks/>
          </p:cNvSpPr>
          <p:nvPr/>
        </p:nvSpPr>
        <p:spPr>
          <a:xfrm>
            <a:off x="8246534" y="1430380"/>
            <a:ext cx="3231087" cy="20715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Target state/ Best practice</a:t>
            </a:r>
          </a:p>
        </p:txBody>
      </p:sp>
    </p:spTree>
    <p:custDataLst>
      <p:tags r:id="rId1"/>
    </p:custDataLst>
    <p:extLst>
      <p:ext uri="{BB962C8B-B14F-4D97-AF65-F5344CB8AC3E}">
        <p14:creationId xmlns:p14="http://schemas.microsoft.com/office/powerpoint/2010/main" val="2316326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BDDC-BCA4-59A4-F409-B41A2362FBB8}"/>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46F6DEAA-29A1-3C28-D366-4288F619B654}"/>
              </a:ext>
            </a:extLst>
          </p:cNvPr>
          <p:cNvGraphicFramePr>
            <a:graphicFrameLocks noChangeAspect="1"/>
          </p:cNvGraphicFramePr>
          <p:nvPr>
            <p:custDataLst>
              <p:tags r:id="rId2"/>
            </p:custDataLst>
            <p:extLst>
              <p:ext uri="{D42A27DB-BD31-4B8C-83A1-F6EECF244321}">
                <p14:modId xmlns:p14="http://schemas.microsoft.com/office/powerpoint/2010/main" val="1310796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51" imgH="450" progId="TCLayout.ActiveDocument.1">
                  <p:embed/>
                </p:oleObj>
              </mc:Choice>
              <mc:Fallback>
                <p:oleObj name="think-cell Slide" r:id="rId18" imgW="451" imgH="450" progId="TCLayout.ActiveDocument.1">
                  <p:embed/>
                  <p:pic>
                    <p:nvPicPr>
                      <p:cNvPr id="34" name="Object 6" hidden="1">
                        <a:extLst>
                          <a:ext uri="{FF2B5EF4-FFF2-40B4-BE49-F238E27FC236}">
                            <a16:creationId xmlns:a16="http://schemas.microsoft.com/office/drawing/2014/main" id="{46F6DEAA-29A1-3C28-D366-4288F619B654}"/>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99F3F758-482F-4AD7-9E91-DDEA17599E33}"/>
              </a:ext>
            </a:extLst>
          </p:cNvPr>
          <p:cNvSpPr>
            <a:spLocks noGrp="1"/>
          </p:cNvSpPr>
          <p:nvPr>
            <p:ph type="title"/>
            <p:custDataLst>
              <p:tags r:id="rId3"/>
            </p:custDataLst>
          </p:nvPr>
        </p:nvSpPr>
        <p:spPr>
          <a:xfrm>
            <a:off x="554734" y="549789"/>
            <a:ext cx="11082528" cy="353943"/>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IN" sz="2300" dirty="0"/>
              <a:t>Operating model deep dive</a:t>
            </a:r>
            <a:endParaRPr lang="en-AU" sz="2300" dirty="0">
              <a:latin typeface="+mj-lt"/>
            </a:endParaRPr>
          </a:p>
        </p:txBody>
      </p:sp>
      <p:sp>
        <p:nvSpPr>
          <p:cNvPr id="33" name="Rectangle 1" hidden="1">
            <a:extLst>
              <a:ext uri="{FF2B5EF4-FFF2-40B4-BE49-F238E27FC236}">
                <a16:creationId xmlns:a16="http://schemas.microsoft.com/office/drawing/2014/main" id="{5D690C6F-8064-7C11-3578-627E1F2F0AF0}"/>
              </a:ext>
            </a:extLst>
          </p:cNvPr>
          <p:cNvSpPr/>
          <p:nvPr>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 name="LineBasicImpact 4">
            <a:extLst>
              <a:ext uri="{FF2B5EF4-FFF2-40B4-BE49-F238E27FC236}">
                <a16:creationId xmlns:a16="http://schemas.microsoft.com/office/drawing/2014/main" id="{D722BDDD-5EBF-6832-F545-112695E349A3}"/>
              </a:ext>
            </a:extLst>
          </p:cNvPr>
          <p:cNvCxnSpPr>
            <a:cxnSpLocks/>
          </p:cNvCxnSpPr>
          <p:nvPr>
            <p:custDataLst>
              <p:tags r:id="rId5"/>
            </p:custDataLst>
          </p:nvPr>
        </p:nvCxnSpPr>
        <p:spPr>
          <a:xfrm>
            <a:off x="554734" y="1700429"/>
            <a:ext cx="11082528" cy="0"/>
          </a:xfrm>
          <a:prstGeom prst="straightConnector1">
            <a:avLst/>
          </a:prstGeom>
          <a:ln w="190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BD85427D-0FFB-75DB-496C-410FB4C4430E}"/>
              </a:ext>
            </a:extLst>
          </p:cNvPr>
          <p:cNvSpPr>
            <a:spLocks/>
          </p:cNvSpPr>
          <p:nvPr/>
        </p:nvSpPr>
        <p:spPr>
          <a:xfrm>
            <a:off x="873994" y="1814703"/>
            <a:ext cx="1210870" cy="4123159"/>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nSpc>
                <a:spcPct val="90000"/>
              </a:lnSpc>
              <a:spcBef>
                <a:spcPts val="1000"/>
              </a:spcBef>
              <a:defRPr/>
            </a:pPr>
            <a:r>
              <a:rPr lang="en-AU" sz="1200" b="1" dirty="0">
                <a:solidFill>
                  <a:srgbClr val="111918"/>
                </a:solidFill>
                <a:cs typeface="Tahoma" panose="020B0604030504040204" pitchFamily="34" charset="0"/>
              </a:rPr>
              <a:t>Operating Model: 22</a:t>
            </a:r>
          </a:p>
        </p:txBody>
      </p:sp>
      <p:sp>
        <p:nvSpPr>
          <p:cNvPr id="48" name="TextBox 47">
            <a:extLst>
              <a:ext uri="{FF2B5EF4-FFF2-40B4-BE49-F238E27FC236}">
                <a16:creationId xmlns:a16="http://schemas.microsoft.com/office/drawing/2014/main" id="{221F597E-2BD7-F730-FD8C-97234D1FF2BA}"/>
              </a:ext>
            </a:extLst>
          </p:cNvPr>
          <p:cNvSpPr txBox="1">
            <a:spLocks/>
          </p:cNvSpPr>
          <p:nvPr/>
        </p:nvSpPr>
        <p:spPr>
          <a:xfrm>
            <a:off x="554734" y="1814704"/>
            <a:ext cx="323035" cy="4123153"/>
          </a:xfrm>
          <a:prstGeom prst="rect">
            <a:avLst/>
          </a:prstGeom>
          <a:solidFill>
            <a:schemeClr val="accent1">
              <a:lumMod val="90000"/>
              <a:lumOff val="10000"/>
            </a:schemeClr>
          </a:solidFill>
        </p:spPr>
        <p:txBody>
          <a:bodyPr vert="horz" wrap="square" lIns="36000" tIns="36000" rIns="36000" bIns="3600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AU" sz="2800" b="1" i="0" u="none" strike="noStrike" kern="1200" cap="none" spc="0" normalizeH="0" baseline="0" noProof="0" dirty="0">
                <a:ln>
                  <a:noFill/>
                </a:ln>
                <a:solidFill>
                  <a:srgbClr val="FFFFFF"/>
                </a:solidFill>
                <a:effectLst/>
                <a:uLnTx/>
                <a:uFillTx/>
                <a:ea typeface="+mn-ea"/>
                <a:cs typeface="Tahoma" panose="020B0604030504040204" pitchFamily="34" charset="0"/>
              </a:rPr>
              <a:t>3</a:t>
            </a:r>
          </a:p>
        </p:txBody>
      </p:sp>
      <p:sp>
        <p:nvSpPr>
          <p:cNvPr id="64" name="Oval 63">
            <a:extLst>
              <a:ext uri="{FF2B5EF4-FFF2-40B4-BE49-F238E27FC236}">
                <a16:creationId xmlns:a16="http://schemas.microsoft.com/office/drawing/2014/main" id="{A79B54C0-5CC4-A129-32F8-D98E73FA1A93}"/>
              </a:ext>
            </a:extLst>
          </p:cNvPr>
          <p:cNvSpPr>
            <a:spLocks/>
          </p:cNvSpPr>
          <p:nvPr/>
        </p:nvSpPr>
        <p:spPr>
          <a:xfrm>
            <a:off x="1068804" y="2289877"/>
            <a:ext cx="572937" cy="231728"/>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-14</a:t>
            </a:r>
          </a:p>
        </p:txBody>
      </p:sp>
      <p:sp>
        <p:nvSpPr>
          <p:cNvPr id="67" name="Oval 66">
            <a:extLst>
              <a:ext uri="{FF2B5EF4-FFF2-40B4-BE49-F238E27FC236}">
                <a16:creationId xmlns:a16="http://schemas.microsoft.com/office/drawing/2014/main" id="{6F4B6F6E-8A60-C3D1-B54A-AE750323E379}"/>
              </a:ext>
            </a:extLst>
          </p:cNvPr>
          <p:cNvSpPr>
            <a:spLocks/>
          </p:cNvSpPr>
          <p:nvPr/>
        </p:nvSpPr>
        <p:spPr>
          <a:xfrm>
            <a:off x="1068803" y="2714295"/>
            <a:ext cx="572937" cy="2317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-41</a:t>
            </a:r>
          </a:p>
        </p:txBody>
      </p:sp>
      <p:sp>
        <p:nvSpPr>
          <p:cNvPr id="96" name="4. Footnote">
            <a:extLst>
              <a:ext uri="{FF2B5EF4-FFF2-40B4-BE49-F238E27FC236}">
                <a16:creationId xmlns:a16="http://schemas.microsoft.com/office/drawing/2014/main" id="{DE6C1A91-C16B-3D21-D66C-3D6510EDC4E9}"/>
              </a:ext>
            </a:extLst>
          </p:cNvPr>
          <p:cNvSpPr txBox="1">
            <a:spLocks noChangeArrowheads="1"/>
          </p:cNvSpPr>
          <p:nvPr/>
        </p:nvSpPr>
        <p:spPr bwMode="auto">
          <a:xfrm>
            <a:off x="554736" y="5937862"/>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28600" lvl="0" indent="-228600" defTabSz="9144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average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average score]</a:t>
            </a:r>
          </a:p>
          <a:p>
            <a:pPr marL="228600" lvl="0" indent="-2286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leaders’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leaders’ score]</a:t>
            </a:r>
            <a:endParaRPr kumimoji="0" lang="en-AU" sz="1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21" name="Oval 20">
            <a:extLst>
              <a:ext uri="{FF2B5EF4-FFF2-40B4-BE49-F238E27FC236}">
                <a16:creationId xmlns:a16="http://schemas.microsoft.com/office/drawing/2014/main" id="{A9D030D7-2B28-A792-3990-7FED471FCFBF}"/>
              </a:ext>
            </a:extLst>
          </p:cNvPr>
          <p:cNvSpPr>
            <a:spLocks/>
          </p:cNvSpPr>
          <p:nvPr/>
        </p:nvSpPr>
        <p:spPr>
          <a:xfrm>
            <a:off x="3526521" y="1075468"/>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 name="TextBox 21">
            <a:extLst>
              <a:ext uri="{FF2B5EF4-FFF2-40B4-BE49-F238E27FC236}">
                <a16:creationId xmlns:a16="http://schemas.microsoft.com/office/drawing/2014/main" id="{81D2146F-08A5-2A8B-59D8-0870B0C0AA9A}"/>
              </a:ext>
            </a:extLst>
          </p:cNvPr>
          <p:cNvSpPr txBox="1">
            <a:spLocks/>
          </p:cNvSpPr>
          <p:nvPr/>
        </p:nvSpPr>
        <p:spPr>
          <a:xfrm>
            <a:off x="3731228" y="1076466"/>
            <a:ext cx="551292"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Strengths</a:t>
            </a:r>
          </a:p>
        </p:txBody>
      </p:sp>
      <p:sp>
        <p:nvSpPr>
          <p:cNvPr id="24" name="Oval 23">
            <a:extLst>
              <a:ext uri="{FF2B5EF4-FFF2-40B4-BE49-F238E27FC236}">
                <a16:creationId xmlns:a16="http://schemas.microsoft.com/office/drawing/2014/main" id="{0E6AD06B-6032-8046-8EC2-514D55C129E3}"/>
              </a:ext>
            </a:extLst>
          </p:cNvPr>
          <p:cNvSpPr>
            <a:spLocks/>
          </p:cNvSpPr>
          <p:nvPr/>
        </p:nvSpPr>
        <p:spPr>
          <a:xfrm>
            <a:off x="4589153" y="107313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5" name="TextBox 24">
            <a:extLst>
              <a:ext uri="{FF2B5EF4-FFF2-40B4-BE49-F238E27FC236}">
                <a16:creationId xmlns:a16="http://schemas.microsoft.com/office/drawing/2014/main" id="{B4FE879D-DDD3-20A4-B166-AFE837A63C6E}"/>
              </a:ext>
            </a:extLst>
          </p:cNvPr>
          <p:cNvSpPr txBox="1">
            <a:spLocks/>
          </p:cNvSpPr>
          <p:nvPr/>
        </p:nvSpPr>
        <p:spPr>
          <a:xfrm>
            <a:off x="4793860" y="1074133"/>
            <a:ext cx="760247"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Opportunities</a:t>
            </a:r>
          </a:p>
        </p:txBody>
      </p:sp>
      <p:sp>
        <p:nvSpPr>
          <p:cNvPr id="26" name="Oval 25">
            <a:extLst>
              <a:ext uri="{FF2B5EF4-FFF2-40B4-BE49-F238E27FC236}">
                <a16:creationId xmlns:a16="http://schemas.microsoft.com/office/drawing/2014/main" id="{2161C665-291D-1FB9-9E00-00D97486A69E}"/>
              </a:ext>
            </a:extLst>
          </p:cNvPr>
          <p:cNvSpPr>
            <a:spLocks/>
          </p:cNvSpPr>
          <p:nvPr/>
        </p:nvSpPr>
        <p:spPr>
          <a:xfrm>
            <a:off x="8962585" y="1042908"/>
            <a:ext cx="590927" cy="21553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7" name="Oval 26">
            <a:extLst>
              <a:ext uri="{FF2B5EF4-FFF2-40B4-BE49-F238E27FC236}">
                <a16:creationId xmlns:a16="http://schemas.microsoft.com/office/drawing/2014/main" id="{25FC2174-2DCC-1261-6A2A-1BF1FFF50287}"/>
              </a:ext>
            </a:extLst>
          </p:cNvPr>
          <p:cNvSpPr>
            <a:spLocks/>
          </p:cNvSpPr>
          <p:nvPr/>
        </p:nvSpPr>
        <p:spPr>
          <a:xfrm>
            <a:off x="5793022" y="1042908"/>
            <a:ext cx="693129" cy="215536"/>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8" name="TextBox 27">
            <a:extLst>
              <a:ext uri="{FF2B5EF4-FFF2-40B4-BE49-F238E27FC236}">
                <a16:creationId xmlns:a16="http://schemas.microsoft.com/office/drawing/2014/main" id="{DAE2C9F3-5096-23F8-46F8-CE4C2784A897}"/>
              </a:ext>
            </a:extLst>
          </p:cNvPr>
          <p:cNvSpPr txBox="1">
            <a:spLocks/>
          </p:cNvSpPr>
          <p:nvPr/>
        </p:nvSpPr>
        <p:spPr>
          <a:xfrm>
            <a:off x="6620436" y="1081427"/>
            <a:ext cx="204058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3</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average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1</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 name="TextBox 28">
            <a:extLst>
              <a:ext uri="{FF2B5EF4-FFF2-40B4-BE49-F238E27FC236}">
                <a16:creationId xmlns:a16="http://schemas.microsoft.com/office/drawing/2014/main" id="{51A36601-3B2C-A2C3-EE97-92D5DE3342CB}"/>
              </a:ext>
            </a:extLst>
          </p:cNvPr>
          <p:cNvSpPr txBox="1">
            <a:spLocks/>
          </p:cNvSpPr>
          <p:nvPr/>
        </p:nvSpPr>
        <p:spPr>
          <a:xfrm>
            <a:off x="9634410" y="1081427"/>
            <a:ext cx="200285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4</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leaders</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2</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0" name="5. Source">
            <a:extLst>
              <a:ext uri="{FF2B5EF4-FFF2-40B4-BE49-F238E27FC236}">
                <a16:creationId xmlns:a16="http://schemas.microsoft.com/office/drawing/2014/main" id="{330AA0E5-3E44-0345-796D-E96801541617}"/>
              </a:ext>
            </a:extLst>
          </p:cNvPr>
          <p:cNvSpPr txBox="1">
            <a:spLocks/>
          </p:cNvSpPr>
          <p:nvPr>
            <p:custDataLst>
              <p:tags r:id="rId6"/>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7" name="TextBox 16">
            <a:extLst>
              <a:ext uri="{FF2B5EF4-FFF2-40B4-BE49-F238E27FC236}">
                <a16:creationId xmlns:a16="http://schemas.microsoft.com/office/drawing/2014/main" id="{6120961D-6D04-F3C0-6680-B6615B85FA4F}"/>
              </a:ext>
            </a:extLst>
          </p:cNvPr>
          <p:cNvSpPr txBox="1">
            <a:spLocks/>
          </p:cNvSpPr>
          <p:nvPr/>
        </p:nvSpPr>
        <p:spPr>
          <a:xfrm>
            <a:off x="5528516" y="1430380"/>
            <a:ext cx="333176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Current state</a:t>
            </a:r>
          </a:p>
        </p:txBody>
      </p:sp>
      <p:sp>
        <p:nvSpPr>
          <p:cNvPr id="36" name="TextBox 35">
            <a:extLst>
              <a:ext uri="{FF2B5EF4-FFF2-40B4-BE49-F238E27FC236}">
                <a16:creationId xmlns:a16="http://schemas.microsoft.com/office/drawing/2014/main" id="{D4BA42CC-2F10-8E85-1726-BDD8580FD0D1}"/>
              </a:ext>
            </a:extLst>
          </p:cNvPr>
          <p:cNvSpPr txBox="1">
            <a:spLocks/>
          </p:cNvSpPr>
          <p:nvPr/>
        </p:nvSpPr>
        <p:spPr>
          <a:xfrm>
            <a:off x="2191943" y="1430380"/>
            <a:ext cx="2361377"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Evidence</a:t>
            </a:r>
          </a:p>
        </p:txBody>
      </p:sp>
      <p:grpSp>
        <p:nvGrpSpPr>
          <p:cNvPr id="46" name="Group 45">
            <a:extLst>
              <a:ext uri="{FF2B5EF4-FFF2-40B4-BE49-F238E27FC236}">
                <a16:creationId xmlns:a16="http://schemas.microsoft.com/office/drawing/2014/main" id="{5D3A3D56-D608-9A9F-EC3E-1F24F73F8013}"/>
              </a:ext>
            </a:extLst>
          </p:cNvPr>
          <p:cNvGrpSpPr/>
          <p:nvPr/>
        </p:nvGrpSpPr>
        <p:grpSpPr>
          <a:xfrm>
            <a:off x="2191943" y="1787948"/>
            <a:ext cx="9442846" cy="1292663"/>
            <a:chOff x="2191943" y="1787948"/>
            <a:chExt cx="9442846" cy="1292663"/>
          </a:xfrm>
        </p:grpSpPr>
        <p:grpSp>
          <p:nvGrpSpPr>
            <p:cNvPr id="35" name="Group 34">
              <a:extLst>
                <a:ext uri="{FF2B5EF4-FFF2-40B4-BE49-F238E27FC236}">
                  <a16:creationId xmlns:a16="http://schemas.microsoft.com/office/drawing/2014/main" id="{0358BD3B-0D85-5FF8-A17D-5F4F2AE3A46A}"/>
                </a:ext>
              </a:extLst>
            </p:cNvPr>
            <p:cNvGrpSpPr/>
            <p:nvPr/>
          </p:nvGrpSpPr>
          <p:grpSpPr>
            <a:xfrm>
              <a:off x="5565563" y="1787949"/>
              <a:ext cx="6069226" cy="1292662"/>
              <a:chOff x="5565563" y="1787949"/>
              <a:chExt cx="6069226" cy="1292662"/>
            </a:xfrm>
          </p:grpSpPr>
          <p:sp>
            <p:nvSpPr>
              <p:cNvPr id="37" name="TextBox 36">
                <a:extLst>
                  <a:ext uri="{FF2B5EF4-FFF2-40B4-BE49-F238E27FC236}">
                    <a16:creationId xmlns:a16="http://schemas.microsoft.com/office/drawing/2014/main" id="{4E7E1A8D-B9C9-1D2F-555C-2D1310D95C6F}"/>
                  </a:ext>
                </a:extLst>
              </p:cNvPr>
              <p:cNvSpPr txBox="1">
                <a:spLocks/>
              </p:cNvSpPr>
              <p:nvPr>
                <p:custDataLst>
                  <p:tags r:id="rId14"/>
                </p:custDataLst>
              </p:nvPr>
            </p:nvSpPr>
            <p:spPr>
              <a:xfrm>
                <a:off x="8246534" y="1787949"/>
                <a:ext cx="3388255" cy="11346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Federated model with a central AI </a:t>
                </a:r>
                <a:r>
                  <a:rPr lang="en-IN" sz="1200" dirty="0" err="1"/>
                  <a:t>CoE</a:t>
                </a:r>
                <a:r>
                  <a:rPr lang="en-IN" sz="1200" dirty="0"/>
                  <a:t> owning standards, platforms, and governance and embedded AI owners in each business domain</a:t>
                </a:r>
              </a:p>
              <a:p>
                <a:pPr marL="0" lvl="1" indent="0">
                  <a:buNone/>
                </a:pPr>
                <a:r>
                  <a:rPr lang="en-IN" sz="1200" dirty="0"/>
                  <a:t>Defined roles across the AI value chain: AI Product Owners, ML Engineers, Business AI Champions per function, etc.</a:t>
                </a:r>
              </a:p>
            </p:txBody>
          </p:sp>
          <p:grpSp>
            <p:nvGrpSpPr>
              <p:cNvPr id="13" name="Group 12">
                <a:extLst>
                  <a:ext uri="{FF2B5EF4-FFF2-40B4-BE49-F238E27FC236}">
                    <a16:creationId xmlns:a16="http://schemas.microsoft.com/office/drawing/2014/main" id="{1C68F785-25F8-3331-5AFD-88121C9BBB11}"/>
                  </a:ext>
                </a:extLst>
              </p:cNvPr>
              <p:cNvGrpSpPr/>
              <p:nvPr/>
            </p:nvGrpSpPr>
            <p:grpSpPr>
              <a:xfrm>
                <a:off x="5565563" y="1787949"/>
                <a:ext cx="2525141" cy="1292662"/>
                <a:chOff x="5565563" y="1787949"/>
                <a:chExt cx="2525141" cy="1292662"/>
              </a:xfrm>
            </p:grpSpPr>
            <p:sp>
              <p:nvSpPr>
                <p:cNvPr id="18" name="TextBox 17">
                  <a:extLst>
                    <a:ext uri="{FF2B5EF4-FFF2-40B4-BE49-F238E27FC236}">
                      <a16:creationId xmlns:a16="http://schemas.microsoft.com/office/drawing/2014/main" id="{8295581E-9D0E-1F18-7B07-682B3F0513C2}"/>
                    </a:ext>
                  </a:extLst>
                </p:cNvPr>
                <p:cNvSpPr txBox="1">
                  <a:spLocks/>
                </p:cNvSpPr>
                <p:nvPr>
                  <p:custDataLst>
                    <p:tags r:id="rId15"/>
                  </p:custDataLst>
                </p:nvPr>
              </p:nvSpPr>
              <p:spPr>
                <a:xfrm>
                  <a:off x="5787123" y="1787949"/>
                  <a:ext cx="2303581"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AI delivery is fragmented </a:t>
                  </a:r>
                  <a:r>
                    <a:rPr lang="en-IN" sz="1200" dirty="0"/>
                    <a:t>across a small central Data Science team (~10) and decentralized business units, with no defined ownership, cross-functional squads, or clear accountability for outcomes</a:t>
                  </a:r>
                </a:p>
              </p:txBody>
            </p:sp>
            <p:sp>
              <p:nvSpPr>
                <p:cNvPr id="20" name="Oval 19">
                  <a:extLst>
                    <a:ext uri="{FF2B5EF4-FFF2-40B4-BE49-F238E27FC236}">
                      <a16:creationId xmlns:a16="http://schemas.microsoft.com/office/drawing/2014/main" id="{71B8451E-51F4-6012-D0EF-1054ECE1785C}"/>
                    </a:ext>
                  </a:extLst>
                </p:cNvPr>
                <p:cNvSpPr>
                  <a:spLocks noChangeAspect="1"/>
                </p:cNvSpPr>
                <p:nvPr/>
              </p:nvSpPr>
              <p:spPr>
                <a:xfrm>
                  <a:off x="5565563" y="1808499"/>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sp>
          <p:nvSpPr>
            <p:cNvPr id="38" name="TextBox 37">
              <a:extLst>
                <a:ext uri="{FF2B5EF4-FFF2-40B4-BE49-F238E27FC236}">
                  <a16:creationId xmlns:a16="http://schemas.microsoft.com/office/drawing/2014/main" id="{7CF84329-BF41-38D3-DB15-BACEA338EDB7}"/>
                </a:ext>
              </a:extLst>
            </p:cNvPr>
            <p:cNvSpPr txBox="1">
              <a:spLocks/>
            </p:cNvSpPr>
            <p:nvPr>
              <p:custDataLst>
                <p:tags r:id="rId13"/>
              </p:custDataLst>
            </p:nvPr>
          </p:nvSpPr>
          <p:spPr>
            <a:xfrm>
              <a:off x="2191943" y="1787948"/>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15% </a:t>
              </a:r>
              <a:r>
                <a:rPr lang="en-IN" sz="1200" dirty="0"/>
                <a:t>believe that PASHA Bank </a:t>
              </a:r>
              <a:r>
                <a:rPr lang="en-IN" sz="1200" b="1" dirty="0"/>
                <a:t>operates a clear enterprise “</a:t>
              </a:r>
              <a:r>
                <a:rPr lang="en-IN" sz="1200" b="1" dirty="0" err="1"/>
                <a:t>center</a:t>
              </a:r>
              <a:r>
                <a:rPr lang="en-IN" sz="1200" b="1" dirty="0"/>
                <a:t> of gravity” </a:t>
              </a:r>
              <a:r>
                <a:rPr lang="en-IN" sz="1200" dirty="0"/>
                <a:t>for tech and AI </a:t>
              </a:r>
              <a:br>
                <a:rPr lang="en-IN" sz="1200" b="1" dirty="0"/>
              </a:br>
              <a:endParaRPr lang="en-IN" sz="1200" i="1" dirty="0"/>
            </a:p>
          </p:txBody>
        </p:sp>
      </p:grpSp>
      <p:grpSp>
        <p:nvGrpSpPr>
          <p:cNvPr id="45" name="Group 44">
            <a:extLst>
              <a:ext uri="{FF2B5EF4-FFF2-40B4-BE49-F238E27FC236}">
                <a16:creationId xmlns:a16="http://schemas.microsoft.com/office/drawing/2014/main" id="{4FA0AE26-B41A-B307-8FA1-435A4E658767}"/>
              </a:ext>
            </a:extLst>
          </p:cNvPr>
          <p:cNvGrpSpPr/>
          <p:nvPr/>
        </p:nvGrpSpPr>
        <p:grpSpPr>
          <a:xfrm>
            <a:off x="2191943" y="3207345"/>
            <a:ext cx="9383536" cy="1292662"/>
            <a:chOff x="2191943" y="3268167"/>
            <a:chExt cx="9383536" cy="1292662"/>
          </a:xfrm>
        </p:grpSpPr>
        <p:grpSp>
          <p:nvGrpSpPr>
            <p:cNvPr id="32" name="Group 31">
              <a:extLst>
                <a:ext uri="{FF2B5EF4-FFF2-40B4-BE49-F238E27FC236}">
                  <a16:creationId xmlns:a16="http://schemas.microsoft.com/office/drawing/2014/main" id="{35A4A76F-BF99-4B87-9EBA-00A5D76E3498}"/>
                </a:ext>
              </a:extLst>
            </p:cNvPr>
            <p:cNvGrpSpPr/>
            <p:nvPr/>
          </p:nvGrpSpPr>
          <p:grpSpPr>
            <a:xfrm>
              <a:off x="5565563" y="3268167"/>
              <a:ext cx="6009916" cy="1292662"/>
              <a:chOff x="5565563" y="2789322"/>
              <a:chExt cx="6009916" cy="1292662"/>
            </a:xfrm>
          </p:grpSpPr>
          <p:grpSp>
            <p:nvGrpSpPr>
              <p:cNvPr id="8" name="Group 7">
                <a:extLst>
                  <a:ext uri="{FF2B5EF4-FFF2-40B4-BE49-F238E27FC236}">
                    <a16:creationId xmlns:a16="http://schemas.microsoft.com/office/drawing/2014/main" id="{7CCC7F62-1B5C-F818-6323-0E28E0C4F2E4}"/>
                  </a:ext>
                </a:extLst>
              </p:cNvPr>
              <p:cNvGrpSpPr/>
              <p:nvPr/>
            </p:nvGrpSpPr>
            <p:grpSpPr>
              <a:xfrm>
                <a:off x="5565563" y="2789322"/>
                <a:ext cx="2525141" cy="1292662"/>
                <a:chOff x="5565563" y="2789322"/>
                <a:chExt cx="2525141" cy="1292662"/>
              </a:xfrm>
            </p:grpSpPr>
            <p:sp>
              <p:nvSpPr>
                <p:cNvPr id="30" name="Oval 29">
                  <a:extLst>
                    <a:ext uri="{FF2B5EF4-FFF2-40B4-BE49-F238E27FC236}">
                      <a16:creationId xmlns:a16="http://schemas.microsoft.com/office/drawing/2014/main" id="{DC608EA9-C653-A89C-7958-5AAB8D1833C7}"/>
                    </a:ext>
                  </a:extLst>
                </p:cNvPr>
                <p:cNvSpPr>
                  <a:spLocks noChangeAspect="1"/>
                </p:cNvSpPr>
                <p:nvPr/>
              </p:nvSpPr>
              <p:spPr>
                <a:xfrm>
                  <a:off x="5565563" y="2789322"/>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 name="TextBox 3">
                  <a:extLst>
                    <a:ext uri="{FF2B5EF4-FFF2-40B4-BE49-F238E27FC236}">
                      <a16:creationId xmlns:a16="http://schemas.microsoft.com/office/drawing/2014/main" id="{085AECE7-C04C-1530-C647-2A5CB014B3BC}"/>
                    </a:ext>
                  </a:extLst>
                </p:cNvPr>
                <p:cNvSpPr txBox="1">
                  <a:spLocks/>
                </p:cNvSpPr>
                <p:nvPr>
                  <p:custDataLst>
                    <p:tags r:id="rId12"/>
                  </p:custDataLst>
                </p:nvPr>
              </p:nvSpPr>
              <p:spPr>
                <a:xfrm>
                  <a:off x="5750955" y="2789322"/>
                  <a:ext cx="2339749"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AI delivery follows no standardized lifecycle </a:t>
                  </a:r>
                  <a:r>
                    <a:rPr lang="en-IN" sz="1200" dirty="0"/>
                    <a:t>with requests being handled in ad hoc manner, DevOps and AI workflows are fully separated, and there is no stage-gate process from idea to production</a:t>
                  </a:r>
                </a:p>
              </p:txBody>
            </p:sp>
          </p:grpSp>
          <p:sp>
            <p:nvSpPr>
              <p:cNvPr id="15" name="TextBox 14">
                <a:extLst>
                  <a:ext uri="{FF2B5EF4-FFF2-40B4-BE49-F238E27FC236}">
                    <a16:creationId xmlns:a16="http://schemas.microsoft.com/office/drawing/2014/main" id="{1A7C6E8A-5C49-B43B-D66F-80B1D57ED7B2}"/>
                  </a:ext>
                </a:extLst>
              </p:cNvPr>
              <p:cNvSpPr txBox="1">
                <a:spLocks/>
              </p:cNvSpPr>
              <p:nvPr>
                <p:custDataLst>
                  <p:tags r:id="rId11"/>
                </p:custDataLst>
              </p:nvPr>
            </p:nvSpPr>
            <p:spPr>
              <a:xfrm>
                <a:off x="8246534" y="2789322"/>
                <a:ext cx="3328945" cy="114359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Standardized AI delivery lifecycle: intake → prioritization → build → stage-gate → production, integrated into CI/CD pipelines</a:t>
                </a:r>
              </a:p>
              <a:p>
                <a:pPr marL="0" lvl="1" indent="0">
                  <a:buNone/>
                </a:pPr>
                <a:r>
                  <a:rPr lang="en-IN" sz="1200" dirty="0"/>
                  <a:t>Business-led intake with central AI team assessing reusability of existing tools before any new build is approved</a:t>
                </a:r>
              </a:p>
            </p:txBody>
          </p:sp>
        </p:grpSp>
        <p:sp>
          <p:nvSpPr>
            <p:cNvPr id="40" name="TextBox 39">
              <a:extLst>
                <a:ext uri="{FF2B5EF4-FFF2-40B4-BE49-F238E27FC236}">
                  <a16:creationId xmlns:a16="http://schemas.microsoft.com/office/drawing/2014/main" id="{DC3B102B-6E24-8A07-490F-CBEFCD7B878F}"/>
                </a:ext>
              </a:extLst>
            </p:cNvPr>
            <p:cNvSpPr txBox="1">
              <a:spLocks/>
            </p:cNvSpPr>
            <p:nvPr>
              <p:custDataLst>
                <p:tags r:id="rId10"/>
              </p:custDataLst>
            </p:nvPr>
          </p:nvSpPr>
          <p:spPr>
            <a:xfrm>
              <a:off x="2191943" y="3268168"/>
              <a:ext cx="3151467"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12% </a:t>
              </a:r>
              <a:r>
                <a:rPr lang="en-IN" sz="1200" dirty="0"/>
                <a:t>believe that </a:t>
              </a:r>
              <a:r>
                <a:rPr lang="en-IN" sz="1200" b="1" dirty="0"/>
                <a:t>Tech and AI initiatives are being delivered through stable, business-led, cross-functional teams </a:t>
              </a:r>
              <a:r>
                <a:rPr lang="en-IN" sz="1200" dirty="0"/>
                <a:t>with clear ownership and consistent ways of working</a:t>
              </a:r>
            </a:p>
          </p:txBody>
        </p:sp>
      </p:grpSp>
      <p:grpSp>
        <p:nvGrpSpPr>
          <p:cNvPr id="44" name="Group 43">
            <a:extLst>
              <a:ext uri="{FF2B5EF4-FFF2-40B4-BE49-F238E27FC236}">
                <a16:creationId xmlns:a16="http://schemas.microsoft.com/office/drawing/2014/main" id="{9981C6A8-46AF-1168-09DA-DF260B5076B6}"/>
              </a:ext>
            </a:extLst>
          </p:cNvPr>
          <p:cNvGrpSpPr/>
          <p:nvPr/>
        </p:nvGrpSpPr>
        <p:grpSpPr>
          <a:xfrm>
            <a:off x="2191943" y="4626740"/>
            <a:ext cx="9391030" cy="1349640"/>
            <a:chOff x="2191943" y="4766440"/>
            <a:chExt cx="9391030" cy="1349640"/>
          </a:xfrm>
        </p:grpSpPr>
        <p:grpSp>
          <p:nvGrpSpPr>
            <p:cNvPr id="23" name="Group 22">
              <a:extLst>
                <a:ext uri="{FF2B5EF4-FFF2-40B4-BE49-F238E27FC236}">
                  <a16:creationId xmlns:a16="http://schemas.microsoft.com/office/drawing/2014/main" id="{3BCC9580-75B9-CDC6-E5A2-D2733431989E}"/>
                </a:ext>
              </a:extLst>
            </p:cNvPr>
            <p:cNvGrpSpPr/>
            <p:nvPr/>
          </p:nvGrpSpPr>
          <p:grpSpPr>
            <a:xfrm>
              <a:off x="5565563" y="4766440"/>
              <a:ext cx="6017410" cy="1349640"/>
              <a:chOff x="5565563" y="3823284"/>
              <a:chExt cx="6017410" cy="1349640"/>
            </a:xfrm>
          </p:grpSpPr>
          <p:grpSp>
            <p:nvGrpSpPr>
              <p:cNvPr id="6" name="Group 5">
                <a:extLst>
                  <a:ext uri="{FF2B5EF4-FFF2-40B4-BE49-F238E27FC236}">
                    <a16:creationId xmlns:a16="http://schemas.microsoft.com/office/drawing/2014/main" id="{953F37F3-1420-DA37-C75C-707F137EE774}"/>
                  </a:ext>
                </a:extLst>
              </p:cNvPr>
              <p:cNvGrpSpPr/>
              <p:nvPr/>
            </p:nvGrpSpPr>
            <p:grpSpPr>
              <a:xfrm>
                <a:off x="5565563" y="3823285"/>
                <a:ext cx="2525141" cy="1107996"/>
                <a:chOff x="5565563" y="3823285"/>
                <a:chExt cx="2525141" cy="1107996"/>
              </a:xfrm>
            </p:grpSpPr>
            <p:sp>
              <p:nvSpPr>
                <p:cNvPr id="19" name="Oval 18">
                  <a:extLst>
                    <a:ext uri="{FF2B5EF4-FFF2-40B4-BE49-F238E27FC236}">
                      <a16:creationId xmlns:a16="http://schemas.microsoft.com/office/drawing/2014/main" id="{C27DB2B5-B0E5-2B9D-2417-D5841F28BB77}"/>
                    </a:ext>
                  </a:extLst>
                </p:cNvPr>
                <p:cNvSpPr>
                  <a:spLocks noChangeAspect="1"/>
                </p:cNvSpPr>
                <p:nvPr/>
              </p:nvSpPr>
              <p:spPr>
                <a:xfrm>
                  <a:off x="5565563" y="382328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5" name="TextBox 4">
                  <a:extLst>
                    <a:ext uri="{FF2B5EF4-FFF2-40B4-BE49-F238E27FC236}">
                      <a16:creationId xmlns:a16="http://schemas.microsoft.com/office/drawing/2014/main" id="{31A9F6C5-4D08-510C-B31D-5E11B42FAFE0}"/>
                    </a:ext>
                  </a:extLst>
                </p:cNvPr>
                <p:cNvSpPr txBox="1">
                  <a:spLocks/>
                </p:cNvSpPr>
                <p:nvPr>
                  <p:custDataLst>
                    <p:tags r:id="rId9"/>
                  </p:custDataLst>
                </p:nvPr>
              </p:nvSpPr>
              <p:spPr>
                <a:xfrm>
                  <a:off x="5787123" y="3823285"/>
                  <a:ext cx="2303581"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Lack of a formal funding model </a:t>
                  </a:r>
                  <a:r>
                    <a:rPr lang="en-IN" sz="1200" dirty="0"/>
                    <a:t>with low and ungoverned AI investment, weak guardrails, and compliance risk from employees using public AI tools with sensitive bank data</a:t>
                  </a:r>
                </a:p>
              </p:txBody>
            </p:sp>
          </p:grpSp>
          <p:sp>
            <p:nvSpPr>
              <p:cNvPr id="16" name="TextBox 15">
                <a:extLst>
                  <a:ext uri="{FF2B5EF4-FFF2-40B4-BE49-F238E27FC236}">
                    <a16:creationId xmlns:a16="http://schemas.microsoft.com/office/drawing/2014/main" id="{B18AB9A3-7C7E-248B-A159-3FDDA0F71028}"/>
                  </a:ext>
                </a:extLst>
              </p:cNvPr>
              <p:cNvSpPr txBox="1">
                <a:spLocks/>
              </p:cNvSpPr>
              <p:nvPr>
                <p:custDataLst>
                  <p:tags r:id="rId8"/>
                </p:custDataLst>
              </p:nvPr>
            </p:nvSpPr>
            <p:spPr>
              <a:xfrm>
                <a:off x="8246534" y="3823284"/>
                <a:ext cx="3336439" cy="134964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Dedicated AI investment envelope with stage-gate funding tied to business case approval and measurable milestones</a:t>
                </a:r>
              </a:p>
              <a:p>
                <a:pPr marL="0" lvl="1" indent="0">
                  <a:buNone/>
                </a:pPr>
                <a:r>
                  <a:rPr lang="en-IN" sz="1200" dirty="0"/>
                  <a:t>AI Gateway enforcing data masking, usage policies, and risk guardrails across all tools with governance owned jointly by IT, Risk, and Compliance</a:t>
                </a:r>
                <a:endParaRPr lang="en-US" sz="1200" dirty="0">
                  <a:solidFill>
                    <a:srgbClr val="111918"/>
                  </a:solidFill>
                  <a:cs typeface="Tahoma" panose="020B0604030504040204" pitchFamily="34" charset="0"/>
                </a:endParaRPr>
              </a:p>
            </p:txBody>
          </p:sp>
        </p:grpSp>
        <p:sp>
          <p:nvSpPr>
            <p:cNvPr id="41" name="TextBox 40">
              <a:extLst>
                <a:ext uri="{FF2B5EF4-FFF2-40B4-BE49-F238E27FC236}">
                  <a16:creationId xmlns:a16="http://schemas.microsoft.com/office/drawing/2014/main" id="{B970C815-1DCA-105E-9DA9-F6F2F39A3F6B}"/>
                </a:ext>
              </a:extLst>
            </p:cNvPr>
            <p:cNvSpPr txBox="1">
              <a:spLocks/>
            </p:cNvSpPr>
            <p:nvPr>
              <p:custDataLst>
                <p:tags r:id="rId7"/>
              </p:custDataLst>
            </p:nvPr>
          </p:nvSpPr>
          <p:spPr>
            <a:xfrm>
              <a:off x="2191943" y="4766440"/>
              <a:ext cx="315146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9% </a:t>
              </a:r>
              <a:r>
                <a:rPr lang="en-IN" sz="1200" dirty="0"/>
                <a:t>believe that</a:t>
              </a:r>
              <a:r>
                <a:rPr lang="en-IN" sz="1200" b="1" dirty="0"/>
                <a:t> funding is structured to support stable, product- or domain-led teams </a:t>
              </a:r>
              <a:r>
                <a:rPr lang="en-IN" sz="1200" dirty="0"/>
                <a:t>with multi-year visibility</a:t>
              </a:r>
            </a:p>
          </p:txBody>
        </p:sp>
      </p:grpSp>
      <p:cxnSp>
        <p:nvCxnSpPr>
          <p:cNvPr id="49" name="Straight Connector 48">
            <a:extLst>
              <a:ext uri="{FF2B5EF4-FFF2-40B4-BE49-F238E27FC236}">
                <a16:creationId xmlns:a16="http://schemas.microsoft.com/office/drawing/2014/main" id="{B9B5B061-3127-AC28-D9BA-11C76A2156CB}"/>
              </a:ext>
            </a:extLst>
          </p:cNvPr>
          <p:cNvCxnSpPr>
            <a:cxnSpLocks/>
          </p:cNvCxnSpPr>
          <p:nvPr/>
        </p:nvCxnSpPr>
        <p:spPr>
          <a:xfrm>
            <a:off x="2191943" y="3143978"/>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CB24F73-E479-D48F-FBA6-FC90C777A339}"/>
              </a:ext>
            </a:extLst>
          </p:cNvPr>
          <p:cNvCxnSpPr>
            <a:cxnSpLocks/>
          </p:cNvCxnSpPr>
          <p:nvPr/>
        </p:nvCxnSpPr>
        <p:spPr>
          <a:xfrm>
            <a:off x="2191943" y="4563374"/>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3A0324D-DFA9-7E5B-D1C4-96164EAA0242}"/>
              </a:ext>
            </a:extLst>
          </p:cNvPr>
          <p:cNvSpPr txBox="1"/>
          <p:nvPr/>
        </p:nvSpPr>
        <p:spPr>
          <a:xfrm>
            <a:off x="2330605" y="4582887"/>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
        <p:nvSpPr>
          <p:cNvPr id="39" name="TextBox 38">
            <a:extLst>
              <a:ext uri="{FF2B5EF4-FFF2-40B4-BE49-F238E27FC236}">
                <a16:creationId xmlns:a16="http://schemas.microsoft.com/office/drawing/2014/main" id="{F40C65FA-0799-E176-281D-7607B44DD1A9}"/>
              </a:ext>
            </a:extLst>
          </p:cNvPr>
          <p:cNvSpPr txBox="1">
            <a:spLocks/>
          </p:cNvSpPr>
          <p:nvPr/>
        </p:nvSpPr>
        <p:spPr>
          <a:xfrm>
            <a:off x="8246534" y="1430380"/>
            <a:ext cx="3231087" cy="20715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Target state/ Best practice</a:t>
            </a:r>
          </a:p>
        </p:txBody>
      </p:sp>
    </p:spTree>
    <p:custDataLst>
      <p:tags r:id="rId1"/>
    </p:custDataLst>
    <p:extLst>
      <p:ext uri="{BB962C8B-B14F-4D97-AF65-F5344CB8AC3E}">
        <p14:creationId xmlns:p14="http://schemas.microsoft.com/office/powerpoint/2010/main" val="3565975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80DD-6FEC-CB49-C50F-DE135A5DAFBC}"/>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765EC7A4-3868-4421-2B1B-2244A76DD107}"/>
              </a:ext>
            </a:extLst>
          </p:cNvPr>
          <p:cNvGraphicFramePr>
            <a:graphicFrameLocks noChangeAspect="1"/>
          </p:cNvGraphicFramePr>
          <p:nvPr>
            <p:custDataLst>
              <p:tags r:id="rId2"/>
            </p:custDataLst>
            <p:extLst>
              <p:ext uri="{D42A27DB-BD31-4B8C-83A1-F6EECF244321}">
                <p14:modId xmlns:p14="http://schemas.microsoft.com/office/powerpoint/2010/main" val="11438494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51" imgH="450" progId="TCLayout.ActiveDocument.1">
                  <p:embed/>
                </p:oleObj>
              </mc:Choice>
              <mc:Fallback>
                <p:oleObj name="think-cell Slide" r:id="rId18" imgW="451" imgH="450" progId="TCLayout.ActiveDocument.1">
                  <p:embed/>
                  <p:pic>
                    <p:nvPicPr>
                      <p:cNvPr id="34" name="Object 6" hidden="1">
                        <a:extLst>
                          <a:ext uri="{FF2B5EF4-FFF2-40B4-BE49-F238E27FC236}">
                            <a16:creationId xmlns:a16="http://schemas.microsoft.com/office/drawing/2014/main" id="{765EC7A4-3868-4421-2B1B-2244A76DD107}"/>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788CF7BE-A533-7E89-152E-71E50EAE453D}"/>
              </a:ext>
            </a:extLst>
          </p:cNvPr>
          <p:cNvSpPr>
            <a:spLocks noGrp="1"/>
          </p:cNvSpPr>
          <p:nvPr>
            <p:ph type="title"/>
            <p:custDataLst>
              <p:tags r:id="rId3"/>
            </p:custDataLst>
          </p:nvPr>
        </p:nvSpPr>
        <p:spPr>
          <a:xfrm>
            <a:off x="554734" y="549789"/>
            <a:ext cx="11082528" cy="353943"/>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IN" sz="2300" dirty="0"/>
              <a:t>Technology deep dive</a:t>
            </a:r>
            <a:endParaRPr lang="en-AU" sz="2300" dirty="0">
              <a:latin typeface="+mj-lt"/>
            </a:endParaRPr>
          </a:p>
        </p:txBody>
      </p:sp>
      <p:sp>
        <p:nvSpPr>
          <p:cNvPr id="33" name="Rectangle 1" hidden="1">
            <a:extLst>
              <a:ext uri="{FF2B5EF4-FFF2-40B4-BE49-F238E27FC236}">
                <a16:creationId xmlns:a16="http://schemas.microsoft.com/office/drawing/2014/main" id="{4C0EBA75-9128-255C-D690-DA01075782B0}"/>
              </a:ext>
            </a:extLst>
          </p:cNvPr>
          <p:cNvSpPr/>
          <p:nvPr>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 name="LineBasicImpact 4">
            <a:extLst>
              <a:ext uri="{FF2B5EF4-FFF2-40B4-BE49-F238E27FC236}">
                <a16:creationId xmlns:a16="http://schemas.microsoft.com/office/drawing/2014/main" id="{AD3B8A2C-A7E0-8F99-428B-D82751B681E7}"/>
              </a:ext>
            </a:extLst>
          </p:cNvPr>
          <p:cNvCxnSpPr>
            <a:cxnSpLocks/>
          </p:cNvCxnSpPr>
          <p:nvPr>
            <p:custDataLst>
              <p:tags r:id="rId5"/>
            </p:custDataLst>
          </p:nvPr>
        </p:nvCxnSpPr>
        <p:spPr>
          <a:xfrm>
            <a:off x="554734" y="1700429"/>
            <a:ext cx="11082528" cy="0"/>
          </a:xfrm>
          <a:prstGeom prst="straightConnector1">
            <a:avLst/>
          </a:prstGeom>
          <a:ln w="190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799AEE3-ED27-0EAD-D7C6-7A29E4522D04}"/>
              </a:ext>
            </a:extLst>
          </p:cNvPr>
          <p:cNvSpPr>
            <a:spLocks/>
          </p:cNvSpPr>
          <p:nvPr/>
        </p:nvSpPr>
        <p:spPr>
          <a:xfrm>
            <a:off x="873994" y="1814703"/>
            <a:ext cx="1210870" cy="4123159"/>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nSpc>
                <a:spcPct val="90000"/>
              </a:lnSpc>
              <a:spcBef>
                <a:spcPts val="1000"/>
              </a:spcBef>
              <a:defRPr/>
            </a:pPr>
            <a:r>
              <a:rPr lang="en-AU" sz="1200" b="1" dirty="0">
                <a:solidFill>
                  <a:srgbClr val="111918"/>
                </a:solidFill>
                <a:cs typeface="Tahoma" panose="020B0604030504040204" pitchFamily="34" charset="0"/>
              </a:rPr>
              <a:t>Technology: 32</a:t>
            </a:r>
          </a:p>
        </p:txBody>
      </p:sp>
      <p:sp>
        <p:nvSpPr>
          <p:cNvPr id="48" name="TextBox 47">
            <a:extLst>
              <a:ext uri="{FF2B5EF4-FFF2-40B4-BE49-F238E27FC236}">
                <a16:creationId xmlns:a16="http://schemas.microsoft.com/office/drawing/2014/main" id="{C1C16533-FF59-D1B7-BB7A-2A2DDD691761}"/>
              </a:ext>
            </a:extLst>
          </p:cNvPr>
          <p:cNvSpPr txBox="1">
            <a:spLocks/>
          </p:cNvSpPr>
          <p:nvPr/>
        </p:nvSpPr>
        <p:spPr>
          <a:xfrm>
            <a:off x="554734" y="1814704"/>
            <a:ext cx="323035" cy="4123153"/>
          </a:xfrm>
          <a:prstGeom prst="rect">
            <a:avLst/>
          </a:prstGeom>
          <a:solidFill>
            <a:schemeClr val="accent1">
              <a:lumMod val="90000"/>
              <a:lumOff val="10000"/>
            </a:schemeClr>
          </a:solidFill>
        </p:spPr>
        <p:txBody>
          <a:bodyPr vert="horz" wrap="square" lIns="36000" tIns="36000" rIns="36000" bIns="3600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lang="en-AU" sz="2800" b="1" dirty="0">
                <a:solidFill>
                  <a:srgbClr val="FFFFFF"/>
                </a:solidFill>
                <a:cs typeface="Tahoma" panose="020B0604030504040204" pitchFamily="34" charset="0"/>
              </a:rPr>
              <a:t>4</a:t>
            </a:r>
            <a:endParaRPr kumimoji="0" lang="en-AU" sz="2800" b="1"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64" name="Oval 63">
            <a:extLst>
              <a:ext uri="{FF2B5EF4-FFF2-40B4-BE49-F238E27FC236}">
                <a16:creationId xmlns:a16="http://schemas.microsoft.com/office/drawing/2014/main" id="{380641DE-C83D-BDB2-45D2-0A6EE9AE8032}"/>
              </a:ext>
            </a:extLst>
          </p:cNvPr>
          <p:cNvSpPr>
            <a:spLocks/>
          </p:cNvSpPr>
          <p:nvPr/>
        </p:nvSpPr>
        <p:spPr>
          <a:xfrm>
            <a:off x="1068804" y="2289877"/>
            <a:ext cx="572937" cy="231728"/>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a:t>
            </a:r>
            <a:r>
              <a:rPr lang="en-AU" sz="1400" dirty="0">
                <a:solidFill>
                  <a:srgbClr val="FFFFFF"/>
                </a:solidFill>
                <a:cs typeface="Tahoma" panose="020B0604030504040204" pitchFamily="34" charset="0"/>
              </a:rPr>
              <a:t>8</a:t>
            </a:r>
            <a:endPar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67" name="Oval 66">
            <a:extLst>
              <a:ext uri="{FF2B5EF4-FFF2-40B4-BE49-F238E27FC236}">
                <a16:creationId xmlns:a16="http://schemas.microsoft.com/office/drawing/2014/main" id="{2A358C8B-3D03-B50A-C47E-B9B3D373D67D}"/>
              </a:ext>
            </a:extLst>
          </p:cNvPr>
          <p:cNvSpPr>
            <a:spLocks/>
          </p:cNvSpPr>
          <p:nvPr/>
        </p:nvSpPr>
        <p:spPr>
          <a:xfrm>
            <a:off x="1068803" y="2714295"/>
            <a:ext cx="572937" cy="2317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a:t>
            </a:r>
            <a:r>
              <a:rPr lang="en-AU" sz="1400" dirty="0">
                <a:solidFill>
                  <a:srgbClr val="FFFFFF"/>
                </a:solidFill>
                <a:cs typeface="Tahoma" panose="020B0604030504040204" pitchFamily="34" charset="0"/>
              </a:rPr>
              <a:t>35</a:t>
            </a:r>
            <a:endPar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96" name="4. Footnote">
            <a:extLst>
              <a:ext uri="{FF2B5EF4-FFF2-40B4-BE49-F238E27FC236}">
                <a16:creationId xmlns:a16="http://schemas.microsoft.com/office/drawing/2014/main" id="{DB560F58-268A-FC8F-35D0-1BFC65EEF2C8}"/>
              </a:ext>
            </a:extLst>
          </p:cNvPr>
          <p:cNvSpPr txBox="1">
            <a:spLocks noChangeArrowheads="1"/>
          </p:cNvSpPr>
          <p:nvPr/>
        </p:nvSpPr>
        <p:spPr bwMode="auto">
          <a:xfrm>
            <a:off x="554736" y="5937862"/>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28600" lvl="0" indent="-228600" defTabSz="9144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average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average score]</a:t>
            </a:r>
          </a:p>
          <a:p>
            <a:pPr marL="228600" lvl="0" indent="-2286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leaders’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leaders’ score]</a:t>
            </a:r>
            <a:endParaRPr kumimoji="0" lang="en-AU" sz="1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21" name="Oval 20">
            <a:extLst>
              <a:ext uri="{FF2B5EF4-FFF2-40B4-BE49-F238E27FC236}">
                <a16:creationId xmlns:a16="http://schemas.microsoft.com/office/drawing/2014/main" id="{1FCBB372-F4EE-D62E-8F18-BC73168F0679}"/>
              </a:ext>
            </a:extLst>
          </p:cNvPr>
          <p:cNvSpPr>
            <a:spLocks/>
          </p:cNvSpPr>
          <p:nvPr/>
        </p:nvSpPr>
        <p:spPr>
          <a:xfrm>
            <a:off x="3526521" y="1075468"/>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 name="TextBox 21">
            <a:extLst>
              <a:ext uri="{FF2B5EF4-FFF2-40B4-BE49-F238E27FC236}">
                <a16:creationId xmlns:a16="http://schemas.microsoft.com/office/drawing/2014/main" id="{E43B202A-7AAC-D3F8-27B8-EC83F362098B}"/>
              </a:ext>
            </a:extLst>
          </p:cNvPr>
          <p:cNvSpPr txBox="1">
            <a:spLocks/>
          </p:cNvSpPr>
          <p:nvPr/>
        </p:nvSpPr>
        <p:spPr>
          <a:xfrm>
            <a:off x="3731228" y="1076466"/>
            <a:ext cx="551292"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Strengths</a:t>
            </a:r>
          </a:p>
        </p:txBody>
      </p:sp>
      <p:sp>
        <p:nvSpPr>
          <p:cNvPr id="24" name="Oval 23">
            <a:extLst>
              <a:ext uri="{FF2B5EF4-FFF2-40B4-BE49-F238E27FC236}">
                <a16:creationId xmlns:a16="http://schemas.microsoft.com/office/drawing/2014/main" id="{6EE3596E-6927-2561-A3BD-56C4DDABAA43}"/>
              </a:ext>
            </a:extLst>
          </p:cNvPr>
          <p:cNvSpPr>
            <a:spLocks/>
          </p:cNvSpPr>
          <p:nvPr/>
        </p:nvSpPr>
        <p:spPr>
          <a:xfrm>
            <a:off x="4589153" y="107313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5" name="TextBox 24">
            <a:extLst>
              <a:ext uri="{FF2B5EF4-FFF2-40B4-BE49-F238E27FC236}">
                <a16:creationId xmlns:a16="http://schemas.microsoft.com/office/drawing/2014/main" id="{93C0C5F1-90D8-B265-A83B-6997EBDCD4C7}"/>
              </a:ext>
            </a:extLst>
          </p:cNvPr>
          <p:cNvSpPr txBox="1">
            <a:spLocks/>
          </p:cNvSpPr>
          <p:nvPr/>
        </p:nvSpPr>
        <p:spPr>
          <a:xfrm>
            <a:off x="4793860" y="1074133"/>
            <a:ext cx="760247"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Opportunities</a:t>
            </a:r>
          </a:p>
        </p:txBody>
      </p:sp>
      <p:sp>
        <p:nvSpPr>
          <p:cNvPr id="26" name="Oval 25">
            <a:extLst>
              <a:ext uri="{FF2B5EF4-FFF2-40B4-BE49-F238E27FC236}">
                <a16:creationId xmlns:a16="http://schemas.microsoft.com/office/drawing/2014/main" id="{3BC611CF-ACB3-FADF-C059-4ED9C75DFE65}"/>
              </a:ext>
            </a:extLst>
          </p:cNvPr>
          <p:cNvSpPr>
            <a:spLocks/>
          </p:cNvSpPr>
          <p:nvPr/>
        </p:nvSpPr>
        <p:spPr>
          <a:xfrm>
            <a:off x="8962585" y="1042908"/>
            <a:ext cx="590927" cy="21553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7" name="Oval 26">
            <a:extLst>
              <a:ext uri="{FF2B5EF4-FFF2-40B4-BE49-F238E27FC236}">
                <a16:creationId xmlns:a16="http://schemas.microsoft.com/office/drawing/2014/main" id="{E9F6D91A-D2F3-3FAA-387D-FDEE1A31D7B4}"/>
              </a:ext>
            </a:extLst>
          </p:cNvPr>
          <p:cNvSpPr>
            <a:spLocks/>
          </p:cNvSpPr>
          <p:nvPr/>
        </p:nvSpPr>
        <p:spPr>
          <a:xfrm>
            <a:off x="5793022" y="1042908"/>
            <a:ext cx="693129" cy="215536"/>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8" name="TextBox 27">
            <a:extLst>
              <a:ext uri="{FF2B5EF4-FFF2-40B4-BE49-F238E27FC236}">
                <a16:creationId xmlns:a16="http://schemas.microsoft.com/office/drawing/2014/main" id="{AD84157D-DA8A-EB8F-AD14-2499AE6267A0}"/>
              </a:ext>
            </a:extLst>
          </p:cNvPr>
          <p:cNvSpPr txBox="1">
            <a:spLocks/>
          </p:cNvSpPr>
          <p:nvPr/>
        </p:nvSpPr>
        <p:spPr>
          <a:xfrm>
            <a:off x="6620436" y="1081427"/>
            <a:ext cx="204058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3</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average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1</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 name="TextBox 28">
            <a:extLst>
              <a:ext uri="{FF2B5EF4-FFF2-40B4-BE49-F238E27FC236}">
                <a16:creationId xmlns:a16="http://schemas.microsoft.com/office/drawing/2014/main" id="{81B4C817-A579-377B-78EC-6B6276431D85}"/>
              </a:ext>
            </a:extLst>
          </p:cNvPr>
          <p:cNvSpPr txBox="1">
            <a:spLocks/>
          </p:cNvSpPr>
          <p:nvPr/>
        </p:nvSpPr>
        <p:spPr>
          <a:xfrm>
            <a:off x="9634410" y="1081427"/>
            <a:ext cx="200285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4</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leaders</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2</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0" name="5. Source">
            <a:extLst>
              <a:ext uri="{FF2B5EF4-FFF2-40B4-BE49-F238E27FC236}">
                <a16:creationId xmlns:a16="http://schemas.microsoft.com/office/drawing/2014/main" id="{BEF63F31-BBEE-FA8A-CFAE-F6131079540B}"/>
              </a:ext>
            </a:extLst>
          </p:cNvPr>
          <p:cNvSpPr txBox="1">
            <a:spLocks/>
          </p:cNvSpPr>
          <p:nvPr>
            <p:custDataLst>
              <p:tags r:id="rId6"/>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7" name="TextBox 16">
            <a:extLst>
              <a:ext uri="{FF2B5EF4-FFF2-40B4-BE49-F238E27FC236}">
                <a16:creationId xmlns:a16="http://schemas.microsoft.com/office/drawing/2014/main" id="{760CC1C9-B63E-8AB0-4CC9-9071CD98E5BD}"/>
              </a:ext>
            </a:extLst>
          </p:cNvPr>
          <p:cNvSpPr txBox="1">
            <a:spLocks/>
          </p:cNvSpPr>
          <p:nvPr/>
        </p:nvSpPr>
        <p:spPr>
          <a:xfrm>
            <a:off x="5528516" y="1430380"/>
            <a:ext cx="333176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Current state</a:t>
            </a:r>
          </a:p>
        </p:txBody>
      </p:sp>
      <p:sp>
        <p:nvSpPr>
          <p:cNvPr id="36" name="TextBox 35">
            <a:extLst>
              <a:ext uri="{FF2B5EF4-FFF2-40B4-BE49-F238E27FC236}">
                <a16:creationId xmlns:a16="http://schemas.microsoft.com/office/drawing/2014/main" id="{3DD160BB-92E0-724A-F42E-F6355917CC68}"/>
              </a:ext>
            </a:extLst>
          </p:cNvPr>
          <p:cNvSpPr txBox="1">
            <a:spLocks/>
          </p:cNvSpPr>
          <p:nvPr/>
        </p:nvSpPr>
        <p:spPr>
          <a:xfrm>
            <a:off x="2191943" y="1430380"/>
            <a:ext cx="2361377"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Evidence</a:t>
            </a:r>
          </a:p>
        </p:txBody>
      </p:sp>
      <p:grpSp>
        <p:nvGrpSpPr>
          <p:cNvPr id="46" name="Group 45">
            <a:extLst>
              <a:ext uri="{FF2B5EF4-FFF2-40B4-BE49-F238E27FC236}">
                <a16:creationId xmlns:a16="http://schemas.microsoft.com/office/drawing/2014/main" id="{1DC33D87-5042-AF3F-DA58-4DFA3242A2C9}"/>
              </a:ext>
            </a:extLst>
          </p:cNvPr>
          <p:cNvGrpSpPr/>
          <p:nvPr/>
        </p:nvGrpSpPr>
        <p:grpSpPr>
          <a:xfrm>
            <a:off x="2191943" y="1787948"/>
            <a:ext cx="9442846" cy="1300739"/>
            <a:chOff x="2191943" y="1787948"/>
            <a:chExt cx="9442846" cy="1300739"/>
          </a:xfrm>
        </p:grpSpPr>
        <p:grpSp>
          <p:nvGrpSpPr>
            <p:cNvPr id="35" name="Group 34">
              <a:extLst>
                <a:ext uri="{FF2B5EF4-FFF2-40B4-BE49-F238E27FC236}">
                  <a16:creationId xmlns:a16="http://schemas.microsoft.com/office/drawing/2014/main" id="{F6DE437F-F024-D2C3-2886-781869DC1E59}"/>
                </a:ext>
              </a:extLst>
            </p:cNvPr>
            <p:cNvGrpSpPr/>
            <p:nvPr/>
          </p:nvGrpSpPr>
          <p:grpSpPr>
            <a:xfrm>
              <a:off x="5565563" y="1787948"/>
              <a:ext cx="6069226" cy="1300739"/>
              <a:chOff x="5565563" y="1787948"/>
              <a:chExt cx="6069226" cy="1300739"/>
            </a:xfrm>
          </p:grpSpPr>
          <p:sp>
            <p:nvSpPr>
              <p:cNvPr id="37" name="TextBox 36">
                <a:extLst>
                  <a:ext uri="{FF2B5EF4-FFF2-40B4-BE49-F238E27FC236}">
                    <a16:creationId xmlns:a16="http://schemas.microsoft.com/office/drawing/2014/main" id="{A26C4244-0401-13BD-4B25-C025DF121CFC}"/>
                  </a:ext>
                </a:extLst>
              </p:cNvPr>
              <p:cNvSpPr txBox="1">
                <a:spLocks/>
              </p:cNvSpPr>
              <p:nvPr>
                <p:custDataLst>
                  <p:tags r:id="rId14"/>
                </p:custDataLst>
              </p:nvPr>
            </p:nvSpPr>
            <p:spPr>
              <a:xfrm>
                <a:off x="8246534" y="1787948"/>
                <a:ext cx="3388255" cy="130073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Enterprise AI platform with secure model access, reusable service components, and a business-facing self-service layer governed by the central AI team</a:t>
                </a:r>
              </a:p>
              <a:p>
                <a:pPr marL="0" lvl="1" indent="0">
                  <a:buNone/>
                </a:pPr>
                <a:r>
                  <a:rPr lang="en-IN" sz="1200" dirty="0"/>
                  <a:t>AI Gateway enforcing data masking, usage policies, and access controls across all models and tools</a:t>
                </a:r>
              </a:p>
            </p:txBody>
          </p:sp>
          <p:grpSp>
            <p:nvGrpSpPr>
              <p:cNvPr id="13" name="Group 12">
                <a:extLst>
                  <a:ext uri="{FF2B5EF4-FFF2-40B4-BE49-F238E27FC236}">
                    <a16:creationId xmlns:a16="http://schemas.microsoft.com/office/drawing/2014/main" id="{61843AC6-45B0-D2D3-E3F8-BE8366905251}"/>
                  </a:ext>
                </a:extLst>
              </p:cNvPr>
              <p:cNvGrpSpPr/>
              <p:nvPr/>
            </p:nvGrpSpPr>
            <p:grpSpPr>
              <a:xfrm>
                <a:off x="5565563" y="1787949"/>
                <a:ext cx="2554309" cy="1107996"/>
                <a:chOff x="5565563" y="1787949"/>
                <a:chExt cx="2554309" cy="1107996"/>
              </a:xfrm>
            </p:grpSpPr>
            <p:sp>
              <p:nvSpPr>
                <p:cNvPr id="18" name="TextBox 17">
                  <a:extLst>
                    <a:ext uri="{FF2B5EF4-FFF2-40B4-BE49-F238E27FC236}">
                      <a16:creationId xmlns:a16="http://schemas.microsoft.com/office/drawing/2014/main" id="{6F036443-C3ED-C8E6-6BF6-14E293CBA01D}"/>
                    </a:ext>
                  </a:extLst>
                </p:cNvPr>
                <p:cNvSpPr txBox="1">
                  <a:spLocks/>
                </p:cNvSpPr>
                <p:nvPr>
                  <p:custDataLst>
                    <p:tags r:id="rId15"/>
                  </p:custDataLst>
                </p:nvPr>
              </p:nvSpPr>
              <p:spPr>
                <a:xfrm>
                  <a:off x="5787123" y="1787949"/>
                  <a:ext cx="2332749"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Early platforms are in place but operate as isolated tools </a:t>
                  </a:r>
                  <a:r>
                    <a:rPr lang="en-IN" sz="1200" dirty="0"/>
                    <a:t>with no shared model registry, reusable components, or governed self-service architecture for business units</a:t>
                  </a:r>
                </a:p>
              </p:txBody>
            </p:sp>
            <p:sp>
              <p:nvSpPr>
                <p:cNvPr id="20" name="Oval 19">
                  <a:extLst>
                    <a:ext uri="{FF2B5EF4-FFF2-40B4-BE49-F238E27FC236}">
                      <a16:creationId xmlns:a16="http://schemas.microsoft.com/office/drawing/2014/main" id="{5A082C9A-7B8F-9D14-986F-E13EB09AF9AE}"/>
                    </a:ext>
                  </a:extLst>
                </p:cNvPr>
                <p:cNvSpPr>
                  <a:spLocks noChangeAspect="1"/>
                </p:cNvSpPr>
                <p:nvPr/>
              </p:nvSpPr>
              <p:spPr>
                <a:xfrm>
                  <a:off x="5565563" y="1808499"/>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sp>
          <p:nvSpPr>
            <p:cNvPr id="38" name="TextBox 37">
              <a:extLst>
                <a:ext uri="{FF2B5EF4-FFF2-40B4-BE49-F238E27FC236}">
                  <a16:creationId xmlns:a16="http://schemas.microsoft.com/office/drawing/2014/main" id="{E58F8D2E-F6CD-C44A-61A5-47D54B187F2D}"/>
                </a:ext>
              </a:extLst>
            </p:cNvPr>
            <p:cNvSpPr txBox="1">
              <a:spLocks/>
            </p:cNvSpPr>
            <p:nvPr>
              <p:custDataLst>
                <p:tags r:id="rId13"/>
              </p:custDataLst>
            </p:nvPr>
          </p:nvSpPr>
          <p:spPr>
            <a:xfrm>
              <a:off x="2191943" y="1787948"/>
              <a:ext cx="315146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26% </a:t>
              </a:r>
              <a:r>
                <a:rPr lang="en-IN" sz="1200" dirty="0"/>
                <a:t>believe</a:t>
              </a:r>
              <a:r>
                <a:rPr lang="en-IN" sz="1200" b="1" dirty="0"/>
                <a:t> </a:t>
              </a:r>
              <a:r>
                <a:rPr lang="en-IN" sz="1200" dirty="0"/>
                <a:t>that </a:t>
              </a:r>
              <a:r>
                <a:rPr lang="en-IN" sz="1200" b="1" dirty="0"/>
                <a:t>standard, reusable interfaces are the default</a:t>
              </a:r>
              <a:r>
                <a:rPr lang="en-IN" sz="1200" dirty="0"/>
                <a:t>, supported by clear ownership and shared standards </a:t>
              </a:r>
              <a:endParaRPr lang="en-IN" sz="1200" i="1" dirty="0"/>
            </a:p>
          </p:txBody>
        </p:sp>
      </p:grpSp>
      <p:grpSp>
        <p:nvGrpSpPr>
          <p:cNvPr id="45" name="Group 44">
            <a:extLst>
              <a:ext uri="{FF2B5EF4-FFF2-40B4-BE49-F238E27FC236}">
                <a16:creationId xmlns:a16="http://schemas.microsoft.com/office/drawing/2014/main" id="{20921E4B-FD58-141B-E964-27397C7E7DB3}"/>
              </a:ext>
            </a:extLst>
          </p:cNvPr>
          <p:cNvGrpSpPr/>
          <p:nvPr/>
        </p:nvGrpSpPr>
        <p:grpSpPr>
          <a:xfrm>
            <a:off x="2191943" y="3283443"/>
            <a:ext cx="9383536" cy="1178296"/>
            <a:chOff x="2191943" y="3268167"/>
            <a:chExt cx="9383536" cy="1178296"/>
          </a:xfrm>
        </p:grpSpPr>
        <p:grpSp>
          <p:nvGrpSpPr>
            <p:cNvPr id="32" name="Group 31">
              <a:extLst>
                <a:ext uri="{FF2B5EF4-FFF2-40B4-BE49-F238E27FC236}">
                  <a16:creationId xmlns:a16="http://schemas.microsoft.com/office/drawing/2014/main" id="{B267DC64-6465-5779-BEB4-034CFB9ED0BD}"/>
                </a:ext>
              </a:extLst>
            </p:cNvPr>
            <p:cNvGrpSpPr/>
            <p:nvPr/>
          </p:nvGrpSpPr>
          <p:grpSpPr>
            <a:xfrm>
              <a:off x="5565563" y="3268167"/>
              <a:ext cx="6009916" cy="1178296"/>
              <a:chOff x="5565563" y="2789322"/>
              <a:chExt cx="6009916" cy="1178296"/>
            </a:xfrm>
          </p:grpSpPr>
          <p:grpSp>
            <p:nvGrpSpPr>
              <p:cNvPr id="8" name="Group 7">
                <a:extLst>
                  <a:ext uri="{FF2B5EF4-FFF2-40B4-BE49-F238E27FC236}">
                    <a16:creationId xmlns:a16="http://schemas.microsoft.com/office/drawing/2014/main" id="{F27F1CEF-03B2-5F3F-64D3-B986332EB55A}"/>
                  </a:ext>
                </a:extLst>
              </p:cNvPr>
              <p:cNvGrpSpPr/>
              <p:nvPr/>
            </p:nvGrpSpPr>
            <p:grpSpPr>
              <a:xfrm>
                <a:off x="5565563" y="2789322"/>
                <a:ext cx="2554309" cy="923330"/>
                <a:chOff x="5565563" y="2789322"/>
                <a:chExt cx="2554309" cy="923330"/>
              </a:xfrm>
            </p:grpSpPr>
            <p:sp>
              <p:nvSpPr>
                <p:cNvPr id="30" name="Oval 29">
                  <a:extLst>
                    <a:ext uri="{FF2B5EF4-FFF2-40B4-BE49-F238E27FC236}">
                      <a16:creationId xmlns:a16="http://schemas.microsoft.com/office/drawing/2014/main" id="{AADBB787-17A6-6F21-5D0B-799E6545C27B}"/>
                    </a:ext>
                  </a:extLst>
                </p:cNvPr>
                <p:cNvSpPr>
                  <a:spLocks noChangeAspect="1"/>
                </p:cNvSpPr>
                <p:nvPr/>
              </p:nvSpPr>
              <p:spPr>
                <a:xfrm>
                  <a:off x="5565563" y="2789322"/>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 name="TextBox 3">
                  <a:extLst>
                    <a:ext uri="{FF2B5EF4-FFF2-40B4-BE49-F238E27FC236}">
                      <a16:creationId xmlns:a16="http://schemas.microsoft.com/office/drawing/2014/main" id="{6C347D05-3E3B-4B8A-657F-A1F72443A064}"/>
                    </a:ext>
                  </a:extLst>
                </p:cNvPr>
                <p:cNvSpPr txBox="1">
                  <a:spLocks/>
                </p:cNvSpPr>
                <p:nvPr>
                  <p:custDataLst>
                    <p:tags r:id="rId12"/>
                  </p:custDataLst>
                </p:nvPr>
              </p:nvSpPr>
              <p:spPr>
                <a:xfrm>
                  <a:off x="5750955" y="2789322"/>
                  <a:ext cx="2368917"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Infrastructure is a bottleneck, </a:t>
                  </a:r>
                  <a:r>
                    <a:rPr lang="en-IN" sz="1200" dirty="0"/>
                    <a:t>private cloud via Pasha Technology, limited GPU capacity, and no readiness for agentic or enterprise-scale AI workloads</a:t>
                  </a:r>
                </a:p>
              </p:txBody>
            </p:sp>
          </p:grpSp>
          <p:sp>
            <p:nvSpPr>
              <p:cNvPr id="15" name="TextBox 14">
                <a:extLst>
                  <a:ext uri="{FF2B5EF4-FFF2-40B4-BE49-F238E27FC236}">
                    <a16:creationId xmlns:a16="http://schemas.microsoft.com/office/drawing/2014/main" id="{339FA529-606D-C156-75A7-ADC15C990D4A}"/>
                  </a:ext>
                </a:extLst>
              </p:cNvPr>
              <p:cNvSpPr txBox="1">
                <a:spLocks/>
              </p:cNvSpPr>
              <p:nvPr>
                <p:custDataLst>
                  <p:tags r:id="rId11"/>
                </p:custDataLst>
              </p:nvPr>
            </p:nvSpPr>
            <p:spPr>
              <a:xfrm>
                <a:off x="8246534" y="2789322"/>
                <a:ext cx="3328945" cy="117829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dirty="0"/>
                  <a:t>Scalable AI infrastructure with dedicated GPU capacity (B200-grade), private cloud optimized for LLM inference and training workloads</a:t>
                </a:r>
              </a:p>
              <a:p>
                <a:r>
                  <a:rPr lang="en-IN" sz="1200" dirty="0"/>
                  <a:t>Agentic AI platform deployed across Pasha Holding with tenant-level isolation and business-unit self-service capability</a:t>
                </a:r>
              </a:p>
            </p:txBody>
          </p:sp>
        </p:grpSp>
        <p:sp>
          <p:nvSpPr>
            <p:cNvPr id="40" name="TextBox 39">
              <a:extLst>
                <a:ext uri="{FF2B5EF4-FFF2-40B4-BE49-F238E27FC236}">
                  <a16:creationId xmlns:a16="http://schemas.microsoft.com/office/drawing/2014/main" id="{82340CFA-F375-4FA5-D6B5-04ADA85885AE}"/>
                </a:ext>
              </a:extLst>
            </p:cNvPr>
            <p:cNvSpPr txBox="1">
              <a:spLocks/>
            </p:cNvSpPr>
            <p:nvPr>
              <p:custDataLst>
                <p:tags r:id="rId10"/>
              </p:custDataLst>
            </p:nvPr>
          </p:nvSpPr>
          <p:spPr>
            <a:xfrm>
              <a:off x="2191943" y="3268168"/>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24% </a:t>
              </a:r>
              <a:r>
                <a:rPr lang="en-IN" sz="1200" dirty="0"/>
                <a:t>believe that a </a:t>
              </a:r>
              <a:r>
                <a:rPr lang="en-IN" sz="1200" b="1" dirty="0"/>
                <a:t>comprehensive modernization plan is in place, </a:t>
              </a:r>
              <a:r>
                <a:rPr lang="en-IN" sz="1200" dirty="0"/>
                <a:t>with clear keep, upgrade, wrap, and replace decisions tied to business value and risk</a:t>
              </a:r>
            </a:p>
          </p:txBody>
        </p:sp>
      </p:grpSp>
      <p:grpSp>
        <p:nvGrpSpPr>
          <p:cNvPr id="44" name="Group 43">
            <a:extLst>
              <a:ext uri="{FF2B5EF4-FFF2-40B4-BE49-F238E27FC236}">
                <a16:creationId xmlns:a16="http://schemas.microsoft.com/office/drawing/2014/main" id="{56B15E57-34CD-00DA-D769-20485892F6A3}"/>
              </a:ext>
            </a:extLst>
          </p:cNvPr>
          <p:cNvGrpSpPr/>
          <p:nvPr/>
        </p:nvGrpSpPr>
        <p:grpSpPr>
          <a:xfrm>
            <a:off x="2191943" y="4656495"/>
            <a:ext cx="9391030" cy="1381043"/>
            <a:chOff x="2191943" y="4766439"/>
            <a:chExt cx="9391030" cy="1381043"/>
          </a:xfrm>
        </p:grpSpPr>
        <p:grpSp>
          <p:nvGrpSpPr>
            <p:cNvPr id="23" name="Group 22">
              <a:extLst>
                <a:ext uri="{FF2B5EF4-FFF2-40B4-BE49-F238E27FC236}">
                  <a16:creationId xmlns:a16="http://schemas.microsoft.com/office/drawing/2014/main" id="{A36E0FB0-2BD6-016C-FEB6-FF4D3387131B}"/>
                </a:ext>
              </a:extLst>
            </p:cNvPr>
            <p:cNvGrpSpPr/>
            <p:nvPr/>
          </p:nvGrpSpPr>
          <p:grpSpPr>
            <a:xfrm>
              <a:off x="5565563" y="4766439"/>
              <a:ext cx="6017410" cy="1381043"/>
              <a:chOff x="5565563" y="3823283"/>
              <a:chExt cx="6017410" cy="1381043"/>
            </a:xfrm>
          </p:grpSpPr>
          <p:grpSp>
            <p:nvGrpSpPr>
              <p:cNvPr id="6" name="Group 5">
                <a:extLst>
                  <a:ext uri="{FF2B5EF4-FFF2-40B4-BE49-F238E27FC236}">
                    <a16:creationId xmlns:a16="http://schemas.microsoft.com/office/drawing/2014/main" id="{1D23D4AB-CB06-D826-D358-AEDC04C328BA}"/>
                  </a:ext>
                </a:extLst>
              </p:cNvPr>
              <p:cNvGrpSpPr/>
              <p:nvPr/>
            </p:nvGrpSpPr>
            <p:grpSpPr>
              <a:xfrm>
                <a:off x="5565563" y="3823285"/>
                <a:ext cx="2554309" cy="1292662"/>
                <a:chOff x="5565563" y="3823285"/>
                <a:chExt cx="2554309" cy="1292662"/>
              </a:xfrm>
            </p:grpSpPr>
            <p:sp>
              <p:nvSpPr>
                <p:cNvPr id="19" name="Oval 18">
                  <a:extLst>
                    <a:ext uri="{FF2B5EF4-FFF2-40B4-BE49-F238E27FC236}">
                      <a16:creationId xmlns:a16="http://schemas.microsoft.com/office/drawing/2014/main" id="{8824252E-E89D-68BE-9926-B5CDDA1F3B50}"/>
                    </a:ext>
                  </a:extLst>
                </p:cNvPr>
                <p:cNvSpPr>
                  <a:spLocks noChangeAspect="1"/>
                </p:cNvSpPr>
                <p:nvPr/>
              </p:nvSpPr>
              <p:spPr>
                <a:xfrm>
                  <a:off x="5565563" y="382328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5" name="TextBox 4">
                  <a:extLst>
                    <a:ext uri="{FF2B5EF4-FFF2-40B4-BE49-F238E27FC236}">
                      <a16:creationId xmlns:a16="http://schemas.microsoft.com/office/drawing/2014/main" id="{F6956664-5BB3-D8C2-DDA7-4430CB7ED683}"/>
                    </a:ext>
                  </a:extLst>
                </p:cNvPr>
                <p:cNvSpPr txBox="1">
                  <a:spLocks/>
                </p:cNvSpPr>
                <p:nvPr>
                  <p:custDataLst>
                    <p:tags r:id="rId9"/>
                  </p:custDataLst>
                </p:nvPr>
              </p:nvSpPr>
              <p:spPr>
                <a:xfrm>
                  <a:off x="5787123" y="3823285"/>
                  <a:ext cx="2332749" cy="129266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Lack of </a:t>
                  </a:r>
                  <a:r>
                    <a:rPr lang="en-IN" sz="1200" b="1" dirty="0" err="1"/>
                    <a:t>MLOps</a:t>
                  </a:r>
                  <a:r>
                    <a:rPr lang="en-IN" sz="1200" b="1" dirty="0"/>
                    <a:t> or </a:t>
                  </a:r>
                  <a:r>
                    <a:rPr lang="en-IN" sz="1200" b="1" dirty="0" err="1"/>
                    <a:t>LLMOps</a:t>
                  </a:r>
                  <a:r>
                    <a:rPr lang="en-IN" sz="1200" b="1" dirty="0"/>
                    <a:t> practices; </a:t>
                  </a:r>
                  <a:r>
                    <a:rPr lang="en-IN" sz="1200" dirty="0"/>
                    <a:t>AI deployments are fully ad hoc, DevOps and AI workflows are completely separated, and there is no prompt management, model versioning, or lifecycle governance</a:t>
                  </a:r>
                </a:p>
              </p:txBody>
            </p:sp>
          </p:grpSp>
          <p:sp>
            <p:nvSpPr>
              <p:cNvPr id="16" name="TextBox 15">
                <a:extLst>
                  <a:ext uri="{FF2B5EF4-FFF2-40B4-BE49-F238E27FC236}">
                    <a16:creationId xmlns:a16="http://schemas.microsoft.com/office/drawing/2014/main" id="{2ADB92E0-A214-EDD8-5E79-14F5EA28DC0C}"/>
                  </a:ext>
                </a:extLst>
              </p:cNvPr>
              <p:cNvSpPr txBox="1">
                <a:spLocks/>
              </p:cNvSpPr>
              <p:nvPr>
                <p:custDataLst>
                  <p:tags r:id="rId8"/>
                </p:custDataLst>
              </p:nvPr>
            </p:nvSpPr>
            <p:spPr>
              <a:xfrm>
                <a:off x="8246534" y="3823283"/>
                <a:ext cx="3336439" cy="138104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dirty="0"/>
                  <a:t>End-to-end </a:t>
                </a:r>
                <a:r>
                  <a:rPr lang="en-IN" sz="1200" dirty="0" err="1"/>
                  <a:t>MLOps</a:t>
                </a:r>
                <a:r>
                  <a:rPr lang="en-IN" sz="1200" dirty="0"/>
                  <a:t>/</a:t>
                </a:r>
                <a:r>
                  <a:rPr lang="en-IN" sz="1200" dirty="0" err="1"/>
                  <a:t>LLMOps</a:t>
                </a:r>
                <a:r>
                  <a:rPr lang="en-IN" sz="1200" dirty="0"/>
                  <a:t> pipeline: model versioning, prompt management, drift monitoring, and automated retraining integrated into CI/CD</a:t>
                </a:r>
              </a:p>
              <a:p>
                <a:r>
                  <a:rPr lang="en-IN" sz="1200" dirty="0"/>
                  <a:t>AI deployment lifecycle governed with stage gates, rollback controls, and performance tracking from PoC to production</a:t>
                </a:r>
              </a:p>
            </p:txBody>
          </p:sp>
        </p:grpSp>
        <p:sp>
          <p:nvSpPr>
            <p:cNvPr id="41" name="TextBox 40">
              <a:extLst>
                <a:ext uri="{FF2B5EF4-FFF2-40B4-BE49-F238E27FC236}">
                  <a16:creationId xmlns:a16="http://schemas.microsoft.com/office/drawing/2014/main" id="{A8916136-0004-FE89-8663-785752823B40}"/>
                </a:ext>
              </a:extLst>
            </p:cNvPr>
            <p:cNvSpPr txBox="1">
              <a:spLocks/>
            </p:cNvSpPr>
            <p:nvPr>
              <p:custDataLst>
                <p:tags r:id="rId7"/>
              </p:custDataLst>
            </p:nvPr>
          </p:nvSpPr>
          <p:spPr>
            <a:xfrm>
              <a:off x="2191943" y="4766440"/>
              <a:ext cx="315146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13% </a:t>
              </a:r>
              <a:r>
                <a:rPr lang="en-IN" sz="1200" dirty="0"/>
                <a:t>believe that PASHA Bank’s </a:t>
              </a:r>
              <a:r>
                <a:rPr lang="en-IN" sz="1200" b="1" dirty="0"/>
                <a:t>AI platform enables rapid, reusable development </a:t>
              </a:r>
              <a:r>
                <a:rPr lang="en-IN" sz="1200" dirty="0"/>
                <a:t>and deployment of AI solutions</a:t>
              </a:r>
            </a:p>
          </p:txBody>
        </p:sp>
      </p:grpSp>
      <p:cxnSp>
        <p:nvCxnSpPr>
          <p:cNvPr id="49" name="Straight Connector 48">
            <a:extLst>
              <a:ext uri="{FF2B5EF4-FFF2-40B4-BE49-F238E27FC236}">
                <a16:creationId xmlns:a16="http://schemas.microsoft.com/office/drawing/2014/main" id="{D572A86D-F7AB-79F0-9971-ED4BC23E0F1E}"/>
              </a:ext>
            </a:extLst>
          </p:cNvPr>
          <p:cNvCxnSpPr>
            <a:cxnSpLocks/>
          </p:cNvCxnSpPr>
          <p:nvPr/>
        </p:nvCxnSpPr>
        <p:spPr>
          <a:xfrm>
            <a:off x="2191943" y="3186065"/>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BB25A45-15CB-33D2-4899-19F2B22A9CE3}"/>
              </a:ext>
            </a:extLst>
          </p:cNvPr>
          <p:cNvCxnSpPr>
            <a:cxnSpLocks/>
          </p:cNvCxnSpPr>
          <p:nvPr/>
        </p:nvCxnSpPr>
        <p:spPr>
          <a:xfrm>
            <a:off x="2191943" y="4559117"/>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0CD367F-3CCC-30ED-02E2-8088D0A17485}"/>
              </a:ext>
            </a:extLst>
          </p:cNvPr>
          <p:cNvSpPr txBox="1">
            <a:spLocks/>
          </p:cNvSpPr>
          <p:nvPr/>
        </p:nvSpPr>
        <p:spPr>
          <a:xfrm>
            <a:off x="8246534" y="1430380"/>
            <a:ext cx="3231087" cy="20715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Target state/ Best practice</a:t>
            </a:r>
          </a:p>
        </p:txBody>
      </p:sp>
    </p:spTree>
    <p:custDataLst>
      <p:tags r:id="rId1"/>
    </p:custDataLst>
    <p:extLst>
      <p:ext uri="{BB962C8B-B14F-4D97-AF65-F5344CB8AC3E}">
        <p14:creationId xmlns:p14="http://schemas.microsoft.com/office/powerpoint/2010/main" val="1363910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0EB3A-9278-BE52-7836-8A3AD4232589}"/>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4C751390-AACE-910A-2FB9-0CE5BC5E5925}"/>
              </a:ext>
            </a:extLst>
          </p:cNvPr>
          <p:cNvGraphicFramePr>
            <a:graphicFrameLocks noChangeAspect="1"/>
          </p:cNvGraphicFramePr>
          <p:nvPr>
            <p:custDataLst>
              <p:tags r:id="rId2"/>
            </p:custDataLst>
            <p:extLst>
              <p:ext uri="{D42A27DB-BD31-4B8C-83A1-F6EECF244321}">
                <p14:modId xmlns:p14="http://schemas.microsoft.com/office/powerpoint/2010/main" val="36890016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51" imgH="450" progId="TCLayout.ActiveDocument.1">
                  <p:embed/>
                </p:oleObj>
              </mc:Choice>
              <mc:Fallback>
                <p:oleObj name="think-cell Slide" r:id="rId18" imgW="451" imgH="450" progId="TCLayout.ActiveDocument.1">
                  <p:embed/>
                  <p:pic>
                    <p:nvPicPr>
                      <p:cNvPr id="34" name="Object 6" hidden="1">
                        <a:extLst>
                          <a:ext uri="{FF2B5EF4-FFF2-40B4-BE49-F238E27FC236}">
                            <a16:creationId xmlns:a16="http://schemas.microsoft.com/office/drawing/2014/main" id="{4C751390-AACE-910A-2FB9-0CE5BC5E5925}"/>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87748EEC-06B0-C050-F2CC-DAC2F2047A24}"/>
              </a:ext>
            </a:extLst>
          </p:cNvPr>
          <p:cNvSpPr>
            <a:spLocks noGrp="1"/>
          </p:cNvSpPr>
          <p:nvPr>
            <p:ph type="title"/>
            <p:custDataLst>
              <p:tags r:id="rId3"/>
            </p:custDataLst>
          </p:nvPr>
        </p:nvSpPr>
        <p:spPr>
          <a:xfrm>
            <a:off x="554734" y="549789"/>
            <a:ext cx="11082528" cy="353943"/>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IN" sz="2300" dirty="0"/>
              <a:t>Data deep dive</a:t>
            </a:r>
            <a:endParaRPr lang="en-AU" sz="2300" dirty="0">
              <a:latin typeface="+mj-lt"/>
            </a:endParaRPr>
          </a:p>
        </p:txBody>
      </p:sp>
      <p:sp>
        <p:nvSpPr>
          <p:cNvPr id="33" name="Rectangle 1" hidden="1">
            <a:extLst>
              <a:ext uri="{FF2B5EF4-FFF2-40B4-BE49-F238E27FC236}">
                <a16:creationId xmlns:a16="http://schemas.microsoft.com/office/drawing/2014/main" id="{C8749F1E-8CAC-E084-F279-0E722DE28CE6}"/>
              </a:ext>
            </a:extLst>
          </p:cNvPr>
          <p:cNvSpPr/>
          <p:nvPr>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 name="LineBasicImpact 4">
            <a:extLst>
              <a:ext uri="{FF2B5EF4-FFF2-40B4-BE49-F238E27FC236}">
                <a16:creationId xmlns:a16="http://schemas.microsoft.com/office/drawing/2014/main" id="{22205C70-65D6-ED29-45BB-ED7943492456}"/>
              </a:ext>
            </a:extLst>
          </p:cNvPr>
          <p:cNvCxnSpPr>
            <a:cxnSpLocks/>
          </p:cNvCxnSpPr>
          <p:nvPr>
            <p:custDataLst>
              <p:tags r:id="rId5"/>
            </p:custDataLst>
          </p:nvPr>
        </p:nvCxnSpPr>
        <p:spPr>
          <a:xfrm>
            <a:off x="554734" y="1700429"/>
            <a:ext cx="11082528" cy="0"/>
          </a:xfrm>
          <a:prstGeom prst="straightConnector1">
            <a:avLst/>
          </a:prstGeom>
          <a:ln w="190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A2B829B8-A10F-234B-B1D9-3AB81958F921}"/>
              </a:ext>
            </a:extLst>
          </p:cNvPr>
          <p:cNvSpPr>
            <a:spLocks/>
          </p:cNvSpPr>
          <p:nvPr/>
        </p:nvSpPr>
        <p:spPr>
          <a:xfrm>
            <a:off x="873994" y="1814703"/>
            <a:ext cx="1210870" cy="4123159"/>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nSpc>
                <a:spcPct val="90000"/>
              </a:lnSpc>
              <a:spcBef>
                <a:spcPts val="1000"/>
              </a:spcBef>
              <a:defRPr/>
            </a:pPr>
            <a:r>
              <a:rPr lang="en-AU" sz="1200" b="1" dirty="0">
                <a:solidFill>
                  <a:srgbClr val="111918"/>
                </a:solidFill>
                <a:cs typeface="Tahoma" panose="020B0604030504040204" pitchFamily="34" charset="0"/>
              </a:rPr>
              <a:t>Data: 33</a:t>
            </a:r>
          </a:p>
        </p:txBody>
      </p:sp>
      <p:sp>
        <p:nvSpPr>
          <p:cNvPr id="48" name="TextBox 47">
            <a:extLst>
              <a:ext uri="{FF2B5EF4-FFF2-40B4-BE49-F238E27FC236}">
                <a16:creationId xmlns:a16="http://schemas.microsoft.com/office/drawing/2014/main" id="{BFA847C9-586B-80CF-A84C-7A30FB189C2C}"/>
              </a:ext>
            </a:extLst>
          </p:cNvPr>
          <p:cNvSpPr txBox="1">
            <a:spLocks/>
          </p:cNvSpPr>
          <p:nvPr/>
        </p:nvSpPr>
        <p:spPr>
          <a:xfrm>
            <a:off x="554734" y="1814704"/>
            <a:ext cx="323035" cy="4123153"/>
          </a:xfrm>
          <a:prstGeom prst="rect">
            <a:avLst/>
          </a:prstGeom>
          <a:solidFill>
            <a:schemeClr val="accent1">
              <a:lumMod val="90000"/>
              <a:lumOff val="10000"/>
            </a:schemeClr>
          </a:solidFill>
        </p:spPr>
        <p:txBody>
          <a:bodyPr vert="horz" wrap="square" lIns="36000" tIns="36000" rIns="36000" bIns="3600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AU" sz="2800" b="1" i="0" u="none" strike="noStrike" kern="1200" cap="none" spc="0" normalizeH="0" baseline="0" noProof="0" dirty="0">
                <a:ln>
                  <a:noFill/>
                </a:ln>
                <a:solidFill>
                  <a:srgbClr val="FFFFFF"/>
                </a:solidFill>
                <a:effectLst/>
                <a:uLnTx/>
                <a:uFillTx/>
                <a:ea typeface="+mn-ea"/>
                <a:cs typeface="Tahoma" panose="020B0604030504040204" pitchFamily="34" charset="0"/>
              </a:rPr>
              <a:t>5</a:t>
            </a:r>
          </a:p>
        </p:txBody>
      </p:sp>
      <p:sp>
        <p:nvSpPr>
          <p:cNvPr id="64" name="Oval 63">
            <a:extLst>
              <a:ext uri="{FF2B5EF4-FFF2-40B4-BE49-F238E27FC236}">
                <a16:creationId xmlns:a16="http://schemas.microsoft.com/office/drawing/2014/main" id="{63DCF8EF-7A73-9C77-28D0-0F83A030B886}"/>
              </a:ext>
            </a:extLst>
          </p:cNvPr>
          <p:cNvSpPr>
            <a:spLocks/>
          </p:cNvSpPr>
          <p:nvPr/>
        </p:nvSpPr>
        <p:spPr>
          <a:xfrm>
            <a:off x="1068804" y="2289877"/>
            <a:ext cx="572937" cy="231728"/>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-1</a:t>
            </a:r>
          </a:p>
        </p:txBody>
      </p:sp>
      <p:sp>
        <p:nvSpPr>
          <p:cNvPr id="67" name="Oval 66">
            <a:extLst>
              <a:ext uri="{FF2B5EF4-FFF2-40B4-BE49-F238E27FC236}">
                <a16:creationId xmlns:a16="http://schemas.microsoft.com/office/drawing/2014/main" id="{9F107262-5420-93B5-40FB-AECAE06E37D4}"/>
              </a:ext>
            </a:extLst>
          </p:cNvPr>
          <p:cNvSpPr>
            <a:spLocks/>
          </p:cNvSpPr>
          <p:nvPr/>
        </p:nvSpPr>
        <p:spPr>
          <a:xfrm>
            <a:off x="1068803" y="2714295"/>
            <a:ext cx="572937" cy="2317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-26</a:t>
            </a:r>
          </a:p>
        </p:txBody>
      </p:sp>
      <p:sp>
        <p:nvSpPr>
          <p:cNvPr id="96" name="4. Footnote">
            <a:extLst>
              <a:ext uri="{FF2B5EF4-FFF2-40B4-BE49-F238E27FC236}">
                <a16:creationId xmlns:a16="http://schemas.microsoft.com/office/drawing/2014/main" id="{E0528BC1-E8CA-CF25-5679-90ECA986EA77}"/>
              </a:ext>
            </a:extLst>
          </p:cNvPr>
          <p:cNvSpPr txBox="1">
            <a:spLocks noChangeArrowheads="1"/>
          </p:cNvSpPr>
          <p:nvPr/>
        </p:nvSpPr>
        <p:spPr bwMode="auto">
          <a:xfrm>
            <a:off x="554736" y="5937862"/>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28600" lvl="0" indent="-228600" defTabSz="9144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average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average score]</a:t>
            </a:r>
          </a:p>
          <a:p>
            <a:pPr marL="228600" lvl="0" indent="-2286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leaders’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leaders’ score]</a:t>
            </a:r>
            <a:endParaRPr kumimoji="0" lang="en-AU" sz="1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21" name="Oval 20">
            <a:extLst>
              <a:ext uri="{FF2B5EF4-FFF2-40B4-BE49-F238E27FC236}">
                <a16:creationId xmlns:a16="http://schemas.microsoft.com/office/drawing/2014/main" id="{B78A674C-F380-5CF3-E974-2AFC401EF623}"/>
              </a:ext>
            </a:extLst>
          </p:cNvPr>
          <p:cNvSpPr>
            <a:spLocks/>
          </p:cNvSpPr>
          <p:nvPr/>
        </p:nvSpPr>
        <p:spPr>
          <a:xfrm>
            <a:off x="3526521" y="1075468"/>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 name="TextBox 21">
            <a:extLst>
              <a:ext uri="{FF2B5EF4-FFF2-40B4-BE49-F238E27FC236}">
                <a16:creationId xmlns:a16="http://schemas.microsoft.com/office/drawing/2014/main" id="{83B2894A-2C9F-DFB2-AADB-4E29B07D620C}"/>
              </a:ext>
            </a:extLst>
          </p:cNvPr>
          <p:cNvSpPr txBox="1">
            <a:spLocks/>
          </p:cNvSpPr>
          <p:nvPr/>
        </p:nvSpPr>
        <p:spPr>
          <a:xfrm>
            <a:off x="3731228" y="1076466"/>
            <a:ext cx="551292"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Strengths</a:t>
            </a:r>
          </a:p>
        </p:txBody>
      </p:sp>
      <p:sp>
        <p:nvSpPr>
          <p:cNvPr id="24" name="Oval 23">
            <a:extLst>
              <a:ext uri="{FF2B5EF4-FFF2-40B4-BE49-F238E27FC236}">
                <a16:creationId xmlns:a16="http://schemas.microsoft.com/office/drawing/2014/main" id="{0E45B3AB-DE6D-9775-8BE6-CF730C2AAD57}"/>
              </a:ext>
            </a:extLst>
          </p:cNvPr>
          <p:cNvSpPr>
            <a:spLocks/>
          </p:cNvSpPr>
          <p:nvPr/>
        </p:nvSpPr>
        <p:spPr>
          <a:xfrm>
            <a:off x="4589153" y="107313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5" name="TextBox 24">
            <a:extLst>
              <a:ext uri="{FF2B5EF4-FFF2-40B4-BE49-F238E27FC236}">
                <a16:creationId xmlns:a16="http://schemas.microsoft.com/office/drawing/2014/main" id="{76C9AE7D-F7A0-477D-23D4-EA6F9BBDE827}"/>
              </a:ext>
            </a:extLst>
          </p:cNvPr>
          <p:cNvSpPr txBox="1">
            <a:spLocks/>
          </p:cNvSpPr>
          <p:nvPr/>
        </p:nvSpPr>
        <p:spPr>
          <a:xfrm>
            <a:off x="4793860" y="1074133"/>
            <a:ext cx="760247"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Opportunities</a:t>
            </a:r>
          </a:p>
        </p:txBody>
      </p:sp>
      <p:sp>
        <p:nvSpPr>
          <p:cNvPr id="26" name="Oval 25">
            <a:extLst>
              <a:ext uri="{FF2B5EF4-FFF2-40B4-BE49-F238E27FC236}">
                <a16:creationId xmlns:a16="http://schemas.microsoft.com/office/drawing/2014/main" id="{03D146AC-EB65-76D2-AC1B-487625BA104A}"/>
              </a:ext>
            </a:extLst>
          </p:cNvPr>
          <p:cNvSpPr>
            <a:spLocks/>
          </p:cNvSpPr>
          <p:nvPr/>
        </p:nvSpPr>
        <p:spPr>
          <a:xfrm>
            <a:off x="8962585" y="1042908"/>
            <a:ext cx="590927" cy="21553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7" name="Oval 26">
            <a:extLst>
              <a:ext uri="{FF2B5EF4-FFF2-40B4-BE49-F238E27FC236}">
                <a16:creationId xmlns:a16="http://schemas.microsoft.com/office/drawing/2014/main" id="{0B42C4E5-77ED-AD18-4A7C-7024D750105D}"/>
              </a:ext>
            </a:extLst>
          </p:cNvPr>
          <p:cNvSpPr>
            <a:spLocks/>
          </p:cNvSpPr>
          <p:nvPr/>
        </p:nvSpPr>
        <p:spPr>
          <a:xfrm>
            <a:off x="5793022" y="1042908"/>
            <a:ext cx="693129" cy="215536"/>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8" name="TextBox 27">
            <a:extLst>
              <a:ext uri="{FF2B5EF4-FFF2-40B4-BE49-F238E27FC236}">
                <a16:creationId xmlns:a16="http://schemas.microsoft.com/office/drawing/2014/main" id="{E2E19D22-703E-7B6F-754E-0922B03DF640}"/>
              </a:ext>
            </a:extLst>
          </p:cNvPr>
          <p:cNvSpPr txBox="1">
            <a:spLocks/>
          </p:cNvSpPr>
          <p:nvPr/>
        </p:nvSpPr>
        <p:spPr>
          <a:xfrm>
            <a:off x="6620436" y="1081427"/>
            <a:ext cx="204058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3</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average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1</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 name="TextBox 28">
            <a:extLst>
              <a:ext uri="{FF2B5EF4-FFF2-40B4-BE49-F238E27FC236}">
                <a16:creationId xmlns:a16="http://schemas.microsoft.com/office/drawing/2014/main" id="{348D7047-6E2E-38ED-EE6D-3298C3128129}"/>
              </a:ext>
            </a:extLst>
          </p:cNvPr>
          <p:cNvSpPr txBox="1">
            <a:spLocks/>
          </p:cNvSpPr>
          <p:nvPr/>
        </p:nvSpPr>
        <p:spPr>
          <a:xfrm>
            <a:off x="9634410" y="1081427"/>
            <a:ext cx="200285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4</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leaders</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2</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0" name="5. Source">
            <a:extLst>
              <a:ext uri="{FF2B5EF4-FFF2-40B4-BE49-F238E27FC236}">
                <a16:creationId xmlns:a16="http://schemas.microsoft.com/office/drawing/2014/main" id="{6C5F1D99-CC33-B5C1-7EAE-912AD1A33B13}"/>
              </a:ext>
            </a:extLst>
          </p:cNvPr>
          <p:cNvSpPr txBox="1">
            <a:spLocks/>
          </p:cNvSpPr>
          <p:nvPr>
            <p:custDataLst>
              <p:tags r:id="rId6"/>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7" name="TextBox 16">
            <a:extLst>
              <a:ext uri="{FF2B5EF4-FFF2-40B4-BE49-F238E27FC236}">
                <a16:creationId xmlns:a16="http://schemas.microsoft.com/office/drawing/2014/main" id="{EAD33653-F28D-B56F-17C8-B26986D96E44}"/>
              </a:ext>
            </a:extLst>
          </p:cNvPr>
          <p:cNvSpPr txBox="1">
            <a:spLocks/>
          </p:cNvSpPr>
          <p:nvPr/>
        </p:nvSpPr>
        <p:spPr>
          <a:xfrm>
            <a:off x="5528516" y="1430380"/>
            <a:ext cx="333176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Current state</a:t>
            </a:r>
          </a:p>
        </p:txBody>
      </p:sp>
      <p:sp>
        <p:nvSpPr>
          <p:cNvPr id="36" name="TextBox 35">
            <a:extLst>
              <a:ext uri="{FF2B5EF4-FFF2-40B4-BE49-F238E27FC236}">
                <a16:creationId xmlns:a16="http://schemas.microsoft.com/office/drawing/2014/main" id="{5C17DDF3-1D46-9DBE-9F9A-19D427CC4027}"/>
              </a:ext>
            </a:extLst>
          </p:cNvPr>
          <p:cNvSpPr txBox="1">
            <a:spLocks/>
          </p:cNvSpPr>
          <p:nvPr/>
        </p:nvSpPr>
        <p:spPr>
          <a:xfrm>
            <a:off x="2191943" y="1430380"/>
            <a:ext cx="2361377"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Evidence</a:t>
            </a:r>
          </a:p>
        </p:txBody>
      </p:sp>
      <p:grpSp>
        <p:nvGrpSpPr>
          <p:cNvPr id="46" name="Group 45">
            <a:extLst>
              <a:ext uri="{FF2B5EF4-FFF2-40B4-BE49-F238E27FC236}">
                <a16:creationId xmlns:a16="http://schemas.microsoft.com/office/drawing/2014/main" id="{4E13EF08-2FE8-6F83-3E37-538AF5A3E5D1}"/>
              </a:ext>
            </a:extLst>
          </p:cNvPr>
          <p:cNvGrpSpPr/>
          <p:nvPr/>
        </p:nvGrpSpPr>
        <p:grpSpPr>
          <a:xfrm>
            <a:off x="2191943" y="1787948"/>
            <a:ext cx="9442846" cy="1300739"/>
            <a:chOff x="2191943" y="1787948"/>
            <a:chExt cx="9442846" cy="1300739"/>
          </a:xfrm>
        </p:grpSpPr>
        <p:grpSp>
          <p:nvGrpSpPr>
            <p:cNvPr id="35" name="Group 34">
              <a:extLst>
                <a:ext uri="{FF2B5EF4-FFF2-40B4-BE49-F238E27FC236}">
                  <a16:creationId xmlns:a16="http://schemas.microsoft.com/office/drawing/2014/main" id="{224BFA18-A924-450C-6392-B218B24CBC50}"/>
                </a:ext>
              </a:extLst>
            </p:cNvPr>
            <p:cNvGrpSpPr/>
            <p:nvPr/>
          </p:nvGrpSpPr>
          <p:grpSpPr>
            <a:xfrm>
              <a:off x="5565563" y="1787948"/>
              <a:ext cx="6069226" cy="1300739"/>
              <a:chOff x="5565563" y="1787948"/>
              <a:chExt cx="6069226" cy="1300739"/>
            </a:xfrm>
          </p:grpSpPr>
          <p:sp>
            <p:nvSpPr>
              <p:cNvPr id="37" name="TextBox 36">
                <a:extLst>
                  <a:ext uri="{FF2B5EF4-FFF2-40B4-BE49-F238E27FC236}">
                    <a16:creationId xmlns:a16="http://schemas.microsoft.com/office/drawing/2014/main" id="{63D99EE5-B36A-6FC7-063E-2BFD381144E1}"/>
                  </a:ext>
                </a:extLst>
              </p:cNvPr>
              <p:cNvSpPr txBox="1">
                <a:spLocks/>
              </p:cNvSpPr>
              <p:nvPr>
                <p:custDataLst>
                  <p:tags r:id="rId14"/>
                </p:custDataLst>
              </p:nvPr>
            </p:nvSpPr>
            <p:spPr>
              <a:xfrm>
                <a:off x="8246534" y="1787948"/>
                <a:ext cx="3388255" cy="130073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Enterprise data strategy formally owned by business domains, with defined accountability for quality, definitions, and fitness-for-AI</a:t>
                </a:r>
              </a:p>
              <a:p>
                <a:pPr marL="0" lvl="1" indent="0">
                  <a:buNone/>
                </a:pPr>
                <a:r>
                  <a:rPr lang="en-IN" sz="1200" dirty="0"/>
                  <a:t>Data strategy explicitly sequenced to enable priority AI use cases: credit risk, compliance, customer support, and operations</a:t>
                </a:r>
              </a:p>
              <a:p>
                <a:pPr marL="0" lvl="1" indent="0">
                  <a:buNone/>
                </a:pPr>
                <a:endParaRPr lang="en-IN" sz="1200" dirty="0"/>
              </a:p>
            </p:txBody>
          </p:sp>
          <p:grpSp>
            <p:nvGrpSpPr>
              <p:cNvPr id="13" name="Group 12">
                <a:extLst>
                  <a:ext uri="{FF2B5EF4-FFF2-40B4-BE49-F238E27FC236}">
                    <a16:creationId xmlns:a16="http://schemas.microsoft.com/office/drawing/2014/main" id="{F465D118-362A-3FE6-4909-64217A166250}"/>
                  </a:ext>
                </a:extLst>
              </p:cNvPr>
              <p:cNvGrpSpPr/>
              <p:nvPr/>
            </p:nvGrpSpPr>
            <p:grpSpPr>
              <a:xfrm>
                <a:off x="5565563" y="1787949"/>
                <a:ext cx="2481157" cy="923330"/>
                <a:chOff x="5565563" y="1787949"/>
                <a:chExt cx="2481157" cy="923330"/>
              </a:xfrm>
            </p:grpSpPr>
            <p:sp>
              <p:nvSpPr>
                <p:cNvPr id="18" name="TextBox 17">
                  <a:extLst>
                    <a:ext uri="{FF2B5EF4-FFF2-40B4-BE49-F238E27FC236}">
                      <a16:creationId xmlns:a16="http://schemas.microsoft.com/office/drawing/2014/main" id="{451B3296-8C6C-42C7-DE45-BC963F03E06D}"/>
                    </a:ext>
                  </a:extLst>
                </p:cNvPr>
                <p:cNvSpPr txBox="1">
                  <a:spLocks/>
                </p:cNvSpPr>
                <p:nvPr>
                  <p:custDataLst>
                    <p:tags r:id="rId15"/>
                  </p:custDataLst>
                </p:nvPr>
              </p:nvSpPr>
              <p:spPr>
                <a:xfrm>
                  <a:off x="5787123" y="1787949"/>
                  <a:ext cx="2259597"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Data strategy awareness and intent exists; </a:t>
                  </a:r>
                  <a:r>
                    <a:rPr lang="en-IN" sz="1200" dirty="0"/>
                    <a:t>leadership has clearly articulated the need for ownership and business-led accountability</a:t>
                  </a:r>
                </a:p>
              </p:txBody>
            </p:sp>
            <p:sp>
              <p:nvSpPr>
                <p:cNvPr id="20" name="Oval 19">
                  <a:extLst>
                    <a:ext uri="{FF2B5EF4-FFF2-40B4-BE49-F238E27FC236}">
                      <a16:creationId xmlns:a16="http://schemas.microsoft.com/office/drawing/2014/main" id="{8E48EB28-B9A9-E4C5-99D7-1BE1E4187501}"/>
                    </a:ext>
                  </a:extLst>
                </p:cNvPr>
                <p:cNvSpPr>
                  <a:spLocks noChangeAspect="1"/>
                </p:cNvSpPr>
                <p:nvPr/>
              </p:nvSpPr>
              <p:spPr>
                <a:xfrm>
                  <a:off x="5565563" y="1808499"/>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sp>
          <p:nvSpPr>
            <p:cNvPr id="38" name="TextBox 37">
              <a:extLst>
                <a:ext uri="{FF2B5EF4-FFF2-40B4-BE49-F238E27FC236}">
                  <a16:creationId xmlns:a16="http://schemas.microsoft.com/office/drawing/2014/main" id="{2CA9CA27-BD72-4E4E-8263-A0F8B53617C4}"/>
                </a:ext>
              </a:extLst>
            </p:cNvPr>
            <p:cNvSpPr txBox="1">
              <a:spLocks/>
            </p:cNvSpPr>
            <p:nvPr>
              <p:custDataLst>
                <p:tags r:id="rId13"/>
              </p:custDataLst>
            </p:nvPr>
          </p:nvSpPr>
          <p:spPr>
            <a:xfrm>
              <a:off x="2191943" y="1787948"/>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33% </a:t>
              </a:r>
              <a:r>
                <a:rPr lang="en-IN" sz="1200" dirty="0"/>
                <a:t>believe that PASHA Bank’s </a:t>
              </a:r>
              <a:r>
                <a:rPr lang="en-IN" sz="1200" b="1" dirty="0"/>
                <a:t>data strategy clearly link priority business domains </a:t>
              </a:r>
              <a:r>
                <a:rPr lang="en-IN" sz="1200" dirty="0"/>
                <a:t>and AI use cases to measurable business value</a:t>
              </a:r>
            </a:p>
          </p:txBody>
        </p:sp>
      </p:grpSp>
      <p:grpSp>
        <p:nvGrpSpPr>
          <p:cNvPr id="45" name="Group 44">
            <a:extLst>
              <a:ext uri="{FF2B5EF4-FFF2-40B4-BE49-F238E27FC236}">
                <a16:creationId xmlns:a16="http://schemas.microsoft.com/office/drawing/2014/main" id="{0ECCE0ED-0E71-8AA0-08D8-6D27A84E2D0F}"/>
              </a:ext>
            </a:extLst>
          </p:cNvPr>
          <p:cNvGrpSpPr/>
          <p:nvPr/>
        </p:nvGrpSpPr>
        <p:grpSpPr>
          <a:xfrm>
            <a:off x="2191943" y="3198317"/>
            <a:ext cx="9383536" cy="1318792"/>
            <a:chOff x="2191943" y="3268167"/>
            <a:chExt cx="9383536" cy="1318792"/>
          </a:xfrm>
        </p:grpSpPr>
        <p:grpSp>
          <p:nvGrpSpPr>
            <p:cNvPr id="32" name="Group 31">
              <a:extLst>
                <a:ext uri="{FF2B5EF4-FFF2-40B4-BE49-F238E27FC236}">
                  <a16:creationId xmlns:a16="http://schemas.microsoft.com/office/drawing/2014/main" id="{08B1B30C-8E26-60E8-A0F4-F30F25F15D0C}"/>
                </a:ext>
              </a:extLst>
            </p:cNvPr>
            <p:cNvGrpSpPr/>
            <p:nvPr/>
          </p:nvGrpSpPr>
          <p:grpSpPr>
            <a:xfrm>
              <a:off x="5565563" y="3268167"/>
              <a:ext cx="6009916" cy="1318792"/>
              <a:chOff x="5565563" y="2789322"/>
              <a:chExt cx="6009916" cy="1318792"/>
            </a:xfrm>
          </p:grpSpPr>
          <p:grpSp>
            <p:nvGrpSpPr>
              <p:cNvPr id="8" name="Group 7">
                <a:extLst>
                  <a:ext uri="{FF2B5EF4-FFF2-40B4-BE49-F238E27FC236}">
                    <a16:creationId xmlns:a16="http://schemas.microsoft.com/office/drawing/2014/main" id="{85FAC7DD-AE4B-75AA-D26C-CA00B775F9A5}"/>
                  </a:ext>
                </a:extLst>
              </p:cNvPr>
              <p:cNvGrpSpPr/>
              <p:nvPr/>
            </p:nvGrpSpPr>
            <p:grpSpPr>
              <a:xfrm>
                <a:off x="5565563" y="2789322"/>
                <a:ext cx="2481157" cy="923330"/>
                <a:chOff x="5565563" y="2789322"/>
                <a:chExt cx="2481157" cy="923330"/>
              </a:xfrm>
            </p:grpSpPr>
            <p:sp>
              <p:nvSpPr>
                <p:cNvPr id="30" name="Oval 29">
                  <a:extLst>
                    <a:ext uri="{FF2B5EF4-FFF2-40B4-BE49-F238E27FC236}">
                      <a16:creationId xmlns:a16="http://schemas.microsoft.com/office/drawing/2014/main" id="{203DB234-F03C-36CF-A064-3B992037F6DE}"/>
                    </a:ext>
                  </a:extLst>
                </p:cNvPr>
                <p:cNvSpPr>
                  <a:spLocks noChangeAspect="1"/>
                </p:cNvSpPr>
                <p:nvPr/>
              </p:nvSpPr>
              <p:spPr>
                <a:xfrm>
                  <a:off x="5565563" y="2789322"/>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 name="TextBox 3">
                  <a:extLst>
                    <a:ext uri="{FF2B5EF4-FFF2-40B4-BE49-F238E27FC236}">
                      <a16:creationId xmlns:a16="http://schemas.microsoft.com/office/drawing/2014/main" id="{8F521371-E342-74F2-A134-F274675961CD}"/>
                    </a:ext>
                  </a:extLst>
                </p:cNvPr>
                <p:cNvSpPr txBox="1">
                  <a:spLocks/>
                </p:cNvSpPr>
                <p:nvPr>
                  <p:custDataLst>
                    <p:tags r:id="rId12"/>
                  </p:custDataLst>
                </p:nvPr>
              </p:nvSpPr>
              <p:spPr>
                <a:xfrm>
                  <a:off x="5750956" y="2789322"/>
                  <a:ext cx="2295764"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Data architecture is in transition</a:t>
                  </a:r>
                  <a:r>
                    <a:rPr lang="en-IN" sz="1200" dirty="0"/>
                    <a:t>, Lakehouse migration is actively underway but </a:t>
                  </a:r>
                  <a:r>
                    <a:rPr lang="en-IN" sz="1200" b="1" dirty="0"/>
                    <a:t>persistent quality issues </a:t>
                  </a:r>
                  <a:r>
                    <a:rPr lang="en-IN" sz="1200" dirty="0"/>
                    <a:t>undermining AI readiness at scale</a:t>
                  </a:r>
                </a:p>
              </p:txBody>
            </p:sp>
          </p:grpSp>
          <p:sp>
            <p:nvSpPr>
              <p:cNvPr id="15" name="TextBox 14">
                <a:extLst>
                  <a:ext uri="{FF2B5EF4-FFF2-40B4-BE49-F238E27FC236}">
                    <a16:creationId xmlns:a16="http://schemas.microsoft.com/office/drawing/2014/main" id="{A9C0BE71-2A0D-9CD5-1375-331BC2F717D1}"/>
                  </a:ext>
                </a:extLst>
              </p:cNvPr>
              <p:cNvSpPr txBox="1">
                <a:spLocks/>
              </p:cNvSpPr>
              <p:nvPr>
                <p:custDataLst>
                  <p:tags r:id="rId11"/>
                </p:custDataLst>
              </p:nvPr>
            </p:nvSpPr>
            <p:spPr>
              <a:xfrm>
                <a:off x="8246534" y="2789322"/>
                <a:ext cx="3328945" cy="131879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AI-ready Lakehouse architecture with automated ingestion, validated data contracts, and trusted data products serving priority use cases</a:t>
                </a:r>
              </a:p>
              <a:p>
                <a:pPr marL="0" lvl="1" indent="0">
                  <a:buNone/>
                </a:pPr>
                <a:r>
                  <a:rPr lang="en-IN" sz="1200" dirty="0"/>
                  <a:t>Manual reconciliation eliminated through end-to-end quality controls and automated exception handling</a:t>
                </a:r>
              </a:p>
              <a:p>
                <a:pPr marL="0" lvl="1" indent="0">
                  <a:buNone/>
                </a:pPr>
                <a:endParaRPr lang="en-IN" sz="1200" dirty="0"/>
              </a:p>
            </p:txBody>
          </p:sp>
        </p:grpSp>
        <p:sp>
          <p:nvSpPr>
            <p:cNvPr id="40" name="TextBox 39">
              <a:extLst>
                <a:ext uri="{FF2B5EF4-FFF2-40B4-BE49-F238E27FC236}">
                  <a16:creationId xmlns:a16="http://schemas.microsoft.com/office/drawing/2014/main" id="{5565A2C0-DF5B-FA9D-944C-C0AB971E9644}"/>
                </a:ext>
              </a:extLst>
            </p:cNvPr>
            <p:cNvSpPr txBox="1">
              <a:spLocks/>
            </p:cNvSpPr>
            <p:nvPr>
              <p:custDataLst>
                <p:tags r:id="rId10"/>
              </p:custDataLst>
            </p:nvPr>
          </p:nvSpPr>
          <p:spPr>
            <a:xfrm>
              <a:off x="2191943" y="3268168"/>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15% </a:t>
              </a:r>
              <a:r>
                <a:rPr lang="en-IN" sz="1200" dirty="0"/>
                <a:t>believe that PASHA Bank has implemented a </a:t>
              </a:r>
              <a:r>
                <a:rPr lang="en-IN" sz="1200" b="1" dirty="0"/>
                <a:t>modular data architecture </a:t>
              </a:r>
              <a:r>
                <a:rPr lang="en-IN" sz="1200" dirty="0"/>
                <a:t>that enables scalable AI and reuse across the enterprise</a:t>
              </a:r>
            </a:p>
          </p:txBody>
        </p:sp>
      </p:grpSp>
      <p:grpSp>
        <p:nvGrpSpPr>
          <p:cNvPr id="44" name="Group 43">
            <a:extLst>
              <a:ext uri="{FF2B5EF4-FFF2-40B4-BE49-F238E27FC236}">
                <a16:creationId xmlns:a16="http://schemas.microsoft.com/office/drawing/2014/main" id="{323985F1-8B65-A5D1-47FB-0B9A00305B92}"/>
              </a:ext>
            </a:extLst>
          </p:cNvPr>
          <p:cNvGrpSpPr/>
          <p:nvPr/>
        </p:nvGrpSpPr>
        <p:grpSpPr>
          <a:xfrm>
            <a:off x="2191943" y="4626739"/>
            <a:ext cx="9391030" cy="1627315"/>
            <a:chOff x="2191943" y="4766439"/>
            <a:chExt cx="9391030" cy="1627315"/>
          </a:xfrm>
        </p:grpSpPr>
        <p:grpSp>
          <p:nvGrpSpPr>
            <p:cNvPr id="23" name="Group 22">
              <a:extLst>
                <a:ext uri="{FF2B5EF4-FFF2-40B4-BE49-F238E27FC236}">
                  <a16:creationId xmlns:a16="http://schemas.microsoft.com/office/drawing/2014/main" id="{60C33030-7DF8-364D-16E8-B0C2EB8775D1}"/>
                </a:ext>
              </a:extLst>
            </p:cNvPr>
            <p:cNvGrpSpPr/>
            <p:nvPr/>
          </p:nvGrpSpPr>
          <p:grpSpPr>
            <a:xfrm>
              <a:off x="5565563" y="4766439"/>
              <a:ext cx="6017410" cy="1627315"/>
              <a:chOff x="5565563" y="3823283"/>
              <a:chExt cx="6017410" cy="1627315"/>
            </a:xfrm>
          </p:grpSpPr>
          <p:grpSp>
            <p:nvGrpSpPr>
              <p:cNvPr id="6" name="Group 5">
                <a:extLst>
                  <a:ext uri="{FF2B5EF4-FFF2-40B4-BE49-F238E27FC236}">
                    <a16:creationId xmlns:a16="http://schemas.microsoft.com/office/drawing/2014/main" id="{CFD1DEC7-0CA9-1C45-C552-DFB074E0D26B}"/>
                  </a:ext>
                </a:extLst>
              </p:cNvPr>
              <p:cNvGrpSpPr/>
              <p:nvPr/>
            </p:nvGrpSpPr>
            <p:grpSpPr>
              <a:xfrm>
                <a:off x="5565563" y="3823285"/>
                <a:ext cx="2481157" cy="1477328"/>
                <a:chOff x="5565563" y="3823285"/>
                <a:chExt cx="2481157" cy="1477328"/>
              </a:xfrm>
            </p:grpSpPr>
            <p:sp>
              <p:nvSpPr>
                <p:cNvPr id="19" name="Oval 18">
                  <a:extLst>
                    <a:ext uri="{FF2B5EF4-FFF2-40B4-BE49-F238E27FC236}">
                      <a16:creationId xmlns:a16="http://schemas.microsoft.com/office/drawing/2014/main" id="{016CB35D-452E-D535-91BE-BC865319D663}"/>
                    </a:ext>
                  </a:extLst>
                </p:cNvPr>
                <p:cNvSpPr>
                  <a:spLocks noChangeAspect="1"/>
                </p:cNvSpPr>
                <p:nvPr/>
              </p:nvSpPr>
              <p:spPr>
                <a:xfrm>
                  <a:off x="5565563" y="382328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5" name="TextBox 4">
                  <a:extLst>
                    <a:ext uri="{FF2B5EF4-FFF2-40B4-BE49-F238E27FC236}">
                      <a16:creationId xmlns:a16="http://schemas.microsoft.com/office/drawing/2014/main" id="{41FA31A5-BF80-8B73-0440-AD167477C45A}"/>
                    </a:ext>
                  </a:extLst>
                </p:cNvPr>
                <p:cNvSpPr txBox="1">
                  <a:spLocks/>
                </p:cNvSpPr>
                <p:nvPr>
                  <p:custDataLst>
                    <p:tags r:id="rId9"/>
                  </p:custDataLst>
                </p:nvPr>
              </p:nvSpPr>
              <p:spPr>
                <a:xfrm>
                  <a:off x="5787123" y="3823285"/>
                  <a:ext cx="2259597"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Data capability is concentrated in a small, overloaded central team with no reusable data products, </a:t>
                  </a:r>
                  <a:r>
                    <a:rPr lang="en-IN" sz="1200" dirty="0"/>
                    <a:t>no business-embedded data roles, and a widening gap between IT-focused data teams and business consumers</a:t>
                  </a:r>
                </a:p>
              </p:txBody>
            </p:sp>
          </p:grpSp>
          <p:sp>
            <p:nvSpPr>
              <p:cNvPr id="16" name="TextBox 15">
                <a:extLst>
                  <a:ext uri="{FF2B5EF4-FFF2-40B4-BE49-F238E27FC236}">
                    <a16:creationId xmlns:a16="http://schemas.microsoft.com/office/drawing/2014/main" id="{E193D699-DC46-DCC5-A994-5B4D048EBD4A}"/>
                  </a:ext>
                </a:extLst>
              </p:cNvPr>
              <p:cNvSpPr txBox="1">
                <a:spLocks/>
              </p:cNvSpPr>
              <p:nvPr>
                <p:custDataLst>
                  <p:tags r:id="rId8"/>
                </p:custDataLst>
              </p:nvPr>
            </p:nvSpPr>
            <p:spPr>
              <a:xfrm>
                <a:off x="8246534" y="3823283"/>
                <a:ext cx="3336439" cy="162731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Domain-aligned data products, reusable, documented, and certified mapped to high-priority AI use cases across Retail, Corporate, Risk, and Operations</a:t>
                </a:r>
              </a:p>
              <a:p>
                <a:pPr marL="0" lvl="1" indent="0">
                  <a:buNone/>
                </a:pPr>
                <a:r>
                  <a:rPr lang="en-IN" sz="1200" dirty="0"/>
                  <a:t>Federated data operating model: central governance with business-embedded data stewards owning quality and definitions within each domain</a:t>
                </a:r>
                <a:endParaRPr lang="en-US" sz="1200" dirty="0">
                  <a:solidFill>
                    <a:srgbClr val="111918"/>
                  </a:solidFill>
                  <a:cs typeface="Tahoma" panose="020B0604030504040204" pitchFamily="34" charset="0"/>
                </a:endParaRPr>
              </a:p>
            </p:txBody>
          </p:sp>
        </p:grpSp>
        <p:sp>
          <p:nvSpPr>
            <p:cNvPr id="41" name="TextBox 40">
              <a:extLst>
                <a:ext uri="{FF2B5EF4-FFF2-40B4-BE49-F238E27FC236}">
                  <a16:creationId xmlns:a16="http://schemas.microsoft.com/office/drawing/2014/main" id="{07793409-B769-D938-E8DF-E0F110291DAD}"/>
                </a:ext>
              </a:extLst>
            </p:cNvPr>
            <p:cNvSpPr txBox="1">
              <a:spLocks/>
            </p:cNvSpPr>
            <p:nvPr>
              <p:custDataLst>
                <p:tags r:id="rId7"/>
              </p:custDataLst>
            </p:nvPr>
          </p:nvSpPr>
          <p:spPr>
            <a:xfrm>
              <a:off x="2191943" y="4766440"/>
              <a:ext cx="3151467"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24% </a:t>
              </a:r>
              <a:r>
                <a:rPr lang="en-IN" sz="1200" dirty="0"/>
                <a:t>believe that </a:t>
              </a:r>
              <a:r>
                <a:rPr lang="en-IN" sz="1200" b="1" dirty="0"/>
                <a:t>key data assets have been defined </a:t>
              </a:r>
              <a:r>
                <a:rPr lang="en-IN" sz="1200" dirty="0"/>
                <a:t>and </a:t>
              </a:r>
              <a:r>
                <a:rPr lang="en-IN" sz="1200" b="1" dirty="0"/>
                <a:t>operationalized as data products </a:t>
              </a:r>
              <a:r>
                <a:rPr lang="en-IN" sz="1200" dirty="0"/>
                <a:t>to enable easy consumption by people, models, and applications</a:t>
              </a:r>
              <a:endParaRPr lang="en-US" altLang="en-US" sz="1200" dirty="0">
                <a:solidFill>
                  <a:srgbClr val="111918"/>
                </a:solidFill>
                <a:cs typeface="Tahoma" panose="020B0604030504040204" pitchFamily="34" charset="0"/>
              </a:endParaRPr>
            </a:p>
          </p:txBody>
        </p:sp>
      </p:grpSp>
      <p:cxnSp>
        <p:nvCxnSpPr>
          <p:cNvPr id="49" name="Straight Connector 48">
            <a:extLst>
              <a:ext uri="{FF2B5EF4-FFF2-40B4-BE49-F238E27FC236}">
                <a16:creationId xmlns:a16="http://schemas.microsoft.com/office/drawing/2014/main" id="{2E608879-245A-C983-C701-D697593743F8}"/>
              </a:ext>
            </a:extLst>
          </p:cNvPr>
          <p:cNvCxnSpPr>
            <a:cxnSpLocks/>
          </p:cNvCxnSpPr>
          <p:nvPr/>
        </p:nvCxnSpPr>
        <p:spPr>
          <a:xfrm>
            <a:off x="2191943" y="3143502"/>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CF0E47A-62C6-7FDC-C108-E8B3BFE703D0}"/>
              </a:ext>
            </a:extLst>
          </p:cNvPr>
          <p:cNvCxnSpPr>
            <a:cxnSpLocks/>
          </p:cNvCxnSpPr>
          <p:nvPr/>
        </p:nvCxnSpPr>
        <p:spPr>
          <a:xfrm>
            <a:off x="2191943" y="4571924"/>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B4EEDF2-0C83-8D9B-D57D-973BD925344D}"/>
              </a:ext>
            </a:extLst>
          </p:cNvPr>
          <p:cNvSpPr txBox="1">
            <a:spLocks/>
          </p:cNvSpPr>
          <p:nvPr/>
        </p:nvSpPr>
        <p:spPr>
          <a:xfrm>
            <a:off x="8246534" y="1430380"/>
            <a:ext cx="3231087" cy="20715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Target state/ Best practice</a:t>
            </a:r>
          </a:p>
        </p:txBody>
      </p:sp>
    </p:spTree>
    <p:custDataLst>
      <p:tags r:id="rId1"/>
    </p:custDataLst>
    <p:extLst>
      <p:ext uri="{BB962C8B-B14F-4D97-AF65-F5344CB8AC3E}">
        <p14:creationId xmlns:p14="http://schemas.microsoft.com/office/powerpoint/2010/main" val="1661411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9226E-715A-653F-DFD3-D66D9D34F437}"/>
            </a:ext>
          </a:extLst>
        </p:cNvPr>
        <p:cNvGrpSpPr/>
        <p:nvPr/>
      </p:nvGrpSpPr>
      <p:grpSpPr>
        <a:xfrm>
          <a:off x="0" y="0"/>
          <a:ext cx="0" cy="0"/>
          <a:chOff x="0" y="0"/>
          <a:chExt cx="0" cy="0"/>
        </a:xfrm>
      </p:grpSpPr>
      <p:graphicFrame>
        <p:nvGraphicFramePr>
          <p:cNvPr id="34" name="Object 6" hidden="1">
            <a:extLst>
              <a:ext uri="{FF2B5EF4-FFF2-40B4-BE49-F238E27FC236}">
                <a16:creationId xmlns:a16="http://schemas.microsoft.com/office/drawing/2014/main" id="{484EFFFC-187F-94E0-CCD1-9B09ECB4BF98}"/>
              </a:ext>
            </a:extLst>
          </p:cNvPr>
          <p:cNvGraphicFramePr>
            <a:graphicFrameLocks noChangeAspect="1"/>
          </p:cNvGraphicFramePr>
          <p:nvPr>
            <p:custDataLst>
              <p:tags r:id="rId2"/>
            </p:custDataLst>
            <p:extLst>
              <p:ext uri="{D42A27DB-BD31-4B8C-83A1-F6EECF244321}">
                <p14:modId xmlns:p14="http://schemas.microsoft.com/office/powerpoint/2010/main" val="31586073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51" imgH="450" progId="TCLayout.ActiveDocument.1">
                  <p:embed/>
                </p:oleObj>
              </mc:Choice>
              <mc:Fallback>
                <p:oleObj name="think-cell Slide" r:id="rId18" imgW="451" imgH="450" progId="TCLayout.ActiveDocument.1">
                  <p:embed/>
                  <p:pic>
                    <p:nvPicPr>
                      <p:cNvPr id="34" name="Object 6" hidden="1">
                        <a:extLst>
                          <a:ext uri="{FF2B5EF4-FFF2-40B4-BE49-F238E27FC236}">
                            <a16:creationId xmlns:a16="http://schemas.microsoft.com/office/drawing/2014/main" id="{484EFFFC-187F-94E0-CCD1-9B09ECB4BF98}"/>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95CAE77-804B-4492-F71C-7556DE3B3A22}"/>
              </a:ext>
            </a:extLst>
          </p:cNvPr>
          <p:cNvSpPr>
            <a:spLocks noGrp="1"/>
          </p:cNvSpPr>
          <p:nvPr>
            <p:ph type="title"/>
            <p:custDataLst>
              <p:tags r:id="rId3"/>
            </p:custDataLst>
          </p:nvPr>
        </p:nvSpPr>
        <p:spPr>
          <a:xfrm>
            <a:off x="554734" y="549789"/>
            <a:ext cx="11082528" cy="353943"/>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p>
            <a:r>
              <a:rPr lang="en-IN" sz="2300" dirty="0"/>
              <a:t>Adoption and scaling deep dive</a:t>
            </a:r>
            <a:endParaRPr lang="en-AU" sz="2300" dirty="0">
              <a:latin typeface="+mj-lt"/>
            </a:endParaRPr>
          </a:p>
        </p:txBody>
      </p:sp>
      <p:sp>
        <p:nvSpPr>
          <p:cNvPr id="33" name="Rectangle 1" hidden="1">
            <a:extLst>
              <a:ext uri="{FF2B5EF4-FFF2-40B4-BE49-F238E27FC236}">
                <a16:creationId xmlns:a16="http://schemas.microsoft.com/office/drawing/2014/main" id="{2BA0CD07-8DD1-31D3-B05A-D60AC301239D}"/>
              </a:ext>
            </a:extLst>
          </p:cNvPr>
          <p:cNvSpPr/>
          <p:nvPr>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 name="LineBasicImpact 4">
            <a:extLst>
              <a:ext uri="{FF2B5EF4-FFF2-40B4-BE49-F238E27FC236}">
                <a16:creationId xmlns:a16="http://schemas.microsoft.com/office/drawing/2014/main" id="{6984534B-B41D-93D4-6091-FA7E2F933CA6}"/>
              </a:ext>
            </a:extLst>
          </p:cNvPr>
          <p:cNvCxnSpPr>
            <a:cxnSpLocks/>
          </p:cNvCxnSpPr>
          <p:nvPr>
            <p:custDataLst>
              <p:tags r:id="rId5"/>
            </p:custDataLst>
          </p:nvPr>
        </p:nvCxnSpPr>
        <p:spPr>
          <a:xfrm>
            <a:off x="554734" y="1700429"/>
            <a:ext cx="11082528" cy="0"/>
          </a:xfrm>
          <a:prstGeom prst="straightConnector1">
            <a:avLst/>
          </a:prstGeom>
          <a:ln w="1905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CC3E898-ACCA-991B-BFF3-6EA2DE4AB95F}"/>
              </a:ext>
            </a:extLst>
          </p:cNvPr>
          <p:cNvSpPr txBox="1">
            <a:spLocks/>
          </p:cNvSpPr>
          <p:nvPr/>
        </p:nvSpPr>
        <p:spPr>
          <a:xfrm>
            <a:off x="8246534" y="1430380"/>
            <a:ext cx="3231087" cy="20715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Target state/ Best practice</a:t>
            </a:r>
          </a:p>
        </p:txBody>
      </p:sp>
      <p:sp>
        <p:nvSpPr>
          <p:cNvPr id="47" name="Rectangle 46">
            <a:extLst>
              <a:ext uri="{FF2B5EF4-FFF2-40B4-BE49-F238E27FC236}">
                <a16:creationId xmlns:a16="http://schemas.microsoft.com/office/drawing/2014/main" id="{4FC1CCA3-A7C7-CC7A-DC70-9FEFEC5EF9F4}"/>
              </a:ext>
            </a:extLst>
          </p:cNvPr>
          <p:cNvSpPr>
            <a:spLocks/>
          </p:cNvSpPr>
          <p:nvPr/>
        </p:nvSpPr>
        <p:spPr>
          <a:xfrm>
            <a:off x="873994" y="1814703"/>
            <a:ext cx="1210870" cy="4123159"/>
          </a:xfrm>
          <a:prstGeom prst="rect">
            <a:avLst/>
          </a:prstGeom>
          <a:solidFill>
            <a:schemeClr val="accent1">
              <a:lumMod val="10000"/>
              <a:lumOff val="9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nSpc>
                <a:spcPct val="90000"/>
              </a:lnSpc>
              <a:spcBef>
                <a:spcPts val="1000"/>
              </a:spcBef>
              <a:defRPr/>
            </a:pPr>
            <a:r>
              <a:rPr lang="en-AU" sz="1200" b="1" dirty="0">
                <a:solidFill>
                  <a:srgbClr val="111918"/>
                </a:solidFill>
                <a:cs typeface="Tahoma" panose="020B0604030504040204" pitchFamily="34" charset="0"/>
              </a:rPr>
              <a:t>Adoption and scaling: 24</a:t>
            </a:r>
          </a:p>
        </p:txBody>
      </p:sp>
      <p:sp>
        <p:nvSpPr>
          <p:cNvPr id="48" name="TextBox 47">
            <a:extLst>
              <a:ext uri="{FF2B5EF4-FFF2-40B4-BE49-F238E27FC236}">
                <a16:creationId xmlns:a16="http://schemas.microsoft.com/office/drawing/2014/main" id="{DBA96DFC-6888-2A3E-9CF4-7BFB4B5F7069}"/>
              </a:ext>
            </a:extLst>
          </p:cNvPr>
          <p:cNvSpPr txBox="1">
            <a:spLocks/>
          </p:cNvSpPr>
          <p:nvPr/>
        </p:nvSpPr>
        <p:spPr>
          <a:xfrm>
            <a:off x="554734" y="1814704"/>
            <a:ext cx="323035" cy="4123153"/>
          </a:xfrm>
          <a:prstGeom prst="rect">
            <a:avLst/>
          </a:prstGeom>
          <a:solidFill>
            <a:schemeClr val="accent1">
              <a:lumMod val="90000"/>
              <a:lumOff val="10000"/>
            </a:schemeClr>
          </a:solidFill>
        </p:spPr>
        <p:txBody>
          <a:bodyPr vert="horz" wrap="square" lIns="36000" tIns="36000" rIns="36000" bIns="3600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lang="en-AU" sz="2800" b="1" dirty="0">
                <a:solidFill>
                  <a:srgbClr val="FFFFFF"/>
                </a:solidFill>
                <a:cs typeface="Tahoma" panose="020B0604030504040204" pitchFamily="34" charset="0"/>
              </a:rPr>
              <a:t>6</a:t>
            </a:r>
            <a:endParaRPr kumimoji="0" lang="en-AU" sz="2800" b="1"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64" name="Oval 63">
            <a:extLst>
              <a:ext uri="{FF2B5EF4-FFF2-40B4-BE49-F238E27FC236}">
                <a16:creationId xmlns:a16="http://schemas.microsoft.com/office/drawing/2014/main" id="{E5C9DA84-B9EF-04F7-3679-E834552D3B0F}"/>
              </a:ext>
            </a:extLst>
          </p:cNvPr>
          <p:cNvSpPr>
            <a:spLocks/>
          </p:cNvSpPr>
          <p:nvPr/>
        </p:nvSpPr>
        <p:spPr>
          <a:xfrm>
            <a:off x="1068804" y="2289877"/>
            <a:ext cx="572937" cy="231728"/>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-13</a:t>
            </a:r>
          </a:p>
        </p:txBody>
      </p:sp>
      <p:sp>
        <p:nvSpPr>
          <p:cNvPr id="67" name="Oval 66">
            <a:extLst>
              <a:ext uri="{FF2B5EF4-FFF2-40B4-BE49-F238E27FC236}">
                <a16:creationId xmlns:a16="http://schemas.microsoft.com/office/drawing/2014/main" id="{B620E6C2-7D6F-CA71-FDA9-B2CEA425DB80}"/>
              </a:ext>
            </a:extLst>
          </p:cNvPr>
          <p:cNvSpPr>
            <a:spLocks/>
          </p:cNvSpPr>
          <p:nvPr/>
        </p:nvSpPr>
        <p:spPr>
          <a:xfrm>
            <a:off x="1068803" y="2714295"/>
            <a:ext cx="572937" cy="2317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rPr>
              <a:t>-</a:t>
            </a:r>
            <a:r>
              <a:rPr lang="en-AU" sz="1400" dirty="0">
                <a:solidFill>
                  <a:srgbClr val="FFFFFF"/>
                </a:solidFill>
                <a:cs typeface="Tahoma" panose="020B0604030504040204" pitchFamily="34" charset="0"/>
              </a:rPr>
              <a:t>38</a:t>
            </a:r>
            <a:endParaRPr kumimoji="0" lang="en-AU" sz="1400" b="0" i="0" u="none" strike="noStrike" kern="1200" cap="none" spc="0" normalizeH="0" baseline="0" noProof="0" dirty="0">
              <a:ln>
                <a:noFill/>
              </a:ln>
              <a:solidFill>
                <a:srgbClr val="FFFFFF"/>
              </a:solidFill>
              <a:effectLst/>
              <a:uLnTx/>
              <a:uFillTx/>
              <a:ea typeface="+mn-ea"/>
              <a:cs typeface="Tahoma" panose="020B0604030504040204" pitchFamily="34" charset="0"/>
            </a:endParaRPr>
          </a:p>
        </p:txBody>
      </p:sp>
      <p:sp>
        <p:nvSpPr>
          <p:cNvPr id="96" name="4. Footnote">
            <a:extLst>
              <a:ext uri="{FF2B5EF4-FFF2-40B4-BE49-F238E27FC236}">
                <a16:creationId xmlns:a16="http://schemas.microsoft.com/office/drawing/2014/main" id="{58908481-40E5-3E80-5C5C-8E50A4531F6F}"/>
              </a:ext>
            </a:extLst>
          </p:cNvPr>
          <p:cNvSpPr txBox="1">
            <a:spLocks noChangeArrowheads="1"/>
          </p:cNvSpPr>
          <p:nvPr/>
        </p:nvSpPr>
        <p:spPr bwMode="auto">
          <a:xfrm>
            <a:off x="554736" y="5937862"/>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indent="-212725" defTabSz="914411">
              <a:defRPr sz="800">
                <a:cs typeface="Arial" panose="020B0604020202020204" pitchFamily="34" charset="0"/>
              </a:defRPr>
            </a:lvl1pPr>
          </a:lstStyle>
          <a:p>
            <a:pPr marL="219075" lvl="0" indent="-228600">
              <a:buFont typeface="+mj-lt"/>
              <a:buAutoNum type="arabicPeriod"/>
              <a:defRPr/>
            </a:pPr>
            <a:r>
              <a:rPr lang="en-US">
                <a:sym typeface="Arial"/>
              </a:rPr>
              <a:t>Peer Average includes 200+ banks in the AIQ database</a:t>
            </a:r>
          </a:p>
          <a:p>
            <a:pPr marL="219075" lvl="0" indent="-228600">
              <a:buFont typeface="+mj-lt"/>
              <a:buAutoNum type="arabicPeriod"/>
              <a:defRPr/>
            </a:pPr>
            <a:r>
              <a:rPr lang="en-US">
                <a:sym typeface="Arial"/>
              </a:rPr>
              <a:t>Average of top quintile scores of 200+ banks by question across geographies in the AIQ database</a:t>
            </a:r>
          </a:p>
          <a:p>
            <a:pPr marL="228600" lvl="0" indent="-228600" defTabSz="9144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average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average score]</a:t>
            </a:r>
          </a:p>
          <a:p>
            <a:pPr marL="228600" lvl="0" indent="-228600">
              <a:buFont typeface="+mj-lt"/>
              <a:buAutoNum type="arabicPeriod"/>
              <a:defRPr/>
            </a:pP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Absolute difference between </a:t>
            </a:r>
            <a:r>
              <a:rPr lang="en-AU">
                <a:solidFill>
                  <a:srgbClr val="111918"/>
                </a:solidFill>
                <a:latin typeface="Tahoma" panose="020B0604030504040204" pitchFamily="34" charset="0"/>
                <a:cs typeface="Tahoma" panose="020B0604030504040204" pitchFamily="34" charset="0"/>
                <a:sym typeface="Arial"/>
              </a:rPr>
              <a:t>PASHA Bank </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and Peer leaders’ is calculated as [</a:t>
            </a:r>
            <a:r>
              <a:rPr lang="en-AU">
                <a:solidFill>
                  <a:srgbClr val="111918"/>
                </a:solidFill>
                <a:latin typeface="Tahoma" panose="020B0604030504040204" pitchFamily="34" charset="0"/>
                <a:cs typeface="Tahoma" panose="020B0604030504040204" pitchFamily="34" charset="0"/>
                <a:sym typeface="Arial"/>
              </a:rPr>
              <a:t>PASHA Bank</a:t>
            </a:r>
            <a:r>
              <a:rPr kumimoji="0" lang="en-AU" sz="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rPr>
              <a:t>’s score – Peer leaders’ score]</a:t>
            </a:r>
            <a:endParaRPr kumimoji="0" lang="en-AU" sz="1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sym typeface="Arial"/>
            </a:endParaRPr>
          </a:p>
        </p:txBody>
      </p:sp>
      <p:sp>
        <p:nvSpPr>
          <p:cNvPr id="21" name="Oval 20">
            <a:extLst>
              <a:ext uri="{FF2B5EF4-FFF2-40B4-BE49-F238E27FC236}">
                <a16:creationId xmlns:a16="http://schemas.microsoft.com/office/drawing/2014/main" id="{BBC1AABF-0012-F9BF-8BD3-04B6D5AAEC46}"/>
              </a:ext>
            </a:extLst>
          </p:cNvPr>
          <p:cNvSpPr>
            <a:spLocks/>
          </p:cNvSpPr>
          <p:nvPr/>
        </p:nvSpPr>
        <p:spPr>
          <a:xfrm>
            <a:off x="3526521" y="1075468"/>
            <a:ext cx="140496" cy="140496"/>
          </a:xfrm>
          <a:prstGeom prst="ellipse">
            <a:avLst/>
          </a:prstGeom>
          <a:solidFill>
            <a:srgbClr val="92D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2" name="TextBox 21">
            <a:extLst>
              <a:ext uri="{FF2B5EF4-FFF2-40B4-BE49-F238E27FC236}">
                <a16:creationId xmlns:a16="http://schemas.microsoft.com/office/drawing/2014/main" id="{93F3FF22-778F-62DE-CF5F-73CA6E12819A}"/>
              </a:ext>
            </a:extLst>
          </p:cNvPr>
          <p:cNvSpPr txBox="1">
            <a:spLocks/>
          </p:cNvSpPr>
          <p:nvPr/>
        </p:nvSpPr>
        <p:spPr>
          <a:xfrm>
            <a:off x="3731228" y="1076466"/>
            <a:ext cx="551292"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Strengths</a:t>
            </a:r>
          </a:p>
        </p:txBody>
      </p:sp>
      <p:sp>
        <p:nvSpPr>
          <p:cNvPr id="24" name="Oval 23">
            <a:extLst>
              <a:ext uri="{FF2B5EF4-FFF2-40B4-BE49-F238E27FC236}">
                <a16:creationId xmlns:a16="http://schemas.microsoft.com/office/drawing/2014/main" id="{27B4892C-D000-685B-1729-5888F60C7A00}"/>
              </a:ext>
            </a:extLst>
          </p:cNvPr>
          <p:cNvSpPr>
            <a:spLocks/>
          </p:cNvSpPr>
          <p:nvPr/>
        </p:nvSpPr>
        <p:spPr>
          <a:xfrm>
            <a:off x="4589153" y="107313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5" name="TextBox 24">
            <a:extLst>
              <a:ext uri="{FF2B5EF4-FFF2-40B4-BE49-F238E27FC236}">
                <a16:creationId xmlns:a16="http://schemas.microsoft.com/office/drawing/2014/main" id="{5B4E8342-379E-EB02-D28A-FCF3EB03BE7C}"/>
              </a:ext>
            </a:extLst>
          </p:cNvPr>
          <p:cNvSpPr txBox="1">
            <a:spLocks/>
          </p:cNvSpPr>
          <p:nvPr/>
        </p:nvSpPr>
        <p:spPr>
          <a:xfrm>
            <a:off x="4793860" y="1074133"/>
            <a:ext cx="760247" cy="138499"/>
          </a:xfrm>
          <a:prstGeom prst="rect">
            <a:avLst/>
          </a:prstGeom>
        </p:spPr>
        <p:txBody>
          <a:bodyPr vert="horz" wrap="square" lIns="0" tIns="0" rIns="0" bIns="0" rtlCol="0" anchor="ctr" anchorCtr="0">
            <a:sp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sz="1000">
                <a:latin typeface="Arial"/>
              </a:defRPr>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latin typeface="+mn-lt"/>
                <a:ea typeface="+mn-ea"/>
                <a:cs typeface="Tahoma" panose="020B0604030504040204" pitchFamily="34" charset="0"/>
              </a:rPr>
              <a:t>Opportunities</a:t>
            </a:r>
          </a:p>
        </p:txBody>
      </p:sp>
      <p:sp>
        <p:nvSpPr>
          <p:cNvPr id="26" name="Oval 25">
            <a:extLst>
              <a:ext uri="{FF2B5EF4-FFF2-40B4-BE49-F238E27FC236}">
                <a16:creationId xmlns:a16="http://schemas.microsoft.com/office/drawing/2014/main" id="{66826A78-0930-5B24-0A75-A6AB66F63D6B}"/>
              </a:ext>
            </a:extLst>
          </p:cNvPr>
          <p:cNvSpPr>
            <a:spLocks/>
          </p:cNvSpPr>
          <p:nvPr/>
        </p:nvSpPr>
        <p:spPr>
          <a:xfrm>
            <a:off x="8962585" y="1042908"/>
            <a:ext cx="590927" cy="21553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7" name="Oval 26">
            <a:extLst>
              <a:ext uri="{FF2B5EF4-FFF2-40B4-BE49-F238E27FC236}">
                <a16:creationId xmlns:a16="http://schemas.microsoft.com/office/drawing/2014/main" id="{622B4450-D2C5-E2A8-FAC9-1EA001C19AA5}"/>
              </a:ext>
            </a:extLst>
          </p:cNvPr>
          <p:cNvSpPr>
            <a:spLocks/>
          </p:cNvSpPr>
          <p:nvPr/>
        </p:nvSpPr>
        <p:spPr>
          <a:xfrm>
            <a:off x="5793022" y="1042908"/>
            <a:ext cx="693129" cy="215536"/>
          </a:xfrm>
          <a:prstGeom prst="ellipse">
            <a:avLst/>
          </a:prstGeom>
          <a:solidFill>
            <a:schemeClr val="accent2"/>
          </a:solidFill>
          <a:ln w="127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000" b="0" i="0" u="none" strike="noStrike" kern="1200" cap="none" spc="0" normalizeH="0" baseline="0" noProof="0">
                <a:ln>
                  <a:noFill/>
                </a:ln>
                <a:solidFill>
                  <a:srgbClr val="FFFFFF"/>
                </a:solidFill>
                <a:effectLst/>
                <a:uLnTx/>
                <a:uFillTx/>
                <a:ea typeface="+mn-ea"/>
                <a:cs typeface="Tahoma" panose="020B0604030504040204" pitchFamily="34" charset="0"/>
              </a:rPr>
              <a:t>XX</a:t>
            </a:r>
          </a:p>
        </p:txBody>
      </p:sp>
      <p:sp>
        <p:nvSpPr>
          <p:cNvPr id="28" name="TextBox 27">
            <a:extLst>
              <a:ext uri="{FF2B5EF4-FFF2-40B4-BE49-F238E27FC236}">
                <a16:creationId xmlns:a16="http://schemas.microsoft.com/office/drawing/2014/main" id="{BED3B930-585F-A0A3-91B7-65832A7796BD}"/>
              </a:ext>
            </a:extLst>
          </p:cNvPr>
          <p:cNvSpPr txBox="1">
            <a:spLocks/>
          </p:cNvSpPr>
          <p:nvPr/>
        </p:nvSpPr>
        <p:spPr>
          <a:xfrm>
            <a:off x="6620436" y="1081427"/>
            <a:ext cx="204058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3</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average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1</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29" name="TextBox 28">
            <a:extLst>
              <a:ext uri="{FF2B5EF4-FFF2-40B4-BE49-F238E27FC236}">
                <a16:creationId xmlns:a16="http://schemas.microsoft.com/office/drawing/2014/main" id="{1F734A43-7E5D-C514-9374-1AE85D973671}"/>
              </a:ext>
            </a:extLst>
          </p:cNvPr>
          <p:cNvSpPr txBox="1">
            <a:spLocks/>
          </p:cNvSpPr>
          <p:nvPr/>
        </p:nvSpPr>
        <p:spPr>
          <a:xfrm>
            <a:off x="9634410" y="1081427"/>
            <a:ext cx="2002852" cy="138499"/>
          </a:xfrm>
          <a:prstGeom prst="rect">
            <a:avLst/>
          </a:prstGeom>
        </p:spPr>
        <p:txBody>
          <a:bodyPr vert="horz" wrap="square" lIns="0" tIns="0" rIns="0" bIns="0" rtlCol="0" anchor="ctr" anchorCtr="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Abs. difference</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4</a:t>
            </a:r>
            <a:r>
              <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rPr>
              <a:t> from Peer leaders</a:t>
            </a:r>
            <a:r>
              <a:rPr kumimoji="0" lang="en-AU" sz="1000" b="0" i="0" u="none" strike="noStrike" kern="1200" cap="none" spc="0" normalizeH="0" baseline="30000" noProof="0">
                <a:ln>
                  <a:noFill/>
                </a:ln>
                <a:solidFill>
                  <a:srgbClr val="111918"/>
                </a:solidFill>
                <a:effectLst/>
                <a:uLnTx/>
                <a:uFillTx/>
                <a:ea typeface="+mn-ea"/>
                <a:cs typeface="Tahoma" panose="020B0604030504040204" pitchFamily="34" charset="0"/>
              </a:rPr>
              <a:t>2</a:t>
            </a:r>
            <a:endParaRPr kumimoji="0" lang="en-AU" sz="10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10" name="5. Source">
            <a:extLst>
              <a:ext uri="{FF2B5EF4-FFF2-40B4-BE49-F238E27FC236}">
                <a16:creationId xmlns:a16="http://schemas.microsoft.com/office/drawing/2014/main" id="{960B57AD-829B-1487-A882-5050B080612D}"/>
              </a:ext>
            </a:extLst>
          </p:cNvPr>
          <p:cNvSpPr txBox="1">
            <a:spLocks/>
          </p:cNvSpPr>
          <p:nvPr>
            <p:custDataLst>
              <p:tags r:id="rId6"/>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17" name="TextBox 16">
            <a:extLst>
              <a:ext uri="{FF2B5EF4-FFF2-40B4-BE49-F238E27FC236}">
                <a16:creationId xmlns:a16="http://schemas.microsoft.com/office/drawing/2014/main" id="{D33BED12-8326-EB66-21D9-146788376A13}"/>
              </a:ext>
            </a:extLst>
          </p:cNvPr>
          <p:cNvSpPr txBox="1">
            <a:spLocks/>
          </p:cNvSpPr>
          <p:nvPr/>
        </p:nvSpPr>
        <p:spPr>
          <a:xfrm>
            <a:off x="5528516" y="1430380"/>
            <a:ext cx="333176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Current state</a:t>
            </a:r>
          </a:p>
        </p:txBody>
      </p:sp>
      <p:sp>
        <p:nvSpPr>
          <p:cNvPr id="36" name="TextBox 35">
            <a:extLst>
              <a:ext uri="{FF2B5EF4-FFF2-40B4-BE49-F238E27FC236}">
                <a16:creationId xmlns:a16="http://schemas.microsoft.com/office/drawing/2014/main" id="{A6353673-9DFF-9462-7B0D-5293A248798B}"/>
              </a:ext>
            </a:extLst>
          </p:cNvPr>
          <p:cNvSpPr txBox="1">
            <a:spLocks/>
          </p:cNvSpPr>
          <p:nvPr/>
        </p:nvSpPr>
        <p:spPr>
          <a:xfrm>
            <a:off x="2191943" y="1430380"/>
            <a:ext cx="2361377"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None/>
              <a:tabLst/>
              <a:defRPr/>
            </a:pPr>
            <a:r>
              <a:rPr kumimoji="0" lang="en-US" sz="1400" b="1" i="0" u="none" strike="noStrike" kern="1200" cap="none" spc="0" normalizeH="0" baseline="0" noProof="0" dirty="0">
                <a:ln>
                  <a:noFill/>
                </a:ln>
                <a:solidFill>
                  <a:srgbClr val="111918"/>
                </a:solidFill>
                <a:effectLst/>
                <a:uLnTx/>
                <a:uFillTx/>
                <a:ea typeface="+mn-ea"/>
                <a:cs typeface="Tahoma" panose="020B0604030504040204" pitchFamily="34" charset="0"/>
              </a:rPr>
              <a:t>Evidence</a:t>
            </a:r>
          </a:p>
        </p:txBody>
      </p:sp>
      <p:grpSp>
        <p:nvGrpSpPr>
          <p:cNvPr id="46" name="Group 45">
            <a:extLst>
              <a:ext uri="{FF2B5EF4-FFF2-40B4-BE49-F238E27FC236}">
                <a16:creationId xmlns:a16="http://schemas.microsoft.com/office/drawing/2014/main" id="{AE340D1E-B0DA-ECA6-BA0C-CDAD223AC13B}"/>
              </a:ext>
            </a:extLst>
          </p:cNvPr>
          <p:cNvGrpSpPr/>
          <p:nvPr/>
        </p:nvGrpSpPr>
        <p:grpSpPr>
          <a:xfrm>
            <a:off x="2191943" y="1787948"/>
            <a:ext cx="9442847" cy="1554272"/>
            <a:chOff x="2191943" y="1787948"/>
            <a:chExt cx="9442847" cy="1554272"/>
          </a:xfrm>
        </p:grpSpPr>
        <p:grpSp>
          <p:nvGrpSpPr>
            <p:cNvPr id="35" name="Group 34">
              <a:extLst>
                <a:ext uri="{FF2B5EF4-FFF2-40B4-BE49-F238E27FC236}">
                  <a16:creationId xmlns:a16="http://schemas.microsoft.com/office/drawing/2014/main" id="{5ED634EB-8F27-CB7C-23CD-C7B9CF3038C3}"/>
                </a:ext>
              </a:extLst>
            </p:cNvPr>
            <p:cNvGrpSpPr/>
            <p:nvPr/>
          </p:nvGrpSpPr>
          <p:grpSpPr>
            <a:xfrm>
              <a:off x="5565563" y="1787948"/>
              <a:ext cx="6069227" cy="1300739"/>
              <a:chOff x="5565563" y="1787948"/>
              <a:chExt cx="6069227" cy="1300739"/>
            </a:xfrm>
          </p:grpSpPr>
          <p:sp>
            <p:nvSpPr>
              <p:cNvPr id="37" name="TextBox 36">
                <a:extLst>
                  <a:ext uri="{FF2B5EF4-FFF2-40B4-BE49-F238E27FC236}">
                    <a16:creationId xmlns:a16="http://schemas.microsoft.com/office/drawing/2014/main" id="{43C61F56-33C9-6DB0-B8C9-FAD0DC7C8A6F}"/>
                  </a:ext>
                </a:extLst>
              </p:cNvPr>
              <p:cNvSpPr txBox="1">
                <a:spLocks/>
              </p:cNvSpPr>
              <p:nvPr>
                <p:custDataLst>
                  <p:tags r:id="rId14"/>
                </p:custDataLst>
              </p:nvPr>
            </p:nvSpPr>
            <p:spPr>
              <a:xfrm>
                <a:off x="8246534" y="1787948"/>
                <a:ext cx="3388256" cy="130073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Centrally governed adoption pathway: Open WebUI as the enterprise entry point, with a clear escalation route from individual use → team deployment → enterprise scale</a:t>
                </a:r>
              </a:p>
              <a:p>
                <a:pPr marL="0" lvl="1" indent="0">
                  <a:buNone/>
                </a:pPr>
                <a:r>
                  <a:rPr lang="en-IN" sz="1200" dirty="0"/>
                  <a:t>Reuse-first policy enforced at intake — central AI team validates whether existing tools meet the need before any new build is funded</a:t>
                </a:r>
              </a:p>
            </p:txBody>
          </p:sp>
          <p:grpSp>
            <p:nvGrpSpPr>
              <p:cNvPr id="13" name="Group 12">
                <a:extLst>
                  <a:ext uri="{FF2B5EF4-FFF2-40B4-BE49-F238E27FC236}">
                    <a16:creationId xmlns:a16="http://schemas.microsoft.com/office/drawing/2014/main" id="{AD6356E5-07C9-63AF-76D9-D6809757F84B}"/>
                  </a:ext>
                </a:extLst>
              </p:cNvPr>
              <p:cNvGrpSpPr/>
              <p:nvPr/>
            </p:nvGrpSpPr>
            <p:grpSpPr>
              <a:xfrm>
                <a:off x="5565563" y="1787949"/>
                <a:ext cx="2448033" cy="1107996"/>
                <a:chOff x="5565563" y="1787949"/>
                <a:chExt cx="2448033" cy="1107996"/>
              </a:xfrm>
            </p:grpSpPr>
            <p:sp>
              <p:nvSpPr>
                <p:cNvPr id="18" name="TextBox 17">
                  <a:extLst>
                    <a:ext uri="{FF2B5EF4-FFF2-40B4-BE49-F238E27FC236}">
                      <a16:creationId xmlns:a16="http://schemas.microsoft.com/office/drawing/2014/main" id="{F6A78410-3157-EB6F-2F03-65578962EBAC}"/>
                    </a:ext>
                  </a:extLst>
                </p:cNvPr>
                <p:cNvSpPr txBox="1">
                  <a:spLocks/>
                </p:cNvSpPr>
                <p:nvPr>
                  <p:custDataLst>
                    <p:tags r:id="rId15"/>
                  </p:custDataLst>
                </p:nvPr>
              </p:nvSpPr>
              <p:spPr>
                <a:xfrm>
                  <a:off x="5787124" y="1787949"/>
                  <a:ext cx="2226472"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AI adoption pattern remains bottom-up and uneven</a:t>
                  </a:r>
                  <a:r>
                    <a:rPr lang="en-IN" sz="1200" dirty="0"/>
                    <a:t>, with lack of enterprise platform, reuse of existing solutions, structured path to scale pilots into production</a:t>
                  </a:r>
                </a:p>
              </p:txBody>
            </p:sp>
            <p:sp>
              <p:nvSpPr>
                <p:cNvPr id="20" name="Oval 19">
                  <a:extLst>
                    <a:ext uri="{FF2B5EF4-FFF2-40B4-BE49-F238E27FC236}">
                      <a16:creationId xmlns:a16="http://schemas.microsoft.com/office/drawing/2014/main" id="{01DDFA70-B6DE-A100-998E-E1724F28D786}"/>
                    </a:ext>
                  </a:extLst>
                </p:cNvPr>
                <p:cNvSpPr>
                  <a:spLocks noChangeAspect="1"/>
                </p:cNvSpPr>
                <p:nvPr/>
              </p:nvSpPr>
              <p:spPr>
                <a:xfrm>
                  <a:off x="5565563" y="1808499"/>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grpSp>
        </p:grpSp>
        <p:sp>
          <p:nvSpPr>
            <p:cNvPr id="38" name="TextBox 37">
              <a:extLst>
                <a:ext uri="{FF2B5EF4-FFF2-40B4-BE49-F238E27FC236}">
                  <a16:creationId xmlns:a16="http://schemas.microsoft.com/office/drawing/2014/main" id="{0FB27FAA-272F-0DEA-E530-0666FEFE1C8A}"/>
                </a:ext>
              </a:extLst>
            </p:cNvPr>
            <p:cNvSpPr txBox="1">
              <a:spLocks/>
            </p:cNvSpPr>
            <p:nvPr>
              <p:custDataLst>
                <p:tags r:id="rId13"/>
              </p:custDataLst>
            </p:nvPr>
          </p:nvSpPr>
          <p:spPr>
            <a:xfrm>
              <a:off x="2191943" y="1787948"/>
              <a:ext cx="3151467" cy="155427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5% </a:t>
              </a:r>
              <a:r>
                <a:rPr lang="en-IN" sz="1200" dirty="0"/>
                <a:t>believe that </a:t>
              </a:r>
              <a:r>
                <a:rPr lang="en-IN" sz="1200" b="1" dirty="0"/>
                <a:t>end users and SMEs are “co-pilots” from day one</a:t>
              </a:r>
              <a:r>
                <a:rPr lang="en-IN" sz="1200" dirty="0"/>
                <a:t>, helping shape features, testing outputs, and (for agents) training them</a:t>
              </a:r>
            </a:p>
            <a:p>
              <a:r>
                <a:rPr lang="en-IN" sz="1200" b="1" dirty="0"/>
                <a:t>Only 6% </a:t>
              </a:r>
              <a:r>
                <a:rPr lang="en-IN" sz="1200" dirty="0"/>
                <a:t>believe that </a:t>
              </a:r>
              <a:r>
                <a:rPr lang="en-IN" sz="1200" b="1" dirty="0"/>
                <a:t>proven solutions are systematically replicated </a:t>
              </a:r>
              <a:r>
                <a:rPr lang="en-IN" sz="1200" dirty="0"/>
                <a:t>across domains with clear ownership and measurable enterprise impact</a:t>
              </a:r>
            </a:p>
          </p:txBody>
        </p:sp>
      </p:grpSp>
      <p:grpSp>
        <p:nvGrpSpPr>
          <p:cNvPr id="45" name="Group 44">
            <a:extLst>
              <a:ext uri="{FF2B5EF4-FFF2-40B4-BE49-F238E27FC236}">
                <a16:creationId xmlns:a16="http://schemas.microsoft.com/office/drawing/2014/main" id="{75AD2E4B-5E5E-F642-C7B4-C0A4C3D0A4C2}"/>
              </a:ext>
            </a:extLst>
          </p:cNvPr>
          <p:cNvGrpSpPr/>
          <p:nvPr/>
        </p:nvGrpSpPr>
        <p:grpSpPr>
          <a:xfrm>
            <a:off x="2191943" y="3437310"/>
            <a:ext cx="9601156" cy="1318792"/>
            <a:chOff x="2191943" y="3268167"/>
            <a:chExt cx="9601156" cy="1318792"/>
          </a:xfrm>
        </p:grpSpPr>
        <p:grpSp>
          <p:nvGrpSpPr>
            <p:cNvPr id="32" name="Group 31">
              <a:extLst>
                <a:ext uri="{FF2B5EF4-FFF2-40B4-BE49-F238E27FC236}">
                  <a16:creationId xmlns:a16="http://schemas.microsoft.com/office/drawing/2014/main" id="{4C6BA9D2-9DFE-F91C-FD78-2C07B98054A1}"/>
                </a:ext>
              </a:extLst>
            </p:cNvPr>
            <p:cNvGrpSpPr/>
            <p:nvPr/>
          </p:nvGrpSpPr>
          <p:grpSpPr>
            <a:xfrm>
              <a:off x="5565563" y="3268167"/>
              <a:ext cx="6227536" cy="1318792"/>
              <a:chOff x="5565563" y="2789322"/>
              <a:chExt cx="6227536" cy="1318792"/>
            </a:xfrm>
          </p:grpSpPr>
          <p:grpSp>
            <p:nvGrpSpPr>
              <p:cNvPr id="8" name="Group 7">
                <a:extLst>
                  <a:ext uri="{FF2B5EF4-FFF2-40B4-BE49-F238E27FC236}">
                    <a16:creationId xmlns:a16="http://schemas.microsoft.com/office/drawing/2014/main" id="{58325162-F852-C691-CBF4-C5A7B3B460F2}"/>
                  </a:ext>
                </a:extLst>
              </p:cNvPr>
              <p:cNvGrpSpPr/>
              <p:nvPr/>
            </p:nvGrpSpPr>
            <p:grpSpPr>
              <a:xfrm>
                <a:off x="5565563" y="2789322"/>
                <a:ext cx="2448033" cy="553998"/>
                <a:chOff x="5565563" y="2789322"/>
                <a:chExt cx="2448033" cy="553998"/>
              </a:xfrm>
            </p:grpSpPr>
            <p:sp>
              <p:nvSpPr>
                <p:cNvPr id="30" name="Oval 29">
                  <a:extLst>
                    <a:ext uri="{FF2B5EF4-FFF2-40B4-BE49-F238E27FC236}">
                      <a16:creationId xmlns:a16="http://schemas.microsoft.com/office/drawing/2014/main" id="{5ADCA732-D124-AF7E-D3DB-A7F560680DFC}"/>
                    </a:ext>
                  </a:extLst>
                </p:cNvPr>
                <p:cNvSpPr>
                  <a:spLocks noChangeAspect="1"/>
                </p:cNvSpPr>
                <p:nvPr/>
              </p:nvSpPr>
              <p:spPr>
                <a:xfrm>
                  <a:off x="5565563" y="2789322"/>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 name="TextBox 3">
                  <a:extLst>
                    <a:ext uri="{FF2B5EF4-FFF2-40B4-BE49-F238E27FC236}">
                      <a16:creationId xmlns:a16="http://schemas.microsoft.com/office/drawing/2014/main" id="{8E6178C3-6673-6FB9-E154-C25B3771DA4B}"/>
                    </a:ext>
                  </a:extLst>
                </p:cNvPr>
                <p:cNvSpPr txBox="1">
                  <a:spLocks/>
                </p:cNvSpPr>
                <p:nvPr>
                  <p:custDataLst>
                    <p:tags r:id="rId12"/>
                  </p:custDataLst>
                </p:nvPr>
              </p:nvSpPr>
              <p:spPr>
                <a:xfrm>
                  <a:off x="5750955" y="2789322"/>
                  <a:ext cx="2262641"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Lack of adoption KPIs, </a:t>
                  </a:r>
                  <a:r>
                    <a:rPr lang="en-IN" sz="1200" dirty="0"/>
                    <a:t>impact tracking mechanisms, and change management programme</a:t>
                  </a:r>
                </a:p>
              </p:txBody>
            </p:sp>
          </p:grpSp>
          <p:sp>
            <p:nvSpPr>
              <p:cNvPr id="15" name="TextBox 14">
                <a:extLst>
                  <a:ext uri="{FF2B5EF4-FFF2-40B4-BE49-F238E27FC236}">
                    <a16:creationId xmlns:a16="http://schemas.microsoft.com/office/drawing/2014/main" id="{8FC3293C-128B-5FDF-E7F5-86EFDA33590B}"/>
                  </a:ext>
                </a:extLst>
              </p:cNvPr>
              <p:cNvSpPr txBox="1">
                <a:spLocks/>
              </p:cNvSpPr>
              <p:nvPr>
                <p:custDataLst>
                  <p:tags r:id="rId11"/>
                </p:custDataLst>
              </p:nvPr>
            </p:nvSpPr>
            <p:spPr>
              <a:xfrm>
                <a:off x="8246534" y="2789322"/>
                <a:ext cx="3546565" cy="131879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Structured change programme: leadership alignment workshops, function-level AI champions, and a communications cadence tied to the AI roadmap</a:t>
                </a:r>
              </a:p>
              <a:p>
                <a:pPr marL="0" lvl="1" indent="0">
                  <a:buNone/>
                </a:pPr>
                <a:r>
                  <a:rPr lang="en-IN" sz="1200" dirty="0"/>
                  <a:t>AI adoption and impact metrics embedded in business scorecards: tracking usage, time saved, cost avoided, and revenue influenced per use case</a:t>
                </a:r>
              </a:p>
              <a:p>
                <a:pPr marL="0" lvl="1" indent="0">
                  <a:buNone/>
                </a:pPr>
                <a:endParaRPr lang="en-IN" sz="1200" dirty="0"/>
              </a:p>
            </p:txBody>
          </p:sp>
        </p:grpSp>
        <p:sp>
          <p:nvSpPr>
            <p:cNvPr id="40" name="TextBox 39">
              <a:extLst>
                <a:ext uri="{FF2B5EF4-FFF2-40B4-BE49-F238E27FC236}">
                  <a16:creationId xmlns:a16="http://schemas.microsoft.com/office/drawing/2014/main" id="{5CAE3205-4830-262A-8655-942EF30C894C}"/>
                </a:ext>
              </a:extLst>
            </p:cNvPr>
            <p:cNvSpPr txBox="1">
              <a:spLocks/>
            </p:cNvSpPr>
            <p:nvPr>
              <p:custDataLst>
                <p:tags r:id="rId10"/>
              </p:custDataLst>
            </p:nvPr>
          </p:nvSpPr>
          <p:spPr>
            <a:xfrm>
              <a:off x="2191943" y="3268168"/>
              <a:ext cx="3151467"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19% </a:t>
              </a:r>
              <a:r>
                <a:rPr lang="en-IN" sz="1200" dirty="0"/>
                <a:t>believe that </a:t>
              </a:r>
              <a:r>
                <a:rPr lang="en-IN" sz="1200" b="1" dirty="0"/>
                <a:t>clear KPIs and OKRs </a:t>
              </a:r>
              <a:r>
                <a:rPr lang="en-IN" sz="1200" dirty="0"/>
                <a:t>tied to business and financial outcomes are tracked consistently and reported</a:t>
              </a:r>
            </a:p>
          </p:txBody>
        </p:sp>
      </p:grpSp>
      <p:grpSp>
        <p:nvGrpSpPr>
          <p:cNvPr id="6" name="Group 5">
            <a:extLst>
              <a:ext uri="{FF2B5EF4-FFF2-40B4-BE49-F238E27FC236}">
                <a16:creationId xmlns:a16="http://schemas.microsoft.com/office/drawing/2014/main" id="{BBE120E4-199A-5211-A6BF-F63995D1506F}"/>
              </a:ext>
            </a:extLst>
          </p:cNvPr>
          <p:cNvGrpSpPr/>
          <p:nvPr/>
        </p:nvGrpSpPr>
        <p:grpSpPr>
          <a:xfrm>
            <a:off x="5565563" y="4865734"/>
            <a:ext cx="2448033" cy="1107996"/>
            <a:chOff x="5565563" y="3823285"/>
            <a:chExt cx="2448033" cy="1107996"/>
          </a:xfrm>
        </p:grpSpPr>
        <p:sp>
          <p:nvSpPr>
            <p:cNvPr id="19" name="Oval 18">
              <a:extLst>
                <a:ext uri="{FF2B5EF4-FFF2-40B4-BE49-F238E27FC236}">
                  <a16:creationId xmlns:a16="http://schemas.microsoft.com/office/drawing/2014/main" id="{CEB5C45D-E783-7BCE-D544-F103E97C7726}"/>
                </a:ext>
              </a:extLst>
            </p:cNvPr>
            <p:cNvSpPr>
              <a:spLocks noChangeAspect="1"/>
            </p:cNvSpPr>
            <p:nvPr/>
          </p:nvSpPr>
          <p:spPr>
            <a:xfrm>
              <a:off x="5565563" y="3823285"/>
              <a:ext cx="140496" cy="14049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1200" b="0"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5" name="TextBox 4">
              <a:extLst>
                <a:ext uri="{FF2B5EF4-FFF2-40B4-BE49-F238E27FC236}">
                  <a16:creationId xmlns:a16="http://schemas.microsoft.com/office/drawing/2014/main" id="{EE067C85-0AD4-F264-5284-C9B4D60963B1}"/>
                </a:ext>
              </a:extLst>
            </p:cNvPr>
            <p:cNvSpPr txBox="1">
              <a:spLocks/>
            </p:cNvSpPr>
            <p:nvPr>
              <p:custDataLst>
                <p:tags r:id="rId9"/>
              </p:custDataLst>
            </p:nvPr>
          </p:nvSpPr>
          <p:spPr>
            <a:xfrm>
              <a:off x="5787123" y="3823285"/>
              <a:ext cx="2226473"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Responsible AI guardrails are critically weak,</a:t>
              </a:r>
              <a:r>
                <a:rPr lang="en-IN" sz="1200" dirty="0"/>
                <a:t> restrictions are </a:t>
              </a:r>
              <a:r>
                <a:rPr lang="en-IN" sz="1200" dirty="0" err="1"/>
                <a:t>bypassable</a:t>
              </a:r>
              <a:r>
                <a:rPr lang="en-IN" sz="1200" dirty="0"/>
                <a:t>, and awareness of data confidentiality risk remains low across the organisation</a:t>
              </a:r>
              <a:endParaRPr lang="en-US" altLang="en-US" sz="1200" dirty="0">
                <a:solidFill>
                  <a:srgbClr val="111918"/>
                </a:solidFill>
                <a:cs typeface="Tahoma" panose="020B0604030504040204" pitchFamily="34" charset="0"/>
              </a:endParaRPr>
            </a:p>
          </p:txBody>
        </p:sp>
      </p:grpSp>
      <p:sp>
        <p:nvSpPr>
          <p:cNvPr id="16" name="TextBox 15">
            <a:extLst>
              <a:ext uri="{FF2B5EF4-FFF2-40B4-BE49-F238E27FC236}">
                <a16:creationId xmlns:a16="http://schemas.microsoft.com/office/drawing/2014/main" id="{F2646C48-F04D-1B5A-16F3-B98B12A8EDAA}"/>
              </a:ext>
            </a:extLst>
          </p:cNvPr>
          <p:cNvSpPr txBox="1">
            <a:spLocks/>
          </p:cNvSpPr>
          <p:nvPr>
            <p:custDataLst>
              <p:tags r:id="rId7"/>
            </p:custDataLst>
          </p:nvPr>
        </p:nvSpPr>
        <p:spPr>
          <a:xfrm>
            <a:off x="8246534" y="4865733"/>
            <a:ext cx="3336439" cy="12272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IN" sz="1200" dirty="0"/>
              <a:t>AI Gateway deployed with data masking, usage monitoring, and policy enforcement as the non-negotiable baseline for all AI tool access</a:t>
            </a:r>
          </a:p>
          <a:p>
            <a:pPr marL="0" lvl="1" indent="0">
              <a:buNone/>
            </a:pPr>
            <a:r>
              <a:rPr lang="en-IN" sz="1200" dirty="0"/>
              <a:t>Responsible AI framework published and trained across all staff covering what is permitted, data classification rules, and escalation paths for risk</a:t>
            </a:r>
          </a:p>
          <a:p>
            <a:pPr marL="0" lvl="1" indent="0">
              <a:buNone/>
            </a:pPr>
            <a:endParaRPr lang="en-IN" sz="1200" dirty="0"/>
          </a:p>
        </p:txBody>
      </p:sp>
      <p:sp>
        <p:nvSpPr>
          <p:cNvPr id="41" name="TextBox 40">
            <a:extLst>
              <a:ext uri="{FF2B5EF4-FFF2-40B4-BE49-F238E27FC236}">
                <a16:creationId xmlns:a16="http://schemas.microsoft.com/office/drawing/2014/main" id="{36F1D497-D169-57A4-BB35-302BF6ED11BD}"/>
              </a:ext>
            </a:extLst>
          </p:cNvPr>
          <p:cNvSpPr txBox="1">
            <a:spLocks/>
          </p:cNvSpPr>
          <p:nvPr>
            <p:custDataLst>
              <p:tags r:id="rId8"/>
            </p:custDataLst>
          </p:nvPr>
        </p:nvSpPr>
        <p:spPr>
          <a:xfrm>
            <a:off x="2191943" y="4865733"/>
            <a:ext cx="3151467"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1200" b="1" dirty="0"/>
              <a:t>Only 6% </a:t>
            </a:r>
            <a:r>
              <a:rPr lang="en-IN" sz="1200" dirty="0"/>
              <a:t>believe that there is </a:t>
            </a:r>
            <a:r>
              <a:rPr lang="en-IN" sz="1200" b="1" dirty="0"/>
              <a:t>clear oversight </a:t>
            </a:r>
            <a:r>
              <a:rPr lang="en-IN" sz="1200" dirty="0"/>
              <a:t>and </a:t>
            </a:r>
            <a:r>
              <a:rPr lang="en-IN" sz="1200" b="1" dirty="0"/>
              <a:t>decision-making across processes</a:t>
            </a:r>
            <a:r>
              <a:rPr lang="en-IN" sz="1200" dirty="0"/>
              <a:t>, projects, and departments, guided by leadership aligned with the bank’s goals</a:t>
            </a:r>
          </a:p>
        </p:txBody>
      </p:sp>
      <p:cxnSp>
        <p:nvCxnSpPr>
          <p:cNvPr id="49" name="Straight Connector 48">
            <a:extLst>
              <a:ext uri="{FF2B5EF4-FFF2-40B4-BE49-F238E27FC236}">
                <a16:creationId xmlns:a16="http://schemas.microsoft.com/office/drawing/2014/main" id="{AA59FD77-272D-811D-B9C9-855447DC1E2A}"/>
              </a:ext>
            </a:extLst>
          </p:cNvPr>
          <p:cNvCxnSpPr>
            <a:cxnSpLocks/>
          </p:cNvCxnSpPr>
          <p:nvPr/>
        </p:nvCxnSpPr>
        <p:spPr>
          <a:xfrm>
            <a:off x="2191943" y="3382495"/>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3565FFB-6181-9F18-ED2C-CF3E25FF61C0}"/>
              </a:ext>
            </a:extLst>
          </p:cNvPr>
          <p:cNvCxnSpPr>
            <a:cxnSpLocks/>
          </p:cNvCxnSpPr>
          <p:nvPr/>
        </p:nvCxnSpPr>
        <p:spPr>
          <a:xfrm>
            <a:off x="2191943" y="4810917"/>
            <a:ext cx="9442846"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40656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E151-A639-34D3-E5DC-565B3529642B}"/>
            </a:ext>
          </a:extLst>
        </p:cNvPr>
        <p:cNvGrpSpPr/>
        <p:nvPr/>
      </p:nvGrpSpPr>
      <p:grpSpPr>
        <a:xfrm>
          <a:off x="0" y="0"/>
          <a:ext cx="0" cy="0"/>
          <a:chOff x="0" y="0"/>
          <a:chExt cx="0" cy="0"/>
        </a:xfrm>
      </p:grpSpPr>
      <p:graphicFrame>
        <p:nvGraphicFramePr>
          <p:cNvPr id="18" name="Object 7" hidden="1">
            <a:extLst>
              <a:ext uri="{FF2B5EF4-FFF2-40B4-BE49-F238E27FC236}">
                <a16:creationId xmlns:a16="http://schemas.microsoft.com/office/drawing/2014/main" id="{690CF133-F675-8115-1BCC-19043AE882C1}"/>
              </a:ext>
            </a:extLst>
          </p:cNvPr>
          <p:cNvGraphicFramePr>
            <a:graphicFrameLocks noChangeAspect="1"/>
          </p:cNvGraphicFramePr>
          <p:nvPr>
            <p:custDataLst>
              <p:tags r:id="rId2"/>
            </p:custDataLst>
            <p:extLst>
              <p:ext uri="{D42A27DB-BD31-4B8C-83A1-F6EECF244321}">
                <p14:modId xmlns:p14="http://schemas.microsoft.com/office/powerpoint/2010/main" val="12701553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23" imgH="424" progId="TCLayout.ActiveDocument.1">
                  <p:embed/>
                </p:oleObj>
              </mc:Choice>
              <mc:Fallback>
                <p:oleObj name="think-cell Slide" r:id="rId12" imgW="423" imgH="424" progId="TCLayout.ActiveDocument.1">
                  <p:embed/>
                  <p:pic>
                    <p:nvPicPr>
                      <p:cNvPr id="18" name="Object 7" hidden="1">
                        <a:extLst>
                          <a:ext uri="{FF2B5EF4-FFF2-40B4-BE49-F238E27FC236}">
                            <a16:creationId xmlns:a16="http://schemas.microsoft.com/office/drawing/2014/main" id="{690CF133-F675-8115-1BCC-19043AE882C1}"/>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9" name="Rectangle 1" hidden="1">
            <a:extLst>
              <a:ext uri="{FF2B5EF4-FFF2-40B4-BE49-F238E27FC236}">
                <a16:creationId xmlns:a16="http://schemas.microsoft.com/office/drawing/2014/main" id="{9C79DFF4-C737-94C3-B527-C722902F614F}"/>
              </a:ext>
            </a:extLst>
          </p:cNvPr>
          <p:cNvSpPr/>
          <p:nvPr>
            <p:custDataLst>
              <p:tags r:id="rId3"/>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AU" sz="1600" b="0"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panose="020B0604020202020204" pitchFamily="34" charset="0"/>
            </a:endParaRPr>
          </a:p>
        </p:txBody>
      </p:sp>
      <p:sp>
        <p:nvSpPr>
          <p:cNvPr id="7" name="Text Placeholder 2">
            <a:extLst>
              <a:ext uri="{FF2B5EF4-FFF2-40B4-BE49-F238E27FC236}">
                <a16:creationId xmlns:a16="http://schemas.microsoft.com/office/drawing/2014/main" id="{4A77D965-831E-EFC6-9A63-75BBF38E1D6B}"/>
              </a:ext>
            </a:extLst>
          </p:cNvPr>
          <p:cNvSpPr>
            <a:spLocks noGrp="1"/>
          </p:cNvSpPr>
          <p:nvPr>
            <p:custDataLst>
              <p:tags r:id="rId4"/>
            </p:custDataLst>
          </p:nvPr>
        </p:nvSpPr>
        <p:spPr bwMode="auto">
          <a:xfrm>
            <a:off x="4445889" y="159861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Approach &amp; Methodology</a:t>
            </a:r>
          </a:p>
        </p:txBody>
      </p:sp>
      <p:sp>
        <p:nvSpPr>
          <p:cNvPr id="30" name="Text Placeholder 2">
            <a:hlinkClick r:id="rId14" action="ppaction://hlinksldjump"/>
            <a:extLst>
              <a:ext uri="{FF2B5EF4-FFF2-40B4-BE49-F238E27FC236}">
                <a16:creationId xmlns:a16="http://schemas.microsoft.com/office/drawing/2014/main" id="{DCD794C7-3F39-8799-1519-785960AFD586}"/>
              </a:ext>
            </a:extLst>
          </p:cNvPr>
          <p:cNvSpPr>
            <a:spLocks noGrp="1"/>
          </p:cNvSpPr>
          <p:nvPr>
            <p:custDataLst>
              <p:tags r:id="rId5"/>
            </p:custDataLst>
          </p:nvPr>
        </p:nvSpPr>
        <p:spPr bwMode="auto">
          <a:xfrm>
            <a:off x="4445889" y="232886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Summary: Tech &amp; AI Results</a:t>
            </a:r>
          </a:p>
        </p:txBody>
      </p:sp>
      <p:sp>
        <p:nvSpPr>
          <p:cNvPr id="3" name="Text Placeholder 2">
            <a:hlinkClick r:id="rId15" action="ppaction://hlinksldjump"/>
            <a:extLst>
              <a:ext uri="{FF2B5EF4-FFF2-40B4-BE49-F238E27FC236}">
                <a16:creationId xmlns:a16="http://schemas.microsoft.com/office/drawing/2014/main" id="{297AD03D-2B32-BE9A-7579-CC6167776960}"/>
              </a:ext>
            </a:extLst>
          </p:cNvPr>
          <p:cNvSpPr>
            <a:spLocks noGrp="1"/>
          </p:cNvSpPr>
          <p:nvPr>
            <p:custDataLst>
              <p:tags r:id="rId6"/>
            </p:custDataLst>
          </p:nvPr>
        </p:nvSpPr>
        <p:spPr bwMode="auto">
          <a:xfrm>
            <a:off x="4445889" y="3059113"/>
            <a:ext cx="7191375" cy="458788"/>
          </a:xfrm>
          <a:prstGeom prst="rect">
            <a:avLst/>
          </a:prstGeom>
          <a:solidFill>
            <a:schemeClr val="accent4"/>
          </a:solidFill>
          <a:ln w="6350" algn="ctr">
            <a:noFill/>
          </a:ln>
        </p:spPr>
        <p:txBody>
          <a:bodyPr vert="horz" wrap="none" lIns="92075" tIns="92075" rIns="0" bIns="90488"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1" i="0" u="none" strike="noStrike" kern="1200" cap="none" spc="0" normalizeH="0" baseline="0" noProof="0">
                <a:ln>
                  <a:noFill/>
                </a:ln>
                <a:solidFill>
                  <a:srgbClr val="FFFFFF"/>
                </a:solidFill>
                <a:effectLst/>
                <a:uLnTx/>
                <a:uFillTx/>
                <a:latin typeface="Tahoma"/>
                <a:ea typeface="+mn-ea"/>
                <a:cs typeface="Tahoma" panose="020B0604030504040204" pitchFamily="34" charset="0"/>
              </a:rPr>
              <a:t>Recommendations &amp; Roadmap</a:t>
            </a:r>
          </a:p>
        </p:txBody>
      </p:sp>
      <p:sp>
        <p:nvSpPr>
          <p:cNvPr id="56" name="Text Placeholder 2">
            <a:hlinkClick r:id="rId14" action="ppaction://hlinksldjump"/>
            <a:extLst>
              <a:ext uri="{FF2B5EF4-FFF2-40B4-BE49-F238E27FC236}">
                <a16:creationId xmlns:a16="http://schemas.microsoft.com/office/drawing/2014/main" id="{93D87260-0E63-E6C0-B03C-013E6CBF4909}"/>
              </a:ext>
            </a:extLst>
          </p:cNvPr>
          <p:cNvSpPr>
            <a:spLocks noGrp="1"/>
          </p:cNvSpPr>
          <p:nvPr>
            <p:custDataLst>
              <p:tags r:id="rId7"/>
            </p:custDataLst>
          </p:nvPr>
        </p:nvSpPr>
        <p:spPr bwMode="auto">
          <a:xfrm>
            <a:off x="4445889" y="3790951"/>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1: Tech &amp; AI Results by Dimension</a:t>
            </a:r>
          </a:p>
        </p:txBody>
      </p:sp>
      <p:sp>
        <p:nvSpPr>
          <p:cNvPr id="5" name="2. Slide Title">
            <a:extLst>
              <a:ext uri="{FF2B5EF4-FFF2-40B4-BE49-F238E27FC236}">
                <a16:creationId xmlns:a16="http://schemas.microsoft.com/office/drawing/2014/main" id="{5EE80D37-67C4-51A5-CA07-E5400D26BA70}"/>
              </a:ext>
            </a:extLst>
          </p:cNvPr>
          <p:cNvSpPr>
            <a:spLocks noGrp="1"/>
          </p:cNvSpPr>
          <p:nvPr>
            <p:ph type="title"/>
            <p:custDataLst>
              <p:tags r:id="rId8"/>
            </p:custDataLst>
          </p:nvPr>
        </p:nvSpPr>
        <p:spPr>
          <a:xfrm>
            <a:off x="554736" y="3175256"/>
            <a:ext cx="2514600" cy="33855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AU" noProof="0">
                <a:latin typeface="+mj-lt"/>
              </a:rPr>
              <a:t>Contents</a:t>
            </a:r>
          </a:p>
        </p:txBody>
      </p:sp>
      <p:sp>
        <p:nvSpPr>
          <p:cNvPr id="2" name="Subtitle 1">
            <a:extLst>
              <a:ext uri="{FF2B5EF4-FFF2-40B4-BE49-F238E27FC236}">
                <a16:creationId xmlns:a16="http://schemas.microsoft.com/office/drawing/2014/main" id="{3C7B34F1-2291-8835-3214-3588B94DBBC1}"/>
              </a:ext>
            </a:extLst>
          </p:cNvPr>
          <p:cNvSpPr>
            <a:spLocks noGrp="1"/>
          </p:cNvSpPr>
          <p:nvPr>
            <p:ph type="subTitle" idx="1"/>
          </p:nvPr>
        </p:nvSpPr>
        <p:spPr/>
        <p:txBody>
          <a:bodyPr/>
          <a:lstStyle/>
          <a:p>
            <a:endParaRPr lang="en-CA"/>
          </a:p>
        </p:txBody>
      </p:sp>
      <p:sp>
        <p:nvSpPr>
          <p:cNvPr id="4" name="Text Placeholder 3">
            <a:extLst>
              <a:ext uri="{FF2B5EF4-FFF2-40B4-BE49-F238E27FC236}">
                <a16:creationId xmlns:a16="http://schemas.microsoft.com/office/drawing/2014/main" id="{FC183959-7F7D-292F-B188-0B2C1BA2798D}"/>
              </a:ext>
            </a:extLst>
          </p:cNvPr>
          <p:cNvSpPr>
            <a:spLocks noGrp="1"/>
          </p:cNvSpPr>
          <p:nvPr>
            <p:ph type="body" sz="quarter" idx="10"/>
          </p:nvPr>
        </p:nvSpPr>
        <p:spPr/>
        <p:txBody>
          <a:bodyPr/>
          <a:lstStyle/>
          <a:p>
            <a:endParaRPr lang="en-CA"/>
          </a:p>
        </p:txBody>
      </p:sp>
      <p:sp>
        <p:nvSpPr>
          <p:cNvPr id="9" name="Text Placeholder 2">
            <a:hlinkClick r:id="" action="ppaction://noaction"/>
            <a:extLst>
              <a:ext uri="{FF2B5EF4-FFF2-40B4-BE49-F238E27FC236}">
                <a16:creationId xmlns:a16="http://schemas.microsoft.com/office/drawing/2014/main" id="{B60E3B82-5B70-3028-1BB7-84284AEA30EE}"/>
              </a:ext>
            </a:extLst>
          </p:cNvPr>
          <p:cNvSpPr>
            <a:spLocks noGrp="1"/>
          </p:cNvSpPr>
          <p:nvPr>
            <p:custDataLst>
              <p:tags r:id="rId9"/>
            </p:custDataLst>
          </p:nvPr>
        </p:nvSpPr>
        <p:spPr bwMode="auto">
          <a:xfrm>
            <a:off x="4445889" y="4521200"/>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AU"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2: Best Practice Definitions</a:t>
            </a:r>
          </a:p>
        </p:txBody>
      </p:sp>
    </p:spTree>
    <p:custDataLst>
      <p:tags r:id="rId1"/>
    </p:custDataLst>
    <p:extLst>
      <p:ext uri="{BB962C8B-B14F-4D97-AF65-F5344CB8AC3E}">
        <p14:creationId xmlns:p14="http://schemas.microsoft.com/office/powerpoint/2010/main" val="2014130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04909-55B1-5157-4B93-DB733F5E8791}"/>
            </a:ext>
          </a:extLst>
        </p:cNvPr>
        <p:cNvGrpSpPr/>
        <p:nvPr/>
      </p:nvGrpSpPr>
      <p:grpSpPr>
        <a:xfrm>
          <a:off x="0" y="0"/>
          <a:ext cx="0" cy="0"/>
          <a:chOff x="0" y="0"/>
          <a:chExt cx="0" cy="0"/>
        </a:xfrm>
      </p:grpSpPr>
      <p:graphicFrame>
        <p:nvGraphicFramePr>
          <p:cNvPr id="21" name="Object 2" hidden="1">
            <a:extLst>
              <a:ext uri="{FF2B5EF4-FFF2-40B4-BE49-F238E27FC236}">
                <a16:creationId xmlns:a16="http://schemas.microsoft.com/office/drawing/2014/main" id="{65ADD1DF-BF9A-78A8-EFCF-08ECCFEF4A6E}"/>
              </a:ext>
            </a:extLst>
          </p:cNvPr>
          <p:cNvGraphicFramePr>
            <a:graphicFrameLocks noChangeAspect="1"/>
          </p:cNvGraphicFramePr>
          <p:nvPr>
            <p:custDataLst>
              <p:tags r:id="rId1"/>
            </p:custDataLst>
            <p:extLst>
              <p:ext uri="{D42A27DB-BD31-4B8C-83A1-F6EECF244321}">
                <p14:modId xmlns:p14="http://schemas.microsoft.com/office/powerpoint/2010/main" val="42444432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21" name="Object 2" hidden="1">
                        <a:extLst>
                          <a:ext uri="{FF2B5EF4-FFF2-40B4-BE49-F238E27FC236}">
                            <a16:creationId xmlns:a16="http://schemas.microsoft.com/office/drawing/2014/main" id="{65ADD1DF-BF9A-78A8-EFCF-08ECCFEF4A6E}"/>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58D7276-18A6-32C3-3535-504FD720AF0D}"/>
              </a:ext>
            </a:extLst>
          </p:cNvPr>
          <p:cNvSpPr>
            <a:spLocks noGrp="1"/>
          </p:cNvSpPr>
          <p:nvPr>
            <p:ph type="title"/>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IN" dirty="0"/>
              <a:t>The priority for PASHA Bank is to move from isolated Tech &amp; AI wins to repeatable, enterprise-scale impact</a:t>
            </a:r>
            <a:endParaRPr lang="en-US" sz="2400" dirty="0">
              <a:latin typeface="+mj-lt"/>
            </a:endParaRPr>
          </a:p>
        </p:txBody>
      </p:sp>
      <p:sp>
        <p:nvSpPr>
          <p:cNvPr id="27" name="Text Placeholder 26">
            <a:extLst>
              <a:ext uri="{FF2B5EF4-FFF2-40B4-BE49-F238E27FC236}">
                <a16:creationId xmlns:a16="http://schemas.microsoft.com/office/drawing/2014/main" id="{E4150F7D-B3BD-60F9-0A85-E88689608200}"/>
              </a:ext>
            </a:extLst>
          </p:cNvPr>
          <p:cNvSpPr>
            <a:spLocks noGrp="1"/>
          </p:cNvSpPr>
          <p:nvPr>
            <p:ph type="body" sz="quarter" idx="10"/>
          </p:nvPr>
        </p:nvSpPr>
        <p:spPr/>
        <p:txBody>
          <a:bodyPr/>
          <a:lstStyle/>
          <a:p>
            <a:endParaRPr lang="en-US"/>
          </a:p>
        </p:txBody>
      </p:sp>
      <p:sp>
        <p:nvSpPr>
          <p:cNvPr id="22" name="5. Source">
            <a:extLst>
              <a:ext uri="{FF2B5EF4-FFF2-40B4-BE49-F238E27FC236}">
                <a16:creationId xmlns:a16="http://schemas.microsoft.com/office/drawing/2014/main" id="{13BE4801-00B8-9CFF-AC05-1392DBDB92AE}"/>
              </a:ext>
            </a:extLst>
          </p:cNvPr>
          <p:cNvSpPr txBox="1"/>
          <p:nvPr>
            <p:custDataLst>
              <p:tags r:id="rId2"/>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Source: McKinsey Tech &amp; AI Quotient 4.0</a:t>
            </a:r>
          </a:p>
        </p:txBody>
      </p:sp>
      <p:sp>
        <p:nvSpPr>
          <p:cNvPr id="5" name="TextBox 4">
            <a:extLst>
              <a:ext uri="{FF2B5EF4-FFF2-40B4-BE49-F238E27FC236}">
                <a16:creationId xmlns:a16="http://schemas.microsoft.com/office/drawing/2014/main" id="{ACF891CC-1C5C-38D2-14D9-484BFA8E7E89}"/>
              </a:ext>
            </a:extLst>
          </p:cNvPr>
          <p:cNvSpPr txBox="1">
            <a:spLocks/>
          </p:cNvSpPr>
          <p:nvPr/>
        </p:nvSpPr>
        <p:spPr>
          <a:xfrm>
            <a:off x="572127" y="2614258"/>
            <a:ext cx="1427435" cy="43088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Experimenter → Emerger</a:t>
            </a:r>
          </a:p>
        </p:txBody>
      </p:sp>
      <p:sp>
        <p:nvSpPr>
          <p:cNvPr id="6" name="Freeform 755">
            <a:extLst>
              <a:ext uri="{FF2B5EF4-FFF2-40B4-BE49-F238E27FC236}">
                <a16:creationId xmlns:a16="http://schemas.microsoft.com/office/drawing/2014/main" id="{4FA4DF75-1B0B-67B1-B1B1-635285A7C96F}"/>
              </a:ext>
            </a:extLst>
          </p:cNvPr>
          <p:cNvSpPr/>
          <p:nvPr/>
        </p:nvSpPr>
        <p:spPr bwMode="gray">
          <a:xfrm>
            <a:off x="2888595" y="2644671"/>
            <a:ext cx="433754" cy="499682"/>
          </a:xfrm>
          <a:custGeom>
            <a:avLst/>
            <a:gdLst>
              <a:gd name="T0" fmla="*/ 2147483647 w 435"/>
              <a:gd name="T1" fmla="*/ 2147483647 h 222"/>
              <a:gd name="T2" fmla="*/ 2147483647 w 435"/>
              <a:gd name="T3" fmla="*/ 0 h 222"/>
              <a:gd name="T4" fmla="*/ 0 w 435"/>
              <a:gd name="T5" fmla="*/ 2147483647 h 222"/>
              <a:gd name="T6" fmla="*/ 0 w 435"/>
              <a:gd name="T7" fmla="*/ 2147483647 h 222"/>
              <a:gd name="T8" fmla="*/ 0 60000 65536"/>
              <a:gd name="T9" fmla="*/ 0 60000 65536"/>
              <a:gd name="T10" fmla="*/ 0 60000 65536"/>
              <a:gd name="T11" fmla="*/ 0 60000 65536"/>
              <a:gd name="T12" fmla="*/ 0 w 435"/>
              <a:gd name="T13" fmla="*/ 0 h 222"/>
              <a:gd name="T14" fmla="*/ 435 w 435"/>
              <a:gd name="T15" fmla="*/ 222 h 222"/>
            </a:gdLst>
            <a:ahLst/>
            <a:cxnLst>
              <a:cxn ang="T8">
                <a:pos x="T0" y="T1"/>
              </a:cxn>
              <a:cxn ang="T9">
                <a:pos x="T2" y="T3"/>
              </a:cxn>
              <a:cxn ang="T10">
                <a:pos x="T4" y="T5"/>
              </a:cxn>
              <a:cxn ang="T11">
                <a:pos x="T6" y="T7"/>
              </a:cxn>
            </a:cxnLst>
            <a:rect l="T12" t="T13" r="T14" b="T15"/>
            <a:pathLst>
              <a:path w="435" h="221">
                <a:moveTo>
                  <a:pt x="434" y="221"/>
                </a:moveTo>
                <a:lnTo>
                  <a:pt x="434" y="0"/>
                </a:lnTo>
                <a:lnTo>
                  <a:pt x="0" y="81"/>
                </a:lnTo>
                <a:lnTo>
                  <a:pt x="0" y="221"/>
                </a:lnTo>
              </a:path>
            </a:pathLst>
          </a:custGeom>
          <a:solidFill>
            <a:schemeClr val="accent2">
              <a:lumMod val="20000"/>
              <a:lumOff val="80000"/>
            </a:schemeClr>
          </a:solidFill>
          <a:ln w="9525">
            <a:solidFill>
              <a:srgbClr val="D0D0D0"/>
            </a:solidFill>
            <a:round/>
          </a:ln>
        </p:spPr>
        <p:txBody>
          <a:bodyPr lIns="91060" tIns="45530" rIns="91060" bIns="45530"/>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7" name="Freeform 756">
            <a:extLst>
              <a:ext uri="{FF2B5EF4-FFF2-40B4-BE49-F238E27FC236}">
                <a16:creationId xmlns:a16="http://schemas.microsoft.com/office/drawing/2014/main" id="{8652B643-208B-35A1-AE73-E2E217114CCB}"/>
              </a:ext>
            </a:extLst>
          </p:cNvPr>
          <p:cNvSpPr/>
          <p:nvPr/>
        </p:nvSpPr>
        <p:spPr bwMode="gray">
          <a:xfrm>
            <a:off x="554735" y="2144450"/>
            <a:ext cx="8298068" cy="999903"/>
          </a:xfrm>
          <a:custGeom>
            <a:avLst/>
            <a:gdLst>
              <a:gd name="T0" fmla="*/ 0 w 4352"/>
              <a:gd name="T1" fmla="*/ 608 h 609"/>
              <a:gd name="T2" fmla="*/ 1090 w 4352"/>
              <a:gd name="T3" fmla="*/ 608 h 609"/>
              <a:gd name="T4" fmla="*/ 1090 w 4352"/>
              <a:gd name="T5" fmla="*/ 403 h 609"/>
              <a:gd name="T6" fmla="*/ 2179 w 4352"/>
              <a:gd name="T7" fmla="*/ 403 h 609"/>
              <a:gd name="T8" fmla="*/ 2179 w 4352"/>
              <a:gd name="T9" fmla="*/ 197 h 609"/>
              <a:gd name="T10" fmla="*/ 3253 w 4352"/>
              <a:gd name="T11" fmla="*/ 197 h 609"/>
              <a:gd name="T12" fmla="*/ 3253 w 4352"/>
              <a:gd name="T13" fmla="*/ 0 h 609"/>
              <a:gd name="T14" fmla="*/ 4351 w 4352"/>
              <a:gd name="T15" fmla="*/ 0 h 609"/>
              <a:gd name="connsiteX0" fmla="*/ 0 w 10000"/>
              <a:gd name="connsiteY0" fmla="*/ 6760 h 6760"/>
              <a:gd name="connsiteX1" fmla="*/ 3351 w 10000"/>
              <a:gd name="connsiteY1" fmla="*/ 6760 h 6760"/>
              <a:gd name="connsiteX2" fmla="*/ 3351 w 10000"/>
              <a:gd name="connsiteY2" fmla="*/ 3388 h 6760"/>
              <a:gd name="connsiteX3" fmla="*/ 6698 w 10000"/>
              <a:gd name="connsiteY3" fmla="*/ 3388 h 6760"/>
              <a:gd name="connsiteX4" fmla="*/ 6698 w 10000"/>
              <a:gd name="connsiteY4" fmla="*/ 0 h 6760"/>
              <a:gd name="connsiteX5" fmla="*/ 10000 w 10000"/>
              <a:gd name="connsiteY5" fmla="*/ 0 h 6760"/>
              <a:gd name="connsiteX6" fmla="*/ 7475 w 7475"/>
              <a:gd name="connsiteY6" fmla="*/ 0 h 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6760">
                <a:moveTo>
                  <a:pt x="0" y="6760"/>
                </a:moveTo>
                <a:lnTo>
                  <a:pt x="3351" y="6760"/>
                </a:lnTo>
                <a:lnTo>
                  <a:pt x="3351" y="3388"/>
                </a:lnTo>
                <a:lnTo>
                  <a:pt x="6698" y="3388"/>
                </a:lnTo>
                <a:lnTo>
                  <a:pt x="6698" y="0"/>
                </a:lnTo>
                <a:lnTo>
                  <a:pt x="10000" y="0"/>
                </a:lnTo>
              </a:path>
            </a:pathLst>
          </a:custGeom>
          <a:noFill/>
          <a:ln w="28575" cap="rnd" cmpd="sng">
            <a:solidFill>
              <a:schemeClr val="accent2">
                <a:lumMod val="20000"/>
                <a:lumOff val="80000"/>
              </a:schemeClr>
            </a:solidFill>
            <a:prstDash val="solid"/>
            <a:round/>
            <a:headEnd type="none" w="sm" len="sm"/>
            <a:tailEnd type="none" w="sm" len="sm"/>
          </a:ln>
          <a:effectLst/>
        </p:spPr>
        <p:txBody>
          <a:bodyPr lIns="91060" tIns="45530" rIns="91060" bIns="45530">
            <a:noAutofit/>
          </a:bodyPr>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Tahoma" panose="020B0604030504040204" pitchFamily="34" charset="0"/>
              <a:cs typeface="Tahoma" panose="020B0604030504040204" pitchFamily="34" charset="0"/>
            </a:endParaRPr>
          </a:p>
        </p:txBody>
      </p:sp>
      <p:sp>
        <p:nvSpPr>
          <p:cNvPr id="8" name="Freeform 755">
            <a:extLst>
              <a:ext uri="{FF2B5EF4-FFF2-40B4-BE49-F238E27FC236}">
                <a16:creationId xmlns:a16="http://schemas.microsoft.com/office/drawing/2014/main" id="{EBB08618-08D1-6A2B-C46D-3C14D716D646}"/>
              </a:ext>
            </a:extLst>
          </p:cNvPr>
          <p:cNvSpPr/>
          <p:nvPr/>
        </p:nvSpPr>
        <p:spPr bwMode="gray">
          <a:xfrm>
            <a:off x="5670853" y="2134780"/>
            <a:ext cx="433754" cy="499682"/>
          </a:xfrm>
          <a:custGeom>
            <a:avLst/>
            <a:gdLst>
              <a:gd name="T0" fmla="*/ 2147483647 w 435"/>
              <a:gd name="T1" fmla="*/ 2147483647 h 222"/>
              <a:gd name="T2" fmla="*/ 2147483647 w 435"/>
              <a:gd name="T3" fmla="*/ 0 h 222"/>
              <a:gd name="T4" fmla="*/ 0 w 435"/>
              <a:gd name="T5" fmla="*/ 2147483647 h 222"/>
              <a:gd name="T6" fmla="*/ 0 w 435"/>
              <a:gd name="T7" fmla="*/ 2147483647 h 222"/>
              <a:gd name="T8" fmla="*/ 0 60000 65536"/>
              <a:gd name="T9" fmla="*/ 0 60000 65536"/>
              <a:gd name="T10" fmla="*/ 0 60000 65536"/>
              <a:gd name="T11" fmla="*/ 0 60000 65536"/>
              <a:gd name="T12" fmla="*/ 0 w 435"/>
              <a:gd name="T13" fmla="*/ 0 h 222"/>
              <a:gd name="T14" fmla="*/ 435 w 435"/>
              <a:gd name="T15" fmla="*/ 222 h 222"/>
            </a:gdLst>
            <a:ahLst/>
            <a:cxnLst>
              <a:cxn ang="T8">
                <a:pos x="T0" y="T1"/>
              </a:cxn>
              <a:cxn ang="T9">
                <a:pos x="T2" y="T3"/>
              </a:cxn>
              <a:cxn ang="T10">
                <a:pos x="T4" y="T5"/>
              </a:cxn>
              <a:cxn ang="T11">
                <a:pos x="T6" y="T7"/>
              </a:cxn>
            </a:cxnLst>
            <a:rect l="T12" t="T13" r="T14" b="T15"/>
            <a:pathLst>
              <a:path w="435" h="221">
                <a:moveTo>
                  <a:pt x="434" y="221"/>
                </a:moveTo>
                <a:lnTo>
                  <a:pt x="434" y="0"/>
                </a:lnTo>
                <a:lnTo>
                  <a:pt x="0" y="81"/>
                </a:lnTo>
                <a:lnTo>
                  <a:pt x="0" y="221"/>
                </a:lnTo>
              </a:path>
            </a:pathLst>
          </a:custGeom>
          <a:solidFill>
            <a:schemeClr val="accent2">
              <a:lumMod val="20000"/>
              <a:lumOff val="80000"/>
            </a:schemeClr>
          </a:solidFill>
          <a:ln w="9525">
            <a:solidFill>
              <a:srgbClr val="D0D0D0"/>
            </a:solidFill>
            <a:round/>
          </a:ln>
        </p:spPr>
        <p:txBody>
          <a:bodyPr lIns="91060" tIns="45530" rIns="91060" bIns="45530"/>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9" name="Freeform 755">
            <a:extLst>
              <a:ext uri="{FF2B5EF4-FFF2-40B4-BE49-F238E27FC236}">
                <a16:creationId xmlns:a16="http://schemas.microsoft.com/office/drawing/2014/main" id="{35500D62-3CF9-3DDB-233D-43F28FA4E06B}"/>
              </a:ext>
            </a:extLst>
          </p:cNvPr>
          <p:cNvSpPr/>
          <p:nvPr/>
        </p:nvSpPr>
        <p:spPr bwMode="gray">
          <a:xfrm>
            <a:off x="8435039" y="1646412"/>
            <a:ext cx="433754" cy="499682"/>
          </a:xfrm>
          <a:custGeom>
            <a:avLst/>
            <a:gdLst>
              <a:gd name="T0" fmla="*/ 2147483647 w 435"/>
              <a:gd name="T1" fmla="*/ 2147483647 h 222"/>
              <a:gd name="T2" fmla="*/ 2147483647 w 435"/>
              <a:gd name="T3" fmla="*/ 0 h 222"/>
              <a:gd name="T4" fmla="*/ 0 w 435"/>
              <a:gd name="T5" fmla="*/ 2147483647 h 222"/>
              <a:gd name="T6" fmla="*/ 0 w 435"/>
              <a:gd name="T7" fmla="*/ 2147483647 h 222"/>
              <a:gd name="T8" fmla="*/ 0 60000 65536"/>
              <a:gd name="T9" fmla="*/ 0 60000 65536"/>
              <a:gd name="T10" fmla="*/ 0 60000 65536"/>
              <a:gd name="T11" fmla="*/ 0 60000 65536"/>
              <a:gd name="T12" fmla="*/ 0 w 435"/>
              <a:gd name="T13" fmla="*/ 0 h 222"/>
              <a:gd name="T14" fmla="*/ 435 w 435"/>
              <a:gd name="T15" fmla="*/ 222 h 222"/>
            </a:gdLst>
            <a:ahLst/>
            <a:cxnLst>
              <a:cxn ang="T8">
                <a:pos x="T0" y="T1"/>
              </a:cxn>
              <a:cxn ang="T9">
                <a:pos x="T2" y="T3"/>
              </a:cxn>
              <a:cxn ang="T10">
                <a:pos x="T4" y="T5"/>
              </a:cxn>
              <a:cxn ang="T11">
                <a:pos x="T6" y="T7"/>
              </a:cxn>
            </a:cxnLst>
            <a:rect l="T12" t="T13" r="T14" b="T15"/>
            <a:pathLst>
              <a:path w="435" h="221">
                <a:moveTo>
                  <a:pt x="434" y="221"/>
                </a:moveTo>
                <a:lnTo>
                  <a:pt x="434" y="0"/>
                </a:lnTo>
                <a:lnTo>
                  <a:pt x="0" y="81"/>
                </a:lnTo>
                <a:lnTo>
                  <a:pt x="0" y="221"/>
                </a:lnTo>
              </a:path>
            </a:pathLst>
          </a:custGeom>
          <a:solidFill>
            <a:schemeClr val="accent2">
              <a:lumMod val="20000"/>
              <a:lumOff val="80000"/>
            </a:schemeClr>
          </a:solidFill>
          <a:ln w="9525">
            <a:noFill/>
            <a:round/>
          </a:ln>
        </p:spPr>
        <p:txBody>
          <a:bodyPr lIns="91060" tIns="45530" rIns="91060" bIns="45530"/>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10" name="Freeform 756">
            <a:extLst>
              <a:ext uri="{FF2B5EF4-FFF2-40B4-BE49-F238E27FC236}">
                <a16:creationId xmlns:a16="http://schemas.microsoft.com/office/drawing/2014/main" id="{623B7B0C-E9A2-A277-99E7-80F90E4AF214}"/>
              </a:ext>
            </a:extLst>
          </p:cNvPr>
          <p:cNvSpPr/>
          <p:nvPr/>
        </p:nvSpPr>
        <p:spPr bwMode="gray">
          <a:xfrm>
            <a:off x="8870195" y="1662364"/>
            <a:ext cx="2767068" cy="482086"/>
          </a:xfrm>
          <a:custGeom>
            <a:avLst/>
            <a:gdLst>
              <a:gd name="T0" fmla="*/ 0 w 4352"/>
              <a:gd name="T1" fmla="*/ 608 h 609"/>
              <a:gd name="T2" fmla="*/ 1090 w 4352"/>
              <a:gd name="T3" fmla="*/ 608 h 609"/>
              <a:gd name="T4" fmla="*/ 1090 w 4352"/>
              <a:gd name="T5" fmla="*/ 403 h 609"/>
              <a:gd name="T6" fmla="*/ 2179 w 4352"/>
              <a:gd name="T7" fmla="*/ 403 h 609"/>
              <a:gd name="T8" fmla="*/ 2179 w 4352"/>
              <a:gd name="T9" fmla="*/ 197 h 609"/>
              <a:gd name="T10" fmla="*/ 3253 w 4352"/>
              <a:gd name="T11" fmla="*/ 197 h 609"/>
              <a:gd name="T12" fmla="*/ 3253 w 4352"/>
              <a:gd name="T13" fmla="*/ 0 h 609"/>
              <a:gd name="T14" fmla="*/ 4351 w 4352"/>
              <a:gd name="T15" fmla="*/ 0 h 609"/>
              <a:gd name="connsiteX0" fmla="*/ 0 w 10000"/>
              <a:gd name="connsiteY0" fmla="*/ 4988 h 4988"/>
              <a:gd name="connsiteX1" fmla="*/ 0 w 10000"/>
              <a:gd name="connsiteY1" fmla="*/ 0 h 4988"/>
              <a:gd name="connsiteX2" fmla="*/ 10000 w 10000"/>
              <a:gd name="connsiteY2" fmla="*/ 0 h 4988"/>
              <a:gd name="connsiteX3" fmla="*/ 5034 w 5034"/>
              <a:gd name="connsiteY3" fmla="*/ 0 h 10000"/>
              <a:gd name="connsiteX4" fmla="*/ 6649 w 6649"/>
              <a:gd name="connsiteY4" fmla="*/ 0 h 10000"/>
              <a:gd name="connsiteX5" fmla="*/ 10000 w 10000"/>
              <a:gd name="connsiteY5" fmla="*/ 0 h 6760"/>
              <a:gd name="connsiteX6" fmla="*/ 7475 w 7475"/>
              <a:gd name="connsiteY6" fmla="*/ 0 h 9984"/>
            </a:gdLst>
            <a:ahLst/>
            <a:cxnLst>
              <a:cxn ang="0">
                <a:pos x="connsiteX0" y="connsiteY0"/>
              </a:cxn>
              <a:cxn ang="0">
                <a:pos x="connsiteX1" y="connsiteY1"/>
              </a:cxn>
              <a:cxn ang="0">
                <a:pos x="connsiteX2" y="connsiteY2"/>
              </a:cxn>
            </a:cxnLst>
            <a:rect l="l" t="t" r="r" b="b"/>
            <a:pathLst>
              <a:path w="10000" h="4988">
                <a:moveTo>
                  <a:pt x="0" y="4988"/>
                </a:moveTo>
                <a:lnTo>
                  <a:pt x="0" y="0"/>
                </a:lnTo>
                <a:lnTo>
                  <a:pt x="10000" y="0"/>
                </a:lnTo>
              </a:path>
            </a:pathLst>
          </a:custGeom>
          <a:noFill/>
          <a:ln w="28575" cap="rnd" cmpd="sng">
            <a:solidFill>
              <a:schemeClr val="accent2">
                <a:lumMod val="20000"/>
                <a:lumOff val="80000"/>
              </a:schemeClr>
            </a:solidFill>
            <a:prstDash val="solid"/>
            <a:round/>
            <a:headEnd type="none" w="sm" len="sm"/>
            <a:tailEnd type="none" w="sm" len="sm"/>
          </a:ln>
          <a:effectLst/>
        </p:spPr>
        <p:txBody>
          <a:bodyPr lIns="91060" tIns="45530" rIns="91060" bIns="45530">
            <a:noAutofit/>
          </a:bodyPr>
          <a:lstStyle>
            <a:defPPr>
              <a:defRPr lang="en-US"/>
            </a:defPPr>
            <a:lvl1pPr algn="l" rtl="0" fontAlgn="base">
              <a:spcBef>
                <a:spcPct val="0"/>
              </a:spcBef>
              <a:spcAft>
                <a:spcPct val="0"/>
              </a:spcAft>
              <a:defRPr sz="1600" kern="1200">
                <a:solidFill>
                  <a:schemeClr val="tx1"/>
                </a:solidFill>
                <a:latin typeface="Arial" pitchFamily="34" charset="0"/>
                <a:ea typeface="+mn-ea"/>
                <a:cs typeface="+mn-cs"/>
              </a:defRPr>
            </a:lvl1pPr>
            <a:lvl2pPr marL="457200" algn="l" rtl="0" fontAlgn="base">
              <a:spcBef>
                <a:spcPct val="0"/>
              </a:spcBef>
              <a:spcAft>
                <a:spcPct val="0"/>
              </a:spcAft>
              <a:defRPr sz="1600" kern="1200">
                <a:solidFill>
                  <a:schemeClr val="tx1"/>
                </a:solidFill>
                <a:latin typeface="Arial" pitchFamily="34" charset="0"/>
                <a:ea typeface="+mn-ea"/>
                <a:cs typeface="+mn-cs"/>
              </a:defRPr>
            </a:lvl2pPr>
            <a:lvl3pPr marL="914400" algn="l" rtl="0" fontAlgn="base">
              <a:spcBef>
                <a:spcPct val="0"/>
              </a:spcBef>
              <a:spcAft>
                <a:spcPct val="0"/>
              </a:spcAft>
              <a:defRPr sz="1600" kern="1200">
                <a:solidFill>
                  <a:schemeClr val="tx1"/>
                </a:solidFill>
                <a:latin typeface="Arial" pitchFamily="34" charset="0"/>
                <a:ea typeface="+mn-ea"/>
                <a:cs typeface="+mn-cs"/>
              </a:defRPr>
            </a:lvl3pPr>
            <a:lvl4pPr marL="1371600" algn="l" rtl="0" fontAlgn="base">
              <a:spcBef>
                <a:spcPct val="0"/>
              </a:spcBef>
              <a:spcAft>
                <a:spcPct val="0"/>
              </a:spcAft>
              <a:defRPr sz="1600" kern="1200">
                <a:solidFill>
                  <a:schemeClr val="tx1"/>
                </a:solidFill>
                <a:latin typeface="Arial" pitchFamily="34" charset="0"/>
                <a:ea typeface="+mn-ea"/>
                <a:cs typeface="+mn-cs"/>
              </a:defRPr>
            </a:lvl4pPr>
            <a:lvl5pPr marL="1828800" algn="l" rtl="0" fontAlgn="base">
              <a:spcBef>
                <a:spcPct val="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a:ln>
                <a:noFill/>
              </a:ln>
              <a:solidFill>
                <a:srgbClr val="111918"/>
              </a:solidFill>
              <a:effectLst/>
              <a:uLnTx/>
              <a:uFillTx/>
              <a:latin typeface="Tahoma"/>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8E8589DE-16F7-7259-19D3-A5F28C56E8C5}"/>
              </a:ext>
            </a:extLst>
          </p:cNvPr>
          <p:cNvSpPr txBox="1">
            <a:spLocks/>
          </p:cNvSpPr>
          <p:nvPr/>
        </p:nvSpPr>
        <p:spPr>
          <a:xfrm>
            <a:off x="3451693" y="2116919"/>
            <a:ext cx="1427435" cy="43088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Emerger → Scaler</a:t>
            </a:r>
          </a:p>
        </p:txBody>
      </p:sp>
      <p:sp>
        <p:nvSpPr>
          <p:cNvPr id="12" name="TextBox 11">
            <a:extLst>
              <a:ext uri="{FF2B5EF4-FFF2-40B4-BE49-F238E27FC236}">
                <a16:creationId xmlns:a16="http://schemas.microsoft.com/office/drawing/2014/main" id="{A52337F9-48BB-7865-BE05-57F6392440DD}"/>
              </a:ext>
            </a:extLst>
          </p:cNvPr>
          <p:cNvSpPr txBox="1">
            <a:spLocks/>
          </p:cNvSpPr>
          <p:nvPr/>
        </p:nvSpPr>
        <p:spPr>
          <a:xfrm>
            <a:off x="6262369" y="1633655"/>
            <a:ext cx="1427435" cy="43088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Scaler → </a:t>
            </a:r>
            <a:b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b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Leader</a:t>
            </a:r>
          </a:p>
        </p:txBody>
      </p:sp>
      <p:sp>
        <p:nvSpPr>
          <p:cNvPr id="13" name="TextBox 12">
            <a:extLst>
              <a:ext uri="{FF2B5EF4-FFF2-40B4-BE49-F238E27FC236}">
                <a16:creationId xmlns:a16="http://schemas.microsoft.com/office/drawing/2014/main" id="{9485D733-B829-3E99-2464-541515DFD367}"/>
              </a:ext>
            </a:extLst>
          </p:cNvPr>
          <p:cNvSpPr txBox="1">
            <a:spLocks/>
          </p:cNvSpPr>
          <p:nvPr/>
        </p:nvSpPr>
        <p:spPr>
          <a:xfrm>
            <a:off x="9005711" y="1162146"/>
            <a:ext cx="1708009" cy="43239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Leader → Sustained Advantage</a:t>
            </a:r>
          </a:p>
        </p:txBody>
      </p:sp>
      <p:sp>
        <p:nvSpPr>
          <p:cNvPr id="16" name="TextBox 15">
            <a:extLst>
              <a:ext uri="{FF2B5EF4-FFF2-40B4-BE49-F238E27FC236}">
                <a16:creationId xmlns:a16="http://schemas.microsoft.com/office/drawing/2014/main" id="{DD4B7D74-A545-3386-9F94-E5DCDBCBDF90}"/>
              </a:ext>
            </a:extLst>
          </p:cNvPr>
          <p:cNvSpPr txBox="1"/>
          <p:nvPr>
            <p:custDataLst>
              <p:tags r:id="rId3"/>
            </p:custDataLst>
          </p:nvPr>
        </p:nvSpPr>
        <p:spPr>
          <a:xfrm>
            <a:off x="6237298" y="2272565"/>
            <a:ext cx="2494578" cy="28315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500"/>
              </a:spcBef>
              <a:spcAft>
                <a:spcPts val="600"/>
              </a:spcAft>
              <a:buClr>
                <a:srgbClr val="FFFFFF"/>
              </a:buClr>
              <a:buSzTx/>
              <a:buFont typeface="Segoe UI" panose="020B0502040204020203"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Where companies get stuck:</a:t>
            </a:r>
            <a:b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b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AI not embedded in enterprise strategy</a:t>
            </a:r>
          </a:p>
          <a:p>
            <a:pPr marL="0" marR="0" lvl="0" indent="0" algn="l" defTabSz="914400" rtl="0" eaLnBrk="1" fontAlgn="auto" latinLnBrk="0" hangingPunct="1">
              <a:lnSpc>
                <a:spcPct val="100000"/>
              </a:lnSpc>
              <a:spcBef>
                <a:spcPts val="500"/>
              </a:spcBef>
              <a:spcAft>
                <a:spcPts val="0"/>
              </a:spcAft>
              <a:buClr>
                <a:srgbClr val="FFFFFF"/>
              </a:buClr>
              <a:buSzTx/>
              <a:buFont typeface="Segoe UI" panose="020B0502040204020203"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What needs to change:</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Integrate AI into strategy </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and capital allocation decisions </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Redesign roles</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 and scale agentic workflows </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Expand reuse and </a:t>
            </a: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automate delivery at scale </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Optimize value</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 continuously and strengthen risk controls </a:t>
            </a:r>
          </a:p>
          <a:p>
            <a:pPr marL="0" marR="0" lvl="0" indent="0" algn="l" defTabSz="914400" rtl="0" eaLnBrk="1" fontAlgn="auto" latinLnBrk="0" hangingPunct="1">
              <a:lnSpc>
                <a:spcPct val="100000"/>
              </a:lnSpc>
              <a:spcBef>
                <a:spcPts val="500"/>
              </a:spcBef>
              <a:spcAft>
                <a:spcPts val="600"/>
              </a:spcAft>
              <a:buClr>
                <a:srgbClr val="FFFFFF"/>
              </a:buClr>
              <a:buSzTx/>
              <a:buFont typeface="Segoe UI" panose="020B0502040204020203"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Shift:</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 </a:t>
            </a: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From operational scale → strategic advantage</a:t>
            </a:r>
          </a:p>
        </p:txBody>
      </p:sp>
      <p:sp>
        <p:nvSpPr>
          <p:cNvPr id="17" name="TextBox 16">
            <a:extLst>
              <a:ext uri="{FF2B5EF4-FFF2-40B4-BE49-F238E27FC236}">
                <a16:creationId xmlns:a16="http://schemas.microsoft.com/office/drawing/2014/main" id="{F2073CCB-FAE2-8CE6-49AA-6B88EFAA7F1F}"/>
              </a:ext>
            </a:extLst>
          </p:cNvPr>
          <p:cNvSpPr txBox="1"/>
          <p:nvPr>
            <p:custDataLst>
              <p:tags r:id="rId4"/>
            </p:custDataLst>
          </p:nvPr>
        </p:nvSpPr>
        <p:spPr>
          <a:xfrm>
            <a:off x="9005709" y="1863691"/>
            <a:ext cx="2648946" cy="266226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l" defTabSz="914400" rtl="0" eaLnBrk="1" fontAlgn="auto" latinLnBrk="0" hangingPunct="1">
              <a:lnSpc>
                <a:spcPct val="100000"/>
              </a:lnSpc>
              <a:spcBef>
                <a:spcPts val="500"/>
              </a:spcBef>
              <a:spcAft>
                <a:spcPts val="600"/>
              </a:spcAft>
              <a:buClr>
                <a:srgbClr val="FFFFFF"/>
              </a:buClr>
              <a:buSzTx/>
              <a:buFont typeface="Segoe UI" panose="020B0502040204020203"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Where companies get stuck:</a:t>
            </a:r>
            <a:b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b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Complacency and complexity</a:t>
            </a:r>
          </a:p>
          <a:p>
            <a:pPr marL="0" marR="0" lvl="0" indent="0" algn="l" defTabSz="914400" rtl="0" eaLnBrk="1" fontAlgn="auto" latinLnBrk="0" hangingPunct="1">
              <a:lnSpc>
                <a:spcPct val="100000"/>
              </a:lnSpc>
              <a:spcBef>
                <a:spcPts val="500"/>
              </a:spcBef>
              <a:spcAft>
                <a:spcPts val="0"/>
              </a:spcAft>
              <a:buClr>
                <a:srgbClr val="FFFFFF"/>
              </a:buClr>
              <a:buSzTx/>
              <a:buFont typeface="Segoe UI" panose="020B0502040204020203"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What needs to change:</a:t>
            </a:r>
            <a:endPar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Continuously refresh priorities </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and investment focus </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Reinforce AI-native culture </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and leadership </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Evolve platforms and data </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for next-gen innovation </a:t>
            </a:r>
          </a:p>
          <a:p>
            <a:pPr marL="171450" marR="0" lvl="0" indent="-171450" algn="l" defTabSz="914400" rtl="0" eaLnBrk="1" fontAlgn="auto" latinLnBrk="0" hangingPunct="1">
              <a:lnSpc>
                <a:spcPct val="100000"/>
              </a:lnSpc>
              <a:spcBef>
                <a:spcPts val="500"/>
              </a:spcBef>
              <a:spcAft>
                <a:spcPts val="0"/>
              </a:spcAft>
              <a:buClr>
                <a:srgbClr val="FFFFFF"/>
              </a:buClr>
              <a:buSzTx/>
              <a:buFont typeface="Arial" panose="020B0604020202020204"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Lead in digital trust </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and responsible AI </a:t>
            </a:r>
          </a:p>
          <a:p>
            <a:pPr marL="0" marR="0" lvl="0" indent="0" algn="l" defTabSz="914400" rtl="0" eaLnBrk="1" fontAlgn="auto" latinLnBrk="0" hangingPunct="1">
              <a:lnSpc>
                <a:spcPct val="100000"/>
              </a:lnSpc>
              <a:spcBef>
                <a:spcPts val="500"/>
              </a:spcBef>
              <a:spcAft>
                <a:spcPts val="600"/>
              </a:spcAft>
              <a:buClr>
                <a:srgbClr val="FFFFFF"/>
              </a:buClr>
              <a:buSzTx/>
              <a:buFont typeface="Segoe UI" panose="020B0502040204020203" pitchFamily="34" charset="0"/>
              <a:buChar char="​"/>
              <a:tabLst/>
              <a:defRPr/>
            </a:pP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Shift:</a:t>
            </a:r>
            <a:r>
              <a:rPr kumimoji="0" lang="en-US" sz="11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 </a:t>
            </a:r>
            <a:r>
              <a:rPr kumimoji="0" lang="en-US" sz="11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From leadership → compounding advantage</a:t>
            </a:r>
          </a:p>
        </p:txBody>
      </p:sp>
      <p:sp>
        <p:nvSpPr>
          <p:cNvPr id="3" name="TextBox 2">
            <a:extLst>
              <a:ext uri="{FF2B5EF4-FFF2-40B4-BE49-F238E27FC236}">
                <a16:creationId xmlns:a16="http://schemas.microsoft.com/office/drawing/2014/main" id="{7790CB9A-BF63-45E6-D60F-EDD36705EE4D}"/>
              </a:ext>
            </a:extLst>
          </p:cNvPr>
          <p:cNvSpPr txBox="1">
            <a:spLocks/>
          </p:cNvSpPr>
          <p:nvPr>
            <p:custDataLst>
              <p:tags r:id="rId5"/>
            </p:custDataLst>
          </p:nvPr>
        </p:nvSpPr>
        <p:spPr>
          <a:xfrm>
            <a:off x="4996180" y="5171755"/>
            <a:ext cx="3526196" cy="499682"/>
          </a:xfrm>
          <a:prstGeom prst="rect">
            <a:avLst/>
          </a:prstGeom>
          <a:solidFill>
            <a:schemeClr val="accent2"/>
          </a:solidFill>
        </p:spPr>
        <p:txBody>
          <a:bodyPr vert="horz" wrap="square" lIns="36576" tIns="36576" rIns="36576" bIns="36576"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IN" sz="800" b="1" dirty="0">
                <a:solidFill>
                  <a:schemeClr val="bg1"/>
                </a:solidFill>
              </a:rPr>
              <a:t>For PASHA Bank, the main scaling constraint is no longer use-case ideation alone, but the ability to institutionalise operating model, guardrails, business ownership, and enterprise adoption</a:t>
            </a:r>
            <a:endParaRPr kumimoji="0" lang="en-US" sz="800" b="1" i="0" u="none" strike="noStrike" kern="1200" cap="none" spc="0" normalizeH="0" baseline="0" noProof="0" dirty="0">
              <a:ln>
                <a:noFill/>
              </a:ln>
              <a:solidFill>
                <a:schemeClr val="bg1"/>
              </a:solidFill>
              <a:effectLst/>
              <a:uLnTx/>
              <a:uFillTx/>
              <a:latin typeface="Tahoma"/>
              <a:ea typeface="Calibri" panose="020F0502020204030204" pitchFamily="34" charset="0"/>
              <a:cs typeface="Tahoma" panose="020B0604030504040204" pitchFamily="34" charset="0"/>
            </a:endParaRPr>
          </a:p>
        </p:txBody>
      </p:sp>
      <p:cxnSp>
        <p:nvCxnSpPr>
          <p:cNvPr id="33" name="Straight Arrow Connector 32">
            <a:extLst>
              <a:ext uri="{FF2B5EF4-FFF2-40B4-BE49-F238E27FC236}">
                <a16:creationId xmlns:a16="http://schemas.microsoft.com/office/drawing/2014/main" id="{1C5AD4ED-FA3F-7274-6F4C-6C4B89CAC85B}"/>
              </a:ext>
            </a:extLst>
          </p:cNvPr>
          <p:cNvCxnSpPr>
            <a:cxnSpLocks/>
          </p:cNvCxnSpPr>
          <p:nvPr/>
        </p:nvCxnSpPr>
        <p:spPr>
          <a:xfrm>
            <a:off x="7195819" y="5985256"/>
            <a:ext cx="4441444" cy="0"/>
          </a:xfrm>
          <a:prstGeom prst="straightConnector1">
            <a:avLst/>
          </a:prstGeom>
          <a:ln w="19050" cap="sq">
            <a:solidFill>
              <a:schemeClr val="tx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48C3642-45F0-1145-7935-77DE361E3525}"/>
              </a:ext>
            </a:extLst>
          </p:cNvPr>
          <p:cNvCxnSpPr>
            <a:cxnSpLocks/>
          </p:cNvCxnSpPr>
          <p:nvPr/>
        </p:nvCxnSpPr>
        <p:spPr>
          <a:xfrm flipH="1" flipV="1">
            <a:off x="554736" y="5898629"/>
            <a:ext cx="4441444" cy="0"/>
          </a:xfrm>
          <a:prstGeom prst="straightConnector1">
            <a:avLst/>
          </a:prstGeom>
          <a:ln w="19050" cap="sq">
            <a:solidFill>
              <a:schemeClr val="tx1"/>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CCAA078-35AB-94EA-ABF5-53EB9EC8B7AC}"/>
              </a:ext>
            </a:extLst>
          </p:cNvPr>
          <p:cNvSpPr txBox="1"/>
          <p:nvPr/>
        </p:nvSpPr>
        <p:spPr>
          <a:xfrm>
            <a:off x="572127" y="3204129"/>
            <a:ext cx="2605732" cy="250837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Where companies get stuck:</a:t>
            </a:r>
            <a:b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Lack of focus and ownership</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What needs to change:</a:t>
            </a:r>
            <a:endPar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endParaRP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Define 3–5 priority value pools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link AI to business outcomes </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Establish clear ownership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decision rights </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Consolidate fragmented platforms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improve data access </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Introduce KPI tracking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basic governance </a:t>
            </a:r>
            <a:endPar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Shift:</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From exploration → focused execution</a:t>
            </a:r>
          </a:p>
        </p:txBody>
      </p:sp>
      <p:sp>
        <p:nvSpPr>
          <p:cNvPr id="38" name="TextBox 37">
            <a:extLst>
              <a:ext uri="{FF2B5EF4-FFF2-40B4-BE49-F238E27FC236}">
                <a16:creationId xmlns:a16="http://schemas.microsoft.com/office/drawing/2014/main" id="{F87AE109-F25B-EFDC-5204-20F42A3C7EDC}"/>
              </a:ext>
            </a:extLst>
          </p:cNvPr>
          <p:cNvSpPr txBox="1"/>
          <p:nvPr/>
        </p:nvSpPr>
        <p:spPr>
          <a:xfrm>
            <a:off x="3451692" y="2730077"/>
            <a:ext cx="2494578" cy="254685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Where companies get stuck:</a:t>
            </a:r>
            <a:b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Inability to scale beyond pilots</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What needs to change:</a:t>
            </a:r>
            <a:endPar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endParaRP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Enforce prioritization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tie roadmaps to measurable value </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Standardize product teams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ways of working </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Build modular platforms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reusable data products </a:t>
            </a:r>
          </a:p>
          <a:p>
            <a:pPr marL="230396" marR="0" lvl="1" indent="-226796"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Scale solutions with consistent KPIs </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and governance </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Shift:</a:t>
            </a:r>
            <a:r>
              <a:rPr kumimoji="0" lang="en-US" sz="11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a:t>
            </a: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From isolated wins → repeatable scaling</a:t>
            </a:r>
          </a:p>
        </p:txBody>
      </p:sp>
      <p:sp>
        <p:nvSpPr>
          <p:cNvPr id="40" name="4. Footnote">
            <a:extLst>
              <a:ext uri="{FF2B5EF4-FFF2-40B4-BE49-F238E27FC236}">
                <a16:creationId xmlns:a16="http://schemas.microsoft.com/office/drawing/2014/main" id="{0093A3C8-4040-6B49-C059-5695282B8D85}"/>
              </a:ext>
            </a:extLst>
          </p:cNvPr>
          <p:cNvSpPr txBox="1">
            <a:spLocks/>
          </p:cNvSpPr>
          <p:nvPr>
            <p:custDataLst>
              <p:tags r:id="rId6"/>
            </p:custDataLst>
          </p:nvPr>
        </p:nvSpPr>
        <p:spPr>
          <a:xfrm>
            <a:off x="554736" y="6207683"/>
            <a:ext cx="11082528" cy="24622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Based on 800+ organizations in the McKinsey AI Quotient database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it-IT"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Archetypes are defined based on AI maturity score on 1-5 scale. Tech &amp; AI Experimenter: Score 1-2, Tech &amp; AI Emerger: Score 2-3, Tech &amp; AI Scaler: Score 3-4, Tech &amp; AI Leader: Score 4-5 </a:t>
            </a:r>
          </a:p>
        </p:txBody>
      </p:sp>
      <p:sp>
        <p:nvSpPr>
          <p:cNvPr id="30" name="TextBox 29">
            <a:extLst>
              <a:ext uri="{FF2B5EF4-FFF2-40B4-BE49-F238E27FC236}">
                <a16:creationId xmlns:a16="http://schemas.microsoft.com/office/drawing/2014/main" id="{BEFC8C5A-6288-9CA9-4729-EE3A124E6D03}"/>
              </a:ext>
            </a:extLst>
          </p:cNvPr>
          <p:cNvSpPr txBox="1"/>
          <p:nvPr/>
        </p:nvSpPr>
        <p:spPr>
          <a:xfrm>
            <a:off x="4805085" y="5729352"/>
            <a:ext cx="2581829" cy="338554"/>
          </a:xfrm>
          <a:prstGeom prst="rect">
            <a:avLst/>
          </a:prstGeom>
          <a:solidFill>
            <a:schemeClr val="bg1"/>
          </a:solidFill>
          <a:ln w="6350">
            <a:noFill/>
            <a:miter lim="800000"/>
          </a:ln>
        </p:spPr>
        <p:txBody>
          <a:bodyPr wrap="none">
            <a:sp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Maturity archetypes</a:t>
            </a:r>
            <a:r>
              <a:rPr kumimoji="0" lang="en-US" sz="1600" b="1" i="0" u="none" strike="noStrike" kern="1200" cap="none" spc="0" normalizeH="0" baseline="30000" noProof="0">
                <a:ln>
                  <a:noFill/>
                </a:ln>
                <a:solidFill>
                  <a:srgbClr val="111918"/>
                </a:solidFill>
                <a:effectLst/>
                <a:uLnTx/>
                <a:uFillTx/>
                <a:latin typeface="Tahoma"/>
                <a:ea typeface="+mn-ea"/>
                <a:cs typeface="Tahoma" panose="020B0604030504040204" pitchFamily="34" charset="0"/>
              </a:rPr>
              <a:t>2</a:t>
            </a:r>
          </a:p>
        </p:txBody>
      </p:sp>
      <p:grpSp>
        <p:nvGrpSpPr>
          <p:cNvPr id="28" name="Group 27">
            <a:extLst>
              <a:ext uri="{FF2B5EF4-FFF2-40B4-BE49-F238E27FC236}">
                <a16:creationId xmlns:a16="http://schemas.microsoft.com/office/drawing/2014/main" id="{8800F653-26D8-B349-E1AB-72D686F4BFA7}"/>
              </a:ext>
            </a:extLst>
          </p:cNvPr>
          <p:cNvGrpSpPr/>
          <p:nvPr/>
        </p:nvGrpSpPr>
        <p:grpSpPr>
          <a:xfrm>
            <a:off x="3781392" y="1146032"/>
            <a:ext cx="877305" cy="1500089"/>
            <a:chOff x="3781392" y="1333460"/>
            <a:chExt cx="877305" cy="1500089"/>
          </a:xfrm>
        </p:grpSpPr>
        <p:sp>
          <p:nvSpPr>
            <p:cNvPr id="29" name="Freeform: Shape 18">
              <a:extLst>
                <a:ext uri="{FF2B5EF4-FFF2-40B4-BE49-F238E27FC236}">
                  <a16:creationId xmlns:a16="http://schemas.microsoft.com/office/drawing/2014/main" id="{2D5DF54C-77E1-D930-A5CE-5BDCC491D5D3}"/>
                </a:ext>
              </a:extLst>
            </p:cNvPr>
            <p:cNvSpPr/>
            <p:nvPr/>
          </p:nvSpPr>
          <p:spPr>
            <a:xfrm flipV="1">
              <a:off x="3781392" y="1798893"/>
              <a:ext cx="877305" cy="1034656"/>
            </a:xfrm>
            <a:custGeom>
              <a:avLst/>
              <a:gdLst>
                <a:gd name="connsiteX0" fmla="*/ 0 w 1473200"/>
                <a:gd name="connsiteY0" fmla="*/ 800100 h 800100"/>
                <a:gd name="connsiteX1" fmla="*/ 1473200 w 1473200"/>
                <a:gd name="connsiteY1" fmla="*/ 800100 h 800100"/>
                <a:gd name="connsiteX2" fmla="*/ 1473200 w 1473200"/>
                <a:gd name="connsiteY2" fmla="*/ 0 h 800100"/>
              </a:gdLst>
              <a:ahLst/>
              <a:cxnLst>
                <a:cxn ang="0">
                  <a:pos x="connsiteX0" y="connsiteY0"/>
                </a:cxn>
                <a:cxn ang="0">
                  <a:pos x="connsiteX1" y="connsiteY1"/>
                </a:cxn>
                <a:cxn ang="0">
                  <a:pos x="connsiteX2" y="connsiteY2"/>
                </a:cxn>
              </a:cxnLst>
              <a:rect l="l" t="t" r="r" b="b"/>
              <a:pathLst>
                <a:path w="1473200" h="800100">
                  <a:moveTo>
                    <a:pt x="0" y="800100"/>
                  </a:moveTo>
                  <a:lnTo>
                    <a:pt x="1473200" y="800100"/>
                  </a:lnTo>
                  <a:lnTo>
                    <a:pt x="1473200" y="0"/>
                  </a:lnTo>
                </a:path>
              </a:pathLst>
            </a:cu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sp>
          <p:nvSpPr>
            <p:cNvPr id="37" name="TextBox 36">
              <a:extLst>
                <a:ext uri="{FF2B5EF4-FFF2-40B4-BE49-F238E27FC236}">
                  <a16:creationId xmlns:a16="http://schemas.microsoft.com/office/drawing/2014/main" id="{35C7C6DE-5EDB-7D8D-2240-8E00B9562135}"/>
                </a:ext>
              </a:extLst>
            </p:cNvPr>
            <p:cNvSpPr txBox="1">
              <a:spLocks/>
            </p:cNvSpPr>
            <p:nvPr/>
          </p:nvSpPr>
          <p:spPr>
            <a:xfrm>
              <a:off x="3788929" y="1333460"/>
              <a:ext cx="862230" cy="58602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itchFamily="34" charset="0"/>
                </a:defRPr>
              </a:lvl2pPr>
              <a:lvl3pPr marL="515938" lvl="2" indent="-287338">
                <a:lnSpc>
                  <a:spcPct val="100000"/>
                </a:lnSpc>
                <a:spcBef>
                  <a:spcPct val="0"/>
                </a:spcBef>
                <a:spcAft>
                  <a:spcPts val="300"/>
                </a:spcAft>
                <a:buFont typeface="Arial" pitchFamily="34" charset="0"/>
                <a:buChar char="—"/>
                <a:defRPr sz="1600">
                  <a:cs typeface="Arial" pitchFamily="34" charset="0"/>
                </a:defRPr>
              </a:lvl3pPr>
              <a:lvl4pPr marL="742950" lvl="3" indent="-182563">
                <a:lnSpc>
                  <a:spcPct val="100000"/>
                </a:lnSpc>
                <a:spcBef>
                  <a:spcPct val="0"/>
                </a:spcBef>
                <a:spcAft>
                  <a:spcPts val="300"/>
                </a:spcAft>
                <a:buFont typeface="Arial" pitchFamily="34" charset="0"/>
                <a:buChar char="»"/>
                <a:defRPr sz="1600">
                  <a:cs typeface="Arial" pitchFamily="34" charset="0"/>
                </a:defRPr>
              </a:lvl4pPr>
              <a:lvl5pPr marL="914400" lvl="4" indent="-136525">
                <a:lnSpc>
                  <a:spcPct val="100000"/>
                </a:lnSpc>
                <a:spcBef>
                  <a:spcPct val="0"/>
                </a:spcBef>
                <a:spcAft>
                  <a:spcPts val="300"/>
                </a:spcAft>
                <a:buSzTx/>
                <a:buFont typeface="Arial" pitchFamily="34" charset="0"/>
                <a:buChar char="›"/>
                <a:defRPr sz="1600">
                  <a:cs typeface="Arial" pitchFamily="34" charset="0"/>
                </a:defRPr>
              </a:lvl5pPr>
              <a:lvl6pPr marL="1085850" lvl="5" indent="-171450">
                <a:lnSpc>
                  <a:spcPct val="100000"/>
                </a:lnSpc>
                <a:spcBef>
                  <a:spcPct val="0"/>
                </a:spcBef>
                <a:spcAft>
                  <a:spcPts val="300"/>
                </a:spcAft>
                <a:buSzTx/>
                <a:buFont typeface="Arial" pitchFamily="34" charset="0"/>
                <a:buChar char="▫"/>
                <a:defRPr sz="1600">
                  <a:cs typeface="Arial" pitchFamily="34" charset="0"/>
                </a:defRPr>
              </a:lvl6pPr>
              <a:lvl7pPr marL="1085850" lvl="6" indent="-171450">
                <a:lnSpc>
                  <a:spcPct val="100000"/>
                </a:lnSpc>
                <a:spcBef>
                  <a:spcPct val="0"/>
                </a:spcBef>
                <a:spcAft>
                  <a:spcPts val="300"/>
                </a:spcAft>
                <a:buSzTx/>
                <a:buFont typeface="Arial" pitchFamily="34" charset="0"/>
                <a:buChar char="▫"/>
                <a:defRPr sz="1600">
                  <a:cs typeface="Arial" pitchFamily="34" charset="0"/>
                </a:defRPr>
              </a:lvl7pPr>
              <a:lvl8pPr marL="1085850" lvl="7" indent="-171450">
                <a:lnSpc>
                  <a:spcPct val="100000"/>
                </a:lnSpc>
                <a:spcBef>
                  <a:spcPct val="0"/>
                </a:spcBef>
                <a:spcAft>
                  <a:spcPts val="300"/>
                </a:spcAft>
                <a:buSzTx/>
                <a:buFont typeface="Arial" pitchFamily="34" charset="0"/>
                <a:buChar char="▫"/>
                <a:defRPr sz="1600">
                  <a:cs typeface="Arial" pitchFamily="34" charset="0"/>
                </a:defRPr>
              </a:lvl8pPr>
              <a:lvl9pPr marL="1085850" lvl="8" indent="-171450">
                <a:lnSpc>
                  <a:spcPct val="100000"/>
                </a:lnSpc>
                <a:spcBef>
                  <a:spcPct val="0"/>
                </a:spcBef>
                <a:spcAft>
                  <a:spcPts val="300"/>
                </a:spcAft>
                <a:buSzTx/>
                <a:buFont typeface="Arial" pitchFamily="34" charset="0"/>
                <a:buChar char="▫"/>
                <a:defRPr sz="1600">
                  <a:cs typeface="Arial"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32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28</a:t>
              </a:r>
            </a:p>
          </p:txBody>
        </p:sp>
        <p:pic>
          <p:nvPicPr>
            <p:cNvPr id="39" name="Picture 38" descr="File:PASHA Bank Georgia logo (English ...">
              <a:extLst>
                <a:ext uri="{FF2B5EF4-FFF2-40B4-BE49-F238E27FC236}">
                  <a16:creationId xmlns:a16="http://schemas.microsoft.com/office/drawing/2014/main" id="{970BB06C-41ED-FC13-DE15-C5D6A7AD5C5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21157" y="1847729"/>
              <a:ext cx="797775" cy="19202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9383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6D7F-1D3D-A678-8C2F-6A5DDC1EFA46}"/>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3EC6904B-B552-B064-7C83-D8ADB9AC331C}"/>
              </a:ext>
            </a:extLst>
          </p:cNvPr>
          <p:cNvGraphicFramePr>
            <a:graphicFrameLocks noChangeAspect="1"/>
          </p:cNvGraphicFramePr>
          <p:nvPr>
            <p:custDataLst>
              <p:tags r:id="rId2"/>
            </p:custDataLst>
            <p:extLst>
              <p:ext uri="{D42A27DB-BD31-4B8C-83A1-F6EECF244321}">
                <p14:modId xmlns:p14="http://schemas.microsoft.com/office/powerpoint/2010/main" val="1067582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6" name="Object 2" hidden="1">
                        <a:extLst>
                          <a:ext uri="{FF2B5EF4-FFF2-40B4-BE49-F238E27FC236}">
                            <a16:creationId xmlns:a16="http://schemas.microsoft.com/office/drawing/2014/main" id="{3EC6904B-B552-B064-7C83-D8ADB9AC331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C09DD93-CFCC-82CC-6E57-A64F55FF81F8}"/>
              </a:ext>
            </a:extLst>
          </p:cNvPr>
          <p:cNvSpPr>
            <a:spLocks noGrp="1"/>
          </p:cNvSpPr>
          <p:nvPr>
            <p:ph type="title"/>
            <p:custDataLst>
              <p:tags r:id="rId3"/>
            </p:custDataLst>
          </p:nvPr>
        </p:nvSpPr>
        <p:spPr>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a:t>PASHA Bank should focus on five priority actions to scale Tech &amp; AI and unlock value</a:t>
            </a:r>
            <a:endParaRPr lang="en-NZ"/>
          </a:p>
        </p:txBody>
      </p:sp>
      <p:sp>
        <p:nvSpPr>
          <p:cNvPr id="36" name="Text Placeholder 35">
            <a:extLst>
              <a:ext uri="{FF2B5EF4-FFF2-40B4-BE49-F238E27FC236}">
                <a16:creationId xmlns:a16="http://schemas.microsoft.com/office/drawing/2014/main" id="{12471960-6696-A053-6DF0-DDEB30BFD345}"/>
              </a:ext>
            </a:extLst>
          </p:cNvPr>
          <p:cNvSpPr>
            <a:spLocks noGrp="1"/>
          </p:cNvSpPr>
          <p:nvPr>
            <p:ph type="body" sz="quarter" idx="10"/>
          </p:nvPr>
        </p:nvSpPr>
        <p:spPr/>
        <p:txBody>
          <a:bodyPr/>
          <a:lstStyle/>
          <a:p>
            <a:endParaRPr lang="en-US"/>
          </a:p>
        </p:txBody>
      </p:sp>
      <p:sp>
        <p:nvSpPr>
          <p:cNvPr id="31" name="5. Source" hidden="1">
            <a:extLst>
              <a:ext uri="{FF2B5EF4-FFF2-40B4-BE49-F238E27FC236}">
                <a16:creationId xmlns:a16="http://schemas.microsoft.com/office/drawing/2014/main" id="{EBF3224D-DD2A-2193-4284-0F6B19154718}"/>
              </a:ext>
            </a:extLst>
          </p:cNvPr>
          <p:cNvSpPr txBox="1"/>
          <p:nvPr>
            <p:custDataLst>
              <p:tags r:id="rId4"/>
            </p:custDataLst>
          </p:nvPr>
        </p:nvSpPr>
        <p:spPr>
          <a:xfrm>
            <a:off x="707135" y="6210724"/>
            <a:ext cx="7277861" cy="138499"/>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Recommendations are based on the AIQ self-assessment and require further refinement to align with the defined organizational strategy.</a:t>
            </a:r>
            <a:endParaRPr kumimoji="0" lang="en-US" sz="8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cxnSp>
        <p:nvCxnSpPr>
          <p:cNvPr id="3" name="Straight Connector 2">
            <a:extLst>
              <a:ext uri="{FF2B5EF4-FFF2-40B4-BE49-F238E27FC236}">
                <a16:creationId xmlns:a16="http://schemas.microsoft.com/office/drawing/2014/main" id="{F30390E8-1517-59EA-C07C-1165FBC84FEF}"/>
              </a:ext>
            </a:extLst>
          </p:cNvPr>
          <p:cNvCxnSpPr>
            <a:cxnSpLocks/>
          </p:cNvCxnSpPr>
          <p:nvPr/>
        </p:nvCxnSpPr>
        <p:spPr>
          <a:xfrm>
            <a:off x="614350" y="1994332"/>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9196FDF-5E80-0D4D-AE33-17E02B5BF63A}"/>
              </a:ext>
            </a:extLst>
          </p:cNvPr>
          <p:cNvCxnSpPr>
            <a:cxnSpLocks/>
          </p:cNvCxnSpPr>
          <p:nvPr/>
        </p:nvCxnSpPr>
        <p:spPr>
          <a:xfrm>
            <a:off x="614350" y="3050826"/>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CC10D3-95EE-E649-F40F-D3F674DF2AA7}"/>
              </a:ext>
            </a:extLst>
          </p:cNvPr>
          <p:cNvCxnSpPr>
            <a:cxnSpLocks/>
          </p:cNvCxnSpPr>
          <p:nvPr/>
        </p:nvCxnSpPr>
        <p:spPr>
          <a:xfrm>
            <a:off x="614350" y="4140844"/>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4E474A1-8197-2067-9751-EBFFAD584114}"/>
              </a:ext>
            </a:extLst>
          </p:cNvPr>
          <p:cNvCxnSpPr>
            <a:cxnSpLocks/>
          </p:cNvCxnSpPr>
          <p:nvPr/>
        </p:nvCxnSpPr>
        <p:spPr>
          <a:xfrm>
            <a:off x="614350" y="5371933"/>
            <a:ext cx="11026979"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A8964F0C-C6A3-ACB1-B7AF-5DCC754C6CA3}"/>
              </a:ext>
            </a:extLst>
          </p:cNvPr>
          <p:cNvGrpSpPr/>
          <p:nvPr/>
        </p:nvGrpSpPr>
        <p:grpSpPr>
          <a:xfrm>
            <a:off x="614350" y="1099614"/>
            <a:ext cx="11025940" cy="799625"/>
            <a:chOff x="614350" y="1599486"/>
            <a:chExt cx="11025940" cy="799625"/>
          </a:xfrm>
        </p:grpSpPr>
        <p:pic>
          <p:nvPicPr>
            <p:cNvPr id="29" name="Graphic 28">
              <a:extLst>
                <a:ext uri="{FF2B5EF4-FFF2-40B4-BE49-F238E27FC236}">
                  <a16:creationId xmlns:a16="http://schemas.microsoft.com/office/drawing/2014/main" id="{138A9C00-189B-035D-9A9B-A07225AF72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4350" y="1660446"/>
              <a:ext cx="612775" cy="612775"/>
            </a:xfrm>
            <a:prstGeom prst="rect">
              <a:avLst/>
            </a:prstGeom>
          </p:spPr>
        </p:pic>
        <p:sp>
          <p:nvSpPr>
            <p:cNvPr id="39" name="TextBox 38">
              <a:extLst>
                <a:ext uri="{FF2B5EF4-FFF2-40B4-BE49-F238E27FC236}">
                  <a16:creationId xmlns:a16="http://schemas.microsoft.com/office/drawing/2014/main" id="{FDD80BFC-1B01-1E7D-3075-D255B62BF2E3}"/>
                </a:ext>
              </a:extLst>
            </p:cNvPr>
            <p:cNvSpPr txBox="1">
              <a:spLocks/>
            </p:cNvSpPr>
            <p:nvPr/>
          </p:nvSpPr>
          <p:spPr>
            <a:xfrm>
              <a:off x="4890782" y="1660447"/>
              <a:ext cx="6749508" cy="73866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111918"/>
                </a:buClr>
                <a:defRPr/>
              </a:pPr>
              <a:r>
                <a:rPr lang="en-IN" sz="1000" dirty="0"/>
                <a:t>Define a bank-wide AI ambition linked to priority value pools and business outcomes </a:t>
              </a:r>
            </a:p>
            <a:p>
              <a:pPr lvl="1">
                <a:buClr>
                  <a:srgbClr val="111918"/>
                </a:buClr>
                <a:defRPr/>
              </a:pPr>
              <a:r>
                <a:rPr lang="en-IN" sz="1000" dirty="0"/>
                <a:t>Prioritise a small number of high-impact domains, especially operations, payments / settlements, call center, lending, and risk-related use cases</a:t>
              </a:r>
            </a:p>
            <a:p>
              <a:pPr lvl="1">
                <a:buClr>
                  <a:srgbClr val="111918"/>
                </a:buClr>
                <a:defRPr/>
              </a:pPr>
              <a:r>
                <a:rPr lang="en-IN" sz="1000" dirty="0"/>
                <a:t>Introduce explicit business-case, ROI, and sequencing discipline for use-case selection and funding</a:t>
              </a:r>
              <a:endParaRPr kumimoji="0" lang="en-US" sz="1000" b="0" i="0" u="none" strike="noStrike" kern="1200" cap="none" spc="0" normalizeH="0" baseline="0" noProof="0" dirty="0">
                <a:ln>
                  <a:noFill/>
                </a:ln>
                <a:solidFill>
                  <a:srgbClr val="111918"/>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9A0F488D-CAA3-480B-0C2C-4BA186CFF218}"/>
                </a:ext>
              </a:extLst>
            </p:cNvPr>
            <p:cNvSpPr txBox="1">
              <a:spLocks/>
            </p:cNvSpPr>
            <p:nvPr/>
          </p:nvSpPr>
          <p:spPr>
            <a:xfrm>
              <a:off x="1808095" y="1660446"/>
              <a:ext cx="2980981" cy="430887"/>
            </a:xfrm>
            <a:prstGeom prst="rect">
              <a:avLst/>
            </a:prstGeom>
            <a:noFill/>
            <a:ln w="6350">
              <a:noFill/>
              <a:miter lim="800000"/>
            </a:ln>
          </p:spPr>
          <p:txBody>
            <a:bodyPr wrap="square" lIns="0" tIns="0" rIns="0" bIns="0">
              <a:spAutoFit/>
            </a:bodyPr>
            <a:lstStyle/>
            <a:p>
              <a:pPr lvl="0">
                <a:spcBef>
                  <a:spcPts val="300"/>
                </a:spcBef>
                <a:spcAft>
                  <a:spcPts val="300"/>
                </a:spcAft>
                <a:buClr>
                  <a:srgbClr val="111918"/>
                </a:buClr>
                <a:buFont typeface="Segoe UI" panose="020B0502040204020203" pitchFamily="34" charset="0"/>
                <a:buChar char="​"/>
                <a:defRPr/>
              </a:pPr>
              <a:r>
                <a:rPr lang="en-IN" sz="1400" b="1" dirty="0"/>
                <a:t>Set a single enterprise AI agenda anchored in business value</a:t>
              </a:r>
              <a:r>
                <a:rPr lang="en-IN" sz="1400" dirty="0"/>
                <a:t> </a:t>
              </a:r>
              <a:endParaRPr kumimoji="0" lang="en-US" sz="1400" b="1" i="0" u="none" strike="noStrike" kern="0" cap="none" spc="0" normalizeH="0" baseline="0" noProof="0" dirty="0">
                <a:ln>
                  <a:noFill/>
                </a:ln>
                <a:solidFill>
                  <a:srgbClr val="111918"/>
                </a:solidFill>
                <a:effectLst/>
                <a:uLnTx/>
                <a:uFillTx/>
                <a:latin typeface="Tahoma"/>
                <a:ea typeface="+mn-ea"/>
                <a:cs typeface="Tahoma" panose="020B0604030504040204" pitchFamily="34" charset="0"/>
              </a:endParaRPr>
            </a:p>
          </p:txBody>
        </p:sp>
        <p:sp>
          <p:nvSpPr>
            <p:cNvPr id="8" name="TextBox 7">
              <a:extLst>
                <a:ext uri="{FF2B5EF4-FFF2-40B4-BE49-F238E27FC236}">
                  <a16:creationId xmlns:a16="http://schemas.microsoft.com/office/drawing/2014/main" id="{7F7EA4FC-50B1-6836-86BA-47E9E9E0D15E}"/>
                </a:ext>
              </a:extLst>
            </p:cNvPr>
            <p:cNvSpPr txBox="1">
              <a:spLocks/>
            </p:cNvSpPr>
            <p:nvPr/>
          </p:nvSpPr>
          <p:spPr>
            <a:xfrm>
              <a:off x="1388524" y="1599486"/>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1</a:t>
              </a:r>
            </a:p>
          </p:txBody>
        </p:sp>
      </p:grpSp>
      <p:grpSp>
        <p:nvGrpSpPr>
          <p:cNvPr id="49" name="Group 48">
            <a:extLst>
              <a:ext uri="{FF2B5EF4-FFF2-40B4-BE49-F238E27FC236}">
                <a16:creationId xmlns:a16="http://schemas.microsoft.com/office/drawing/2014/main" id="{0EDFCA94-3D0D-43B2-1C05-7A78A03A6B64}"/>
              </a:ext>
            </a:extLst>
          </p:cNvPr>
          <p:cNvGrpSpPr/>
          <p:nvPr/>
        </p:nvGrpSpPr>
        <p:grpSpPr>
          <a:xfrm>
            <a:off x="614350" y="2089425"/>
            <a:ext cx="11025940" cy="866308"/>
            <a:chOff x="614350" y="2627331"/>
            <a:chExt cx="11025940" cy="866308"/>
          </a:xfrm>
        </p:grpSpPr>
        <p:pic>
          <p:nvPicPr>
            <p:cNvPr id="32" name="Graphic 31">
              <a:extLst>
                <a:ext uri="{FF2B5EF4-FFF2-40B4-BE49-F238E27FC236}">
                  <a16:creationId xmlns:a16="http://schemas.microsoft.com/office/drawing/2014/main" id="{F985DB90-ECE4-AC94-6164-DD5B2E69306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4350" y="2627331"/>
              <a:ext cx="612775" cy="612775"/>
            </a:xfrm>
            <a:prstGeom prst="rect">
              <a:avLst/>
            </a:prstGeom>
          </p:spPr>
        </p:pic>
        <p:sp>
          <p:nvSpPr>
            <p:cNvPr id="41" name="TextBox 40">
              <a:extLst>
                <a:ext uri="{FF2B5EF4-FFF2-40B4-BE49-F238E27FC236}">
                  <a16:creationId xmlns:a16="http://schemas.microsoft.com/office/drawing/2014/main" id="{4C554683-6E7F-52AD-F4FE-B5CA5F7691F1}"/>
                </a:ext>
              </a:extLst>
            </p:cNvPr>
            <p:cNvSpPr txBox="1">
              <a:spLocks/>
            </p:cNvSpPr>
            <p:nvPr/>
          </p:nvSpPr>
          <p:spPr>
            <a:xfrm>
              <a:off x="4890782" y="2627331"/>
              <a:ext cx="6749508" cy="86630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fontAlgn="base"/>
              <a:r>
                <a:rPr lang="en-IN" sz="1000" dirty="0"/>
                <a:t>Clarify ownership and decision rights across business, data, technology, and control functions</a:t>
              </a:r>
            </a:p>
            <a:p>
              <a:pPr lvl="1" fontAlgn="base"/>
              <a:r>
                <a:rPr lang="en-IN" sz="1000" dirty="0"/>
                <a:t>Move from ad hoc delivery to repeatable idea-to-production governance, including intake, prioritisation, approvals, and rollout</a:t>
              </a:r>
            </a:p>
            <a:p>
              <a:pPr lvl="1" fontAlgn="base"/>
              <a:r>
                <a:rPr lang="en-IN" sz="1000" dirty="0"/>
                <a:t>Stand up cross-functional domain squads for priority use cases, with the business leading use-case ownership and Data Science / Technology embedded alongside</a:t>
              </a:r>
            </a:p>
          </p:txBody>
        </p:sp>
        <p:sp>
          <p:nvSpPr>
            <p:cNvPr id="5" name="TextBox 4">
              <a:extLst>
                <a:ext uri="{FF2B5EF4-FFF2-40B4-BE49-F238E27FC236}">
                  <a16:creationId xmlns:a16="http://schemas.microsoft.com/office/drawing/2014/main" id="{DE8E62D3-A8AC-E80A-864B-331095757077}"/>
                </a:ext>
              </a:extLst>
            </p:cNvPr>
            <p:cNvSpPr txBox="1">
              <a:spLocks/>
            </p:cNvSpPr>
            <p:nvPr/>
          </p:nvSpPr>
          <p:spPr>
            <a:xfrm>
              <a:off x="1809133" y="2627331"/>
              <a:ext cx="2980981" cy="646331"/>
            </a:xfrm>
            <a:prstGeom prst="rect">
              <a:avLst/>
            </a:prstGeom>
            <a:noFill/>
            <a:ln w="6350">
              <a:noFill/>
              <a:miter lim="800000"/>
            </a:ln>
          </p:spPr>
          <p:txBody>
            <a:bodyPr wrap="square" lIns="0" tIns="0" rIns="0" bIns="0">
              <a:spAutoFit/>
            </a:bodyPr>
            <a:lstStyle/>
            <a:p>
              <a:pPr lvl="0">
                <a:spcBef>
                  <a:spcPts val="300"/>
                </a:spcBef>
                <a:spcAft>
                  <a:spcPts val="300"/>
                </a:spcAft>
                <a:buClr>
                  <a:srgbClr val="111918"/>
                </a:buClr>
                <a:buFont typeface="Segoe UI" panose="020B0502040204020203" pitchFamily="34" charset="0"/>
                <a:buChar char="​"/>
                <a:defRPr/>
              </a:pPr>
              <a:r>
                <a:rPr lang="en-IN" sz="1400" b="1" dirty="0"/>
                <a:t>Institutionalise a federated operating model with clear business ownership</a:t>
              </a:r>
              <a:r>
                <a:rPr lang="en-IN" sz="1400" dirty="0"/>
                <a:t> </a:t>
              </a:r>
              <a:endParaRPr kumimoji="0" lang="en-US" sz="1400" b="1" i="0" u="none" strike="noStrike" kern="0" cap="none" spc="0" normalizeH="0" baseline="0" noProof="0" dirty="0">
                <a:ln>
                  <a:noFill/>
                </a:ln>
                <a:solidFill>
                  <a:srgbClr val="111918"/>
                </a:solidFill>
                <a:effectLst/>
                <a:uLnTx/>
                <a:uFillTx/>
                <a:latin typeface="Tahoma"/>
                <a:ea typeface="+mn-ea"/>
                <a:cs typeface="Tahoma" panose="020B0604030504040204" pitchFamily="34" charset="0"/>
              </a:endParaRPr>
            </a:p>
          </p:txBody>
        </p:sp>
        <p:sp>
          <p:nvSpPr>
            <p:cNvPr id="9" name="TextBox 8">
              <a:extLst>
                <a:ext uri="{FF2B5EF4-FFF2-40B4-BE49-F238E27FC236}">
                  <a16:creationId xmlns:a16="http://schemas.microsoft.com/office/drawing/2014/main" id="{F41D2B2D-4223-F833-2D70-56A8BED40F2A}"/>
                </a:ext>
              </a:extLst>
            </p:cNvPr>
            <p:cNvSpPr txBox="1">
              <a:spLocks/>
            </p:cNvSpPr>
            <p:nvPr/>
          </p:nvSpPr>
          <p:spPr>
            <a:xfrm>
              <a:off x="1387486" y="2627331"/>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2</a:t>
              </a:r>
            </a:p>
          </p:txBody>
        </p:sp>
      </p:grpSp>
      <p:grpSp>
        <p:nvGrpSpPr>
          <p:cNvPr id="48" name="Group 47">
            <a:extLst>
              <a:ext uri="{FF2B5EF4-FFF2-40B4-BE49-F238E27FC236}">
                <a16:creationId xmlns:a16="http://schemas.microsoft.com/office/drawing/2014/main" id="{FAE5078C-6886-3D6D-F99D-DC314411EDF5}"/>
              </a:ext>
            </a:extLst>
          </p:cNvPr>
          <p:cNvGrpSpPr/>
          <p:nvPr/>
        </p:nvGrpSpPr>
        <p:grpSpPr>
          <a:xfrm>
            <a:off x="614350" y="3145919"/>
            <a:ext cx="11025940" cy="899832"/>
            <a:chOff x="614350" y="3533256"/>
            <a:chExt cx="11025940" cy="899832"/>
          </a:xfrm>
        </p:grpSpPr>
        <p:pic>
          <p:nvPicPr>
            <p:cNvPr id="33" name="Graphic 32">
              <a:extLst>
                <a:ext uri="{FF2B5EF4-FFF2-40B4-BE49-F238E27FC236}">
                  <a16:creationId xmlns:a16="http://schemas.microsoft.com/office/drawing/2014/main" id="{D82E7CDA-45BB-1A58-CF27-C683233774F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4350" y="3594216"/>
              <a:ext cx="612775" cy="612775"/>
            </a:xfrm>
            <a:prstGeom prst="rect">
              <a:avLst/>
            </a:prstGeom>
          </p:spPr>
        </p:pic>
        <p:sp>
          <p:nvSpPr>
            <p:cNvPr id="43" name="TextBox 42">
              <a:extLst>
                <a:ext uri="{FF2B5EF4-FFF2-40B4-BE49-F238E27FC236}">
                  <a16:creationId xmlns:a16="http://schemas.microsoft.com/office/drawing/2014/main" id="{193F512D-BBDA-68CA-BFFF-C3CD8EE54B35}"/>
                </a:ext>
              </a:extLst>
            </p:cNvPr>
            <p:cNvSpPr txBox="1">
              <a:spLocks/>
            </p:cNvSpPr>
            <p:nvPr/>
          </p:nvSpPr>
          <p:spPr>
            <a:xfrm>
              <a:off x="4890782" y="3594216"/>
              <a:ext cx="6749508" cy="83887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fontAlgn="base"/>
              <a:r>
                <a:rPr lang="en-IN" sz="1000" dirty="0"/>
                <a:t>Expand beyond the small central Data Science / GenAI team and define the target role mix across engineering, translators, product owners, and control stakeholders</a:t>
              </a:r>
            </a:p>
            <a:p>
              <a:pPr lvl="1" fontAlgn="base"/>
              <a:r>
                <a:rPr lang="en-IN" sz="1000" dirty="0"/>
                <a:t>Scale enablement from selected bootcamps and demos into broader role-based learning pathways across business and technical teams</a:t>
              </a:r>
            </a:p>
            <a:p>
              <a:pPr lvl="1" fontAlgn="base"/>
              <a:r>
                <a:rPr lang="en-IN" sz="1000" dirty="0"/>
                <a:t>Raise business-side AI fluency so adoption is not limited by uneven awareness and dependence on specialists </a:t>
              </a:r>
            </a:p>
          </p:txBody>
        </p:sp>
        <p:sp>
          <p:nvSpPr>
            <p:cNvPr id="14" name="TextBox 13">
              <a:extLst>
                <a:ext uri="{FF2B5EF4-FFF2-40B4-BE49-F238E27FC236}">
                  <a16:creationId xmlns:a16="http://schemas.microsoft.com/office/drawing/2014/main" id="{A41A0DA2-74F0-E888-5B1F-CB769055A5DC}"/>
                </a:ext>
              </a:extLst>
            </p:cNvPr>
            <p:cNvSpPr txBox="1">
              <a:spLocks/>
            </p:cNvSpPr>
            <p:nvPr/>
          </p:nvSpPr>
          <p:spPr>
            <a:xfrm>
              <a:off x="1809133" y="3594216"/>
              <a:ext cx="2980981" cy="430887"/>
            </a:xfrm>
            <a:prstGeom prst="rect">
              <a:avLst/>
            </a:prstGeom>
            <a:noFill/>
            <a:ln w="6350">
              <a:noFill/>
              <a:miter lim="800000"/>
            </a:ln>
          </p:spPr>
          <p:txBody>
            <a:bodyPr wrap="square" lIns="0" tIns="0" rIns="0" bIns="0">
              <a:spAutoFit/>
            </a:body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0" cap="none" spc="0" normalizeH="0" baseline="0" noProof="0" dirty="0">
                  <a:ln>
                    <a:noFill/>
                  </a:ln>
                  <a:solidFill>
                    <a:srgbClr val="111918"/>
                  </a:solidFill>
                  <a:effectLst/>
                  <a:uLnTx/>
                  <a:uFillTx/>
                  <a:latin typeface="Tahoma"/>
                  <a:ea typeface="+mn-ea"/>
                  <a:cs typeface="Tahoma" panose="020B0604030504040204" pitchFamily="34" charset="0"/>
                </a:rPr>
                <a:t>Build enterprise AI capability beyond the current expert core</a:t>
              </a:r>
            </a:p>
          </p:txBody>
        </p:sp>
        <p:sp>
          <p:nvSpPr>
            <p:cNvPr id="13" name="TextBox 12">
              <a:extLst>
                <a:ext uri="{FF2B5EF4-FFF2-40B4-BE49-F238E27FC236}">
                  <a16:creationId xmlns:a16="http://schemas.microsoft.com/office/drawing/2014/main" id="{DE1B41F5-C64C-96AC-019F-D79D57F693AC}"/>
                </a:ext>
              </a:extLst>
            </p:cNvPr>
            <p:cNvSpPr txBox="1">
              <a:spLocks/>
            </p:cNvSpPr>
            <p:nvPr/>
          </p:nvSpPr>
          <p:spPr>
            <a:xfrm>
              <a:off x="1387486" y="3533256"/>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3</a:t>
              </a:r>
            </a:p>
          </p:txBody>
        </p:sp>
      </p:grpSp>
      <p:grpSp>
        <p:nvGrpSpPr>
          <p:cNvPr id="46" name="Group 45">
            <a:extLst>
              <a:ext uri="{FF2B5EF4-FFF2-40B4-BE49-F238E27FC236}">
                <a16:creationId xmlns:a16="http://schemas.microsoft.com/office/drawing/2014/main" id="{886F76E0-2AEA-5EB5-487E-1226C5E1B1DE}"/>
              </a:ext>
            </a:extLst>
          </p:cNvPr>
          <p:cNvGrpSpPr/>
          <p:nvPr/>
        </p:nvGrpSpPr>
        <p:grpSpPr>
          <a:xfrm>
            <a:off x="614350" y="4235937"/>
            <a:ext cx="11025940" cy="1040903"/>
            <a:chOff x="614350" y="4500141"/>
            <a:chExt cx="11025940" cy="1040903"/>
          </a:xfrm>
        </p:grpSpPr>
        <p:pic>
          <p:nvPicPr>
            <p:cNvPr id="34" name="Graphic 33">
              <a:extLst>
                <a:ext uri="{FF2B5EF4-FFF2-40B4-BE49-F238E27FC236}">
                  <a16:creationId xmlns:a16="http://schemas.microsoft.com/office/drawing/2014/main" id="{FC75E362-A3D1-25A9-7FE8-B420A0508D7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4350" y="4561101"/>
              <a:ext cx="612775" cy="612775"/>
            </a:xfrm>
            <a:prstGeom prst="rect">
              <a:avLst/>
            </a:prstGeom>
          </p:spPr>
        </p:pic>
        <p:sp>
          <p:nvSpPr>
            <p:cNvPr id="45" name="TextBox 44">
              <a:extLst>
                <a:ext uri="{FF2B5EF4-FFF2-40B4-BE49-F238E27FC236}">
                  <a16:creationId xmlns:a16="http://schemas.microsoft.com/office/drawing/2014/main" id="{C34AD551-9333-BB59-948A-CC7A06FC1EEA}"/>
                </a:ext>
              </a:extLst>
            </p:cNvPr>
            <p:cNvSpPr txBox="1">
              <a:spLocks/>
            </p:cNvSpPr>
            <p:nvPr/>
          </p:nvSpPr>
          <p:spPr>
            <a:xfrm>
              <a:off x="4890782" y="4561101"/>
              <a:ext cx="6749508" cy="97994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111918"/>
                </a:buClr>
                <a:defRPr/>
              </a:pPr>
              <a:r>
                <a:rPr lang="en-IN" sz="1000" dirty="0"/>
                <a:t>Accelerate the shift from fragmented tools toward a governed enterprise platform with secure access, reusable services, and stronger lifecycle controls</a:t>
              </a:r>
            </a:p>
            <a:p>
              <a:pPr lvl="1">
                <a:buClr>
                  <a:srgbClr val="111918"/>
                </a:buClr>
                <a:defRPr/>
              </a:pPr>
              <a:r>
                <a:rPr lang="en-IN" sz="1000" dirty="0"/>
                <a:t>Strengthen the data backbone through clearer ownership, tighter quality controls, and reusable data products aligned to priority AI use cases</a:t>
              </a:r>
            </a:p>
            <a:p>
              <a:pPr lvl="1">
                <a:buClr>
                  <a:srgbClr val="111918"/>
                </a:buClr>
                <a:defRPr/>
              </a:pPr>
              <a:r>
                <a:rPr lang="en-IN" sz="1000" dirty="0"/>
                <a:t>Close the gaps in deployment discipline by integrating AI more fully into engineering, DevOps, and platform standards</a:t>
              </a:r>
              <a:endParaRPr kumimoji="0" lang="en-US" sz="1000" b="0" i="0" u="none" strike="noStrike" kern="1200" cap="none" spc="0" normalizeH="0" baseline="0" noProof="0" dirty="0">
                <a:ln>
                  <a:noFill/>
                </a:ln>
                <a:solidFill>
                  <a:srgbClr val="111918"/>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7" name="TextBox 16">
              <a:extLst>
                <a:ext uri="{FF2B5EF4-FFF2-40B4-BE49-F238E27FC236}">
                  <a16:creationId xmlns:a16="http://schemas.microsoft.com/office/drawing/2014/main" id="{214D87DE-F1D1-BC07-1CCA-E192F45D05BB}"/>
                </a:ext>
              </a:extLst>
            </p:cNvPr>
            <p:cNvSpPr txBox="1">
              <a:spLocks/>
            </p:cNvSpPr>
            <p:nvPr/>
          </p:nvSpPr>
          <p:spPr>
            <a:xfrm>
              <a:off x="1809133" y="4561101"/>
              <a:ext cx="2980981" cy="646331"/>
            </a:xfrm>
            <a:prstGeom prst="rect">
              <a:avLst/>
            </a:prstGeom>
            <a:noFill/>
            <a:ln w="6350">
              <a:noFill/>
              <a:miter lim="800000"/>
            </a:ln>
          </p:spPr>
          <p:txBody>
            <a:bodyPr wrap="square" lIns="0" tIns="0" rIns="0" bIns="0">
              <a:spAutoFit/>
            </a:body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400" b="1" i="0" u="none" strike="noStrike" kern="0" cap="none" spc="0" normalizeH="0" baseline="0" noProof="0" dirty="0">
                  <a:ln>
                    <a:noFill/>
                  </a:ln>
                  <a:solidFill>
                    <a:srgbClr val="111918"/>
                  </a:solidFill>
                  <a:effectLst/>
                  <a:uLnTx/>
                  <a:uFillTx/>
                  <a:latin typeface="Tahoma"/>
                  <a:ea typeface="+mn-ea"/>
                  <a:cs typeface="Tahoma" panose="020B0604030504040204" pitchFamily="34" charset="0"/>
                </a:rPr>
                <a:t>Build a governed enterprise AI and data backbone for secure reuse</a:t>
              </a:r>
            </a:p>
          </p:txBody>
        </p:sp>
        <p:sp>
          <p:nvSpPr>
            <p:cNvPr id="21" name="TextBox 20">
              <a:extLst>
                <a:ext uri="{FF2B5EF4-FFF2-40B4-BE49-F238E27FC236}">
                  <a16:creationId xmlns:a16="http://schemas.microsoft.com/office/drawing/2014/main" id="{E3EF4EE2-7CCA-0DF0-F7E8-9B008CB9DD6A}"/>
                </a:ext>
              </a:extLst>
            </p:cNvPr>
            <p:cNvSpPr txBox="1">
              <a:spLocks/>
            </p:cNvSpPr>
            <p:nvPr/>
          </p:nvSpPr>
          <p:spPr>
            <a:xfrm>
              <a:off x="1387486" y="4500141"/>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4</a:t>
              </a:r>
            </a:p>
          </p:txBody>
        </p:sp>
      </p:grpSp>
      <p:grpSp>
        <p:nvGrpSpPr>
          <p:cNvPr id="44" name="Group 43">
            <a:extLst>
              <a:ext uri="{FF2B5EF4-FFF2-40B4-BE49-F238E27FC236}">
                <a16:creationId xmlns:a16="http://schemas.microsoft.com/office/drawing/2014/main" id="{3145D407-E331-723A-FCFB-611E154FDE98}"/>
              </a:ext>
            </a:extLst>
          </p:cNvPr>
          <p:cNvGrpSpPr/>
          <p:nvPr/>
        </p:nvGrpSpPr>
        <p:grpSpPr>
          <a:xfrm>
            <a:off x="614350" y="5467028"/>
            <a:ext cx="11025940" cy="919091"/>
            <a:chOff x="614350" y="5467028"/>
            <a:chExt cx="11025940" cy="919091"/>
          </a:xfrm>
        </p:grpSpPr>
        <p:sp>
          <p:nvSpPr>
            <p:cNvPr id="24" name="TextBox 23">
              <a:extLst>
                <a:ext uri="{FF2B5EF4-FFF2-40B4-BE49-F238E27FC236}">
                  <a16:creationId xmlns:a16="http://schemas.microsoft.com/office/drawing/2014/main" id="{96316784-E9C4-D6C6-D0DB-5CE11B1A2520}"/>
                </a:ext>
              </a:extLst>
            </p:cNvPr>
            <p:cNvSpPr txBox="1">
              <a:spLocks/>
            </p:cNvSpPr>
            <p:nvPr/>
          </p:nvSpPr>
          <p:spPr>
            <a:xfrm>
              <a:off x="1809133" y="5527988"/>
              <a:ext cx="2980981" cy="430887"/>
            </a:xfrm>
            <a:prstGeom prst="rect">
              <a:avLst/>
            </a:prstGeom>
            <a:noFill/>
            <a:ln w="6350">
              <a:noFill/>
              <a:miter lim="800000"/>
            </a:ln>
          </p:spPr>
          <p:txBody>
            <a:bodyPr wrap="square" lIns="0" tIns="0" rIns="0" bIns="0">
              <a:spAutoFit/>
            </a:bodyPr>
            <a:lstStyle/>
            <a:p>
              <a:pPr lvl="0">
                <a:spcBef>
                  <a:spcPts val="300"/>
                </a:spcBef>
                <a:spcAft>
                  <a:spcPts val="300"/>
                </a:spcAft>
                <a:buClr>
                  <a:srgbClr val="111918"/>
                </a:buClr>
                <a:buFont typeface="Segoe UI" panose="020B0502040204020203" pitchFamily="34" charset="0"/>
                <a:buChar char="​"/>
                <a:defRPr/>
              </a:pPr>
              <a:r>
                <a:rPr lang="en-IN" sz="1400" b="1" dirty="0"/>
                <a:t>Make adoption, trust, and value tracking non-negotiable</a:t>
              </a:r>
              <a:r>
                <a:rPr lang="en-IN" sz="1400" dirty="0"/>
                <a:t> </a:t>
              </a:r>
              <a:endParaRPr kumimoji="0" lang="en-US" sz="1400" b="1" i="0" u="none" strike="noStrike" kern="0" cap="none" spc="0" normalizeH="0" baseline="0" noProof="0" dirty="0">
                <a:ln>
                  <a:noFill/>
                </a:ln>
                <a:solidFill>
                  <a:srgbClr val="111918"/>
                </a:solidFill>
                <a:effectLst/>
                <a:uLnTx/>
                <a:uFillTx/>
                <a:latin typeface="Tahoma"/>
                <a:ea typeface="+mn-ea"/>
                <a:cs typeface="Tahoma" panose="020B0604030504040204" pitchFamily="34" charset="0"/>
              </a:endParaRPr>
            </a:p>
          </p:txBody>
        </p:sp>
        <p:sp>
          <p:nvSpPr>
            <p:cNvPr id="25" name="TextBox 24">
              <a:extLst>
                <a:ext uri="{FF2B5EF4-FFF2-40B4-BE49-F238E27FC236}">
                  <a16:creationId xmlns:a16="http://schemas.microsoft.com/office/drawing/2014/main" id="{D277D7DA-F2E4-6DC9-93D8-E3FA845C469F}"/>
                </a:ext>
              </a:extLst>
            </p:cNvPr>
            <p:cNvSpPr txBox="1">
              <a:spLocks/>
            </p:cNvSpPr>
            <p:nvPr/>
          </p:nvSpPr>
          <p:spPr>
            <a:xfrm>
              <a:off x="1387486" y="5467028"/>
              <a:ext cx="339256" cy="440485"/>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Tx/>
                <a:buFont typeface="Segoe UI" panose="020B0502040204020203" pitchFamily="34" charset="0"/>
                <a:buChar char="​"/>
                <a:tabLst/>
                <a:defRPr/>
              </a:pPr>
              <a:r>
                <a:rPr kumimoji="0" lang="en-US" sz="28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5</a:t>
              </a:r>
            </a:p>
          </p:txBody>
        </p:sp>
        <p:pic>
          <p:nvPicPr>
            <p:cNvPr id="35" name="Graphic 34">
              <a:extLst>
                <a:ext uri="{FF2B5EF4-FFF2-40B4-BE49-F238E27FC236}">
                  <a16:creationId xmlns:a16="http://schemas.microsoft.com/office/drawing/2014/main" id="{E8D248CE-F7EF-4BAE-19B2-C45DAB3EEF5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4350" y="5527988"/>
              <a:ext cx="612775" cy="612775"/>
            </a:xfrm>
            <a:prstGeom prst="rect">
              <a:avLst/>
            </a:prstGeom>
          </p:spPr>
        </p:pic>
        <p:sp>
          <p:nvSpPr>
            <p:cNvPr id="47" name="TextBox 46">
              <a:extLst>
                <a:ext uri="{FF2B5EF4-FFF2-40B4-BE49-F238E27FC236}">
                  <a16:creationId xmlns:a16="http://schemas.microsoft.com/office/drawing/2014/main" id="{3B813F41-D6BF-5FF1-5C1F-0832E823C4D9}"/>
                </a:ext>
              </a:extLst>
            </p:cNvPr>
            <p:cNvSpPr txBox="1">
              <a:spLocks/>
            </p:cNvSpPr>
            <p:nvPr/>
          </p:nvSpPr>
          <p:spPr>
            <a:xfrm>
              <a:off x="4890782" y="5527988"/>
              <a:ext cx="6749508" cy="8581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Clr>
                  <a:srgbClr val="111918"/>
                </a:buClr>
                <a:defRPr/>
              </a:pPr>
              <a:r>
                <a:rPr lang="en-IN" sz="1000" dirty="0"/>
                <a:t>Move from bottom-up, uneven adoption to controlled enterprise rollout with approved tooling, guardrails, and consistent user experience</a:t>
              </a:r>
            </a:p>
            <a:p>
              <a:pPr lvl="1">
                <a:buClr>
                  <a:srgbClr val="111918"/>
                </a:buClr>
                <a:defRPr/>
              </a:pPr>
              <a:r>
                <a:rPr lang="en-IN" sz="1000" dirty="0"/>
                <a:t>Strengthen AI trust and risk controls, especially around sensitive data usage, access, masking, and safe adoption</a:t>
              </a:r>
            </a:p>
            <a:p>
              <a:pPr lvl="1">
                <a:buClr>
                  <a:srgbClr val="111918"/>
                </a:buClr>
                <a:defRPr/>
              </a:pPr>
              <a:r>
                <a:rPr lang="en-IN" sz="1000" dirty="0"/>
                <a:t>Track value systematically through KPI-linked impact measurement, including business outcomes, FTE impact, adoption, and compliance </a:t>
              </a:r>
              <a:endParaRPr kumimoji="0" lang="en-US" sz="1000" b="0" i="0" u="none" strike="noStrike" kern="1200" cap="none" spc="0" normalizeH="0" baseline="0" noProof="0" dirty="0">
                <a:ln>
                  <a:noFill/>
                </a:ln>
                <a:solidFill>
                  <a:srgbClr val="111918"/>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0" name="5. Source">
            <a:extLst>
              <a:ext uri="{FF2B5EF4-FFF2-40B4-BE49-F238E27FC236}">
                <a16:creationId xmlns:a16="http://schemas.microsoft.com/office/drawing/2014/main" id="{157E34CD-7C75-D657-F180-5F2A9F2D39A3}"/>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
        <p:nvSpPr>
          <p:cNvPr id="20" name="Rectangle 2">
            <a:extLst>
              <a:ext uri="{FF2B5EF4-FFF2-40B4-BE49-F238E27FC236}">
                <a16:creationId xmlns:a16="http://schemas.microsoft.com/office/drawing/2014/main" id="{3A00A8A0-EB25-D053-21DC-0B100B8BB3A5}"/>
              </a:ext>
            </a:extLst>
          </p:cNvPr>
          <p:cNvSpPr>
            <a:spLocks noChangeArrowheads="1"/>
          </p:cNvSpPr>
          <p:nvPr/>
        </p:nvSpPr>
        <p:spPr bwMode="auto">
          <a:xfrm>
            <a:off x="554038" y="2198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3">
            <a:extLst>
              <a:ext uri="{FF2B5EF4-FFF2-40B4-BE49-F238E27FC236}">
                <a16:creationId xmlns:a16="http://schemas.microsoft.com/office/drawing/2014/main" id="{C6EF6509-0551-0F9A-37F4-26EDBD15AEBD}"/>
              </a:ext>
            </a:extLst>
          </p:cNvPr>
          <p:cNvSpPr>
            <a:spLocks noChangeArrowheads="1"/>
          </p:cNvSpPr>
          <p:nvPr/>
        </p:nvSpPr>
        <p:spPr bwMode="auto">
          <a:xfrm>
            <a:off x="554038" y="2198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918169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27AC-BDE1-0CF2-A6A2-970D83CE38CD}"/>
            </a:ext>
          </a:extLst>
        </p:cNvPr>
        <p:cNvGrpSpPr/>
        <p:nvPr/>
      </p:nvGrpSpPr>
      <p:grpSpPr>
        <a:xfrm>
          <a:off x="0" y="0"/>
          <a:ext cx="0" cy="0"/>
          <a:chOff x="0" y="0"/>
          <a:chExt cx="0" cy="0"/>
        </a:xfrm>
      </p:grpSpPr>
      <p:graphicFrame>
        <p:nvGraphicFramePr>
          <p:cNvPr id="18" name="Object 7" hidden="1">
            <a:extLst>
              <a:ext uri="{FF2B5EF4-FFF2-40B4-BE49-F238E27FC236}">
                <a16:creationId xmlns:a16="http://schemas.microsoft.com/office/drawing/2014/main" id="{AB0C7DE0-3BA9-39C7-CB8A-7E6738738959}"/>
              </a:ext>
            </a:extLst>
          </p:cNvPr>
          <p:cNvGraphicFramePr>
            <a:graphicFrameLocks noChangeAspect="1"/>
          </p:cNvGraphicFramePr>
          <p:nvPr>
            <p:custDataLst>
              <p:tags r:id="rId2"/>
            </p:custDataLst>
            <p:extLst>
              <p:ext uri="{D42A27DB-BD31-4B8C-83A1-F6EECF244321}">
                <p14:modId xmlns:p14="http://schemas.microsoft.com/office/powerpoint/2010/main" val="294202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23" imgH="424" progId="TCLayout.ActiveDocument.1">
                  <p:embed/>
                </p:oleObj>
              </mc:Choice>
              <mc:Fallback>
                <p:oleObj name="think-cell Slide" r:id="rId12" imgW="423" imgH="424" progId="TCLayout.ActiveDocument.1">
                  <p:embed/>
                  <p:pic>
                    <p:nvPicPr>
                      <p:cNvPr id="18" name="Object 7" hidden="1">
                        <a:extLst>
                          <a:ext uri="{FF2B5EF4-FFF2-40B4-BE49-F238E27FC236}">
                            <a16:creationId xmlns:a16="http://schemas.microsoft.com/office/drawing/2014/main" id="{AB0C7DE0-3BA9-39C7-CB8A-7E6738738959}"/>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9" name="Rectangle 1" hidden="1">
            <a:extLst>
              <a:ext uri="{FF2B5EF4-FFF2-40B4-BE49-F238E27FC236}">
                <a16:creationId xmlns:a16="http://schemas.microsoft.com/office/drawing/2014/main" id="{2C3C8FF9-C8D3-9094-D2B7-AB85E534C22F}"/>
              </a:ext>
            </a:extLst>
          </p:cNvPr>
          <p:cNvSpPr/>
          <p:nvPr>
            <p:custDataLst>
              <p:tags r:id="rId3"/>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AU" sz="1600" b="0"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panose="020B0604020202020204" pitchFamily="34" charset="0"/>
            </a:endParaRPr>
          </a:p>
        </p:txBody>
      </p:sp>
      <p:sp>
        <p:nvSpPr>
          <p:cNvPr id="7" name="Text Placeholder 2">
            <a:extLst>
              <a:ext uri="{FF2B5EF4-FFF2-40B4-BE49-F238E27FC236}">
                <a16:creationId xmlns:a16="http://schemas.microsoft.com/office/drawing/2014/main" id="{D0BA8F90-5D2E-3698-F02F-D4E4EB65258B}"/>
              </a:ext>
            </a:extLst>
          </p:cNvPr>
          <p:cNvSpPr>
            <a:spLocks noGrp="1"/>
          </p:cNvSpPr>
          <p:nvPr>
            <p:custDataLst>
              <p:tags r:id="rId4"/>
            </p:custDataLst>
          </p:nvPr>
        </p:nvSpPr>
        <p:spPr bwMode="auto">
          <a:xfrm>
            <a:off x="4445889" y="159861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Approach &amp; Methodology</a:t>
            </a:r>
          </a:p>
        </p:txBody>
      </p:sp>
      <p:sp>
        <p:nvSpPr>
          <p:cNvPr id="30" name="Text Placeholder 2">
            <a:hlinkClick r:id="rId14" action="ppaction://hlinksldjump"/>
            <a:extLst>
              <a:ext uri="{FF2B5EF4-FFF2-40B4-BE49-F238E27FC236}">
                <a16:creationId xmlns:a16="http://schemas.microsoft.com/office/drawing/2014/main" id="{3061B111-7E78-7014-D8C1-0167F4C815C7}"/>
              </a:ext>
            </a:extLst>
          </p:cNvPr>
          <p:cNvSpPr>
            <a:spLocks noGrp="1"/>
          </p:cNvSpPr>
          <p:nvPr>
            <p:custDataLst>
              <p:tags r:id="rId5"/>
            </p:custDataLst>
          </p:nvPr>
        </p:nvSpPr>
        <p:spPr bwMode="auto">
          <a:xfrm>
            <a:off x="4445889" y="232886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Summary: Tech &amp; AI Results</a:t>
            </a:r>
          </a:p>
        </p:txBody>
      </p:sp>
      <p:sp>
        <p:nvSpPr>
          <p:cNvPr id="3" name="Text Placeholder 2">
            <a:hlinkClick r:id="rId15" action="ppaction://hlinksldjump"/>
            <a:extLst>
              <a:ext uri="{FF2B5EF4-FFF2-40B4-BE49-F238E27FC236}">
                <a16:creationId xmlns:a16="http://schemas.microsoft.com/office/drawing/2014/main" id="{A319CF27-3C3A-ED6F-63BE-E34BDE49F90F}"/>
              </a:ext>
            </a:extLst>
          </p:cNvPr>
          <p:cNvSpPr>
            <a:spLocks noGrp="1"/>
          </p:cNvSpPr>
          <p:nvPr>
            <p:custDataLst>
              <p:tags r:id="rId6"/>
            </p:custDataLst>
          </p:nvPr>
        </p:nvSpPr>
        <p:spPr bwMode="auto">
          <a:xfrm>
            <a:off x="4445889" y="3059113"/>
            <a:ext cx="7191375" cy="458788"/>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Recommendations &amp; Roadmap</a:t>
            </a:r>
          </a:p>
        </p:txBody>
      </p:sp>
      <p:sp>
        <p:nvSpPr>
          <p:cNvPr id="56" name="Text Placeholder 2">
            <a:hlinkClick r:id="rId14" action="ppaction://hlinksldjump"/>
            <a:extLst>
              <a:ext uri="{FF2B5EF4-FFF2-40B4-BE49-F238E27FC236}">
                <a16:creationId xmlns:a16="http://schemas.microsoft.com/office/drawing/2014/main" id="{15FA9CF1-FF91-B261-4843-9BF49C75FF9D}"/>
              </a:ext>
            </a:extLst>
          </p:cNvPr>
          <p:cNvSpPr>
            <a:spLocks noGrp="1"/>
          </p:cNvSpPr>
          <p:nvPr>
            <p:custDataLst>
              <p:tags r:id="rId7"/>
            </p:custDataLst>
          </p:nvPr>
        </p:nvSpPr>
        <p:spPr bwMode="auto">
          <a:xfrm>
            <a:off x="4445889" y="3790951"/>
            <a:ext cx="7191375" cy="457200"/>
          </a:xfrm>
          <a:prstGeom prst="rect">
            <a:avLst/>
          </a:prstGeom>
          <a:solidFill>
            <a:schemeClr val="accent4"/>
          </a:solidFill>
          <a:ln w="6350" algn="ctr">
            <a:noFill/>
          </a:ln>
        </p:spPr>
        <p:txBody>
          <a:bodyPr vert="horz" wrap="none" lIns="92075" tIns="92075" rIns="0" bIns="90488"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1"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rPr>
              <a:t>Appendix 1: Tech &amp; AI Results by Dimension</a:t>
            </a:r>
          </a:p>
        </p:txBody>
      </p:sp>
      <p:sp>
        <p:nvSpPr>
          <p:cNvPr id="5" name="2. Slide Title">
            <a:extLst>
              <a:ext uri="{FF2B5EF4-FFF2-40B4-BE49-F238E27FC236}">
                <a16:creationId xmlns:a16="http://schemas.microsoft.com/office/drawing/2014/main" id="{1BA9A7B8-0843-B7A8-E3DC-1C117347A643}"/>
              </a:ext>
            </a:extLst>
          </p:cNvPr>
          <p:cNvSpPr>
            <a:spLocks noGrp="1"/>
          </p:cNvSpPr>
          <p:nvPr>
            <p:ph type="title"/>
            <p:custDataLst>
              <p:tags r:id="rId8"/>
            </p:custDataLst>
          </p:nvPr>
        </p:nvSpPr>
        <p:spPr>
          <a:xfrm>
            <a:off x="554736" y="3175256"/>
            <a:ext cx="2514600" cy="33855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AU" noProof="0">
                <a:latin typeface="+mj-lt"/>
              </a:rPr>
              <a:t>Contents</a:t>
            </a:r>
          </a:p>
        </p:txBody>
      </p:sp>
      <p:sp>
        <p:nvSpPr>
          <p:cNvPr id="2" name="Subtitle 1">
            <a:extLst>
              <a:ext uri="{FF2B5EF4-FFF2-40B4-BE49-F238E27FC236}">
                <a16:creationId xmlns:a16="http://schemas.microsoft.com/office/drawing/2014/main" id="{A610F57C-085D-0705-0B5B-BDD3089B583A}"/>
              </a:ext>
            </a:extLst>
          </p:cNvPr>
          <p:cNvSpPr>
            <a:spLocks noGrp="1"/>
          </p:cNvSpPr>
          <p:nvPr>
            <p:ph type="subTitle" idx="1"/>
          </p:nvPr>
        </p:nvSpPr>
        <p:spPr/>
        <p:txBody>
          <a:bodyPr/>
          <a:lstStyle/>
          <a:p>
            <a:endParaRPr lang="en-CA"/>
          </a:p>
        </p:txBody>
      </p:sp>
      <p:sp>
        <p:nvSpPr>
          <p:cNvPr id="4" name="Text Placeholder 3">
            <a:extLst>
              <a:ext uri="{FF2B5EF4-FFF2-40B4-BE49-F238E27FC236}">
                <a16:creationId xmlns:a16="http://schemas.microsoft.com/office/drawing/2014/main" id="{C188A654-8403-5833-0C08-BA41D878C0C7}"/>
              </a:ext>
            </a:extLst>
          </p:cNvPr>
          <p:cNvSpPr>
            <a:spLocks noGrp="1"/>
          </p:cNvSpPr>
          <p:nvPr>
            <p:ph type="body" sz="quarter" idx="10"/>
          </p:nvPr>
        </p:nvSpPr>
        <p:spPr/>
        <p:txBody>
          <a:bodyPr/>
          <a:lstStyle/>
          <a:p>
            <a:endParaRPr lang="en-CA"/>
          </a:p>
        </p:txBody>
      </p:sp>
      <p:sp>
        <p:nvSpPr>
          <p:cNvPr id="9" name="Text Placeholder 2">
            <a:hlinkClick r:id="" action="ppaction://noaction"/>
            <a:extLst>
              <a:ext uri="{FF2B5EF4-FFF2-40B4-BE49-F238E27FC236}">
                <a16:creationId xmlns:a16="http://schemas.microsoft.com/office/drawing/2014/main" id="{71347CEB-181B-7303-0311-CAE2C392F3F6}"/>
              </a:ext>
            </a:extLst>
          </p:cNvPr>
          <p:cNvSpPr>
            <a:spLocks noGrp="1"/>
          </p:cNvSpPr>
          <p:nvPr>
            <p:custDataLst>
              <p:tags r:id="rId9"/>
            </p:custDataLst>
          </p:nvPr>
        </p:nvSpPr>
        <p:spPr bwMode="auto">
          <a:xfrm>
            <a:off x="4445889" y="4521200"/>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AU" sz="1800" b="0" i="0" u="none" strike="noStrike" kern="1200" cap="none" spc="0" normalizeH="0" baseline="0" noProof="0">
                <a:ln>
                  <a:noFill/>
                </a:ln>
                <a:solidFill>
                  <a:srgbClr val="111918"/>
                </a:solidFill>
                <a:effectLst/>
                <a:uLnTx/>
                <a:uFillTx/>
                <a:latin typeface="Tahoma" panose="020B0604030504040204" pitchFamily="34" charset="0"/>
                <a:ea typeface="+mn-ea"/>
                <a:cs typeface="Tahoma" panose="020B0604030504040204" pitchFamily="34" charset="0"/>
              </a:rPr>
              <a:t>Appendix 2: Best Practice Definitions</a:t>
            </a:r>
          </a:p>
        </p:txBody>
      </p:sp>
    </p:spTree>
    <p:custDataLst>
      <p:tags r:id="rId1"/>
    </p:custDataLst>
    <p:extLst>
      <p:ext uri="{BB962C8B-B14F-4D97-AF65-F5344CB8AC3E}">
        <p14:creationId xmlns:p14="http://schemas.microsoft.com/office/powerpoint/2010/main" val="4027933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7AD9-1495-57E7-7EBD-973941F51F74}"/>
            </a:ext>
          </a:extLst>
        </p:cNvPr>
        <p:cNvGrpSpPr/>
        <p:nvPr/>
      </p:nvGrpSpPr>
      <p:grpSpPr>
        <a:xfrm>
          <a:off x="0" y="0"/>
          <a:ext cx="0" cy="0"/>
          <a:chOff x="0" y="0"/>
          <a:chExt cx="0" cy="0"/>
        </a:xfrm>
      </p:grpSpPr>
      <p:graphicFrame>
        <p:nvGraphicFramePr>
          <p:cNvPr id="56" name="Object 55" hidden="1">
            <a:extLst>
              <a:ext uri="{FF2B5EF4-FFF2-40B4-BE49-F238E27FC236}">
                <a16:creationId xmlns:a16="http://schemas.microsoft.com/office/drawing/2014/main" id="{321577E5-BAB6-F782-117A-60F869CB2FDE}"/>
              </a:ext>
            </a:extLst>
          </p:cNvPr>
          <p:cNvGraphicFramePr>
            <a:graphicFrameLocks noChangeAspect="1"/>
          </p:cNvGraphicFramePr>
          <p:nvPr>
            <p:custDataLst>
              <p:tags r:id="rId2"/>
            </p:custDataLst>
            <p:extLst>
              <p:ext uri="{D42A27DB-BD31-4B8C-83A1-F6EECF244321}">
                <p14:modId xmlns:p14="http://schemas.microsoft.com/office/powerpoint/2010/main" val="3458073177"/>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56" name="Object 55" hidden="1">
                        <a:extLst>
                          <a:ext uri="{FF2B5EF4-FFF2-40B4-BE49-F238E27FC236}">
                            <a16:creationId xmlns:a16="http://schemas.microsoft.com/office/drawing/2014/main" id="{321577E5-BAB6-F782-117A-60F869CB2FDE}"/>
                          </a:ext>
                        </a:extLst>
                      </p:cNvPr>
                      <p:cNvPicPr/>
                      <p:nvPr/>
                    </p:nvPicPr>
                    <p:blipFill>
                      <a:blip r:embed="rId36"/>
                      <a:stretch>
                        <a:fillRect/>
                      </a:stretch>
                    </p:blipFill>
                    <p:spPr>
                      <a:xfrm>
                        <a:off x="1525892" y="1622"/>
                        <a:ext cx="1619" cy="1619"/>
                      </a:xfrm>
                      <a:prstGeom prst="rect">
                        <a:avLst/>
                      </a:prstGeom>
                    </p:spPr>
                  </p:pic>
                </p:oleObj>
              </mc:Fallback>
            </mc:AlternateContent>
          </a:graphicData>
        </a:graphic>
      </p:graphicFrame>
      <p:sp>
        <p:nvSpPr>
          <p:cNvPr id="55" name="Rectangle 54" hidden="1">
            <a:extLst>
              <a:ext uri="{FF2B5EF4-FFF2-40B4-BE49-F238E27FC236}">
                <a16:creationId xmlns:a16="http://schemas.microsoft.com/office/drawing/2014/main" id="{7A10E24D-A933-500F-A96C-50A46FC8805D}"/>
              </a:ext>
            </a:extLst>
          </p:cNvPr>
          <p:cNvSpPr/>
          <p:nvPr>
            <p:custDataLst>
              <p:tags r:id="rId3"/>
            </p:custDataLst>
          </p:nvPr>
        </p:nvSpPr>
        <p:spPr bwMode="auto">
          <a:xfrm>
            <a:off x="1524270" y="1"/>
            <a:ext cx="161974" cy="161974"/>
          </a:xfrm>
          <a:prstGeom prst="rect">
            <a:avLst/>
          </a:prstGeom>
          <a:solidFill>
            <a:schemeClr val="accent1"/>
          </a:solidFill>
          <a:ln>
            <a:noFill/>
          </a:ln>
          <a:effectLst/>
        </p:spPr>
        <p:txBody>
          <a:bodyPr rot="0" spcFirstLastPara="0" vertOverflow="overflow" horzOverflow="overflow" vert="horz" wrap="none" lIns="0" tIns="0" rIns="0" bIns="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00ADE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13" name="5. Source">
            <a:extLst>
              <a:ext uri="{FF2B5EF4-FFF2-40B4-BE49-F238E27FC236}">
                <a16:creationId xmlns:a16="http://schemas.microsoft.com/office/drawing/2014/main" id="{94631AC4-215D-A491-D5ED-499443FD7C50}"/>
              </a:ext>
            </a:extLst>
          </p:cNvPr>
          <p:cNvSpPr txBox="1">
            <a:spLocks/>
          </p:cNvSpPr>
          <p:nvPr>
            <p:custDataLst>
              <p:tags r:id="rId4"/>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Source: PASHA Bank Tech &amp; AI Quotient Survey</a:t>
            </a:r>
          </a:p>
        </p:txBody>
      </p:sp>
      <p:graphicFrame>
        <p:nvGraphicFramePr>
          <p:cNvPr id="107" name="Chart 106">
            <a:extLst>
              <a:ext uri="{FF2B5EF4-FFF2-40B4-BE49-F238E27FC236}">
                <a16:creationId xmlns:a16="http://schemas.microsoft.com/office/drawing/2014/main" id="{93A8B7CE-1A27-24EF-E912-1DE335EE18FD}"/>
              </a:ext>
            </a:extLst>
          </p:cNvPr>
          <p:cNvGraphicFramePr/>
          <p:nvPr>
            <p:custDataLst>
              <p:tags r:id="rId5"/>
            </p:custDataLst>
          </p:nvPr>
        </p:nvGraphicFramePr>
        <p:xfrm>
          <a:off x="471488" y="2339975"/>
          <a:ext cx="11249025" cy="3224213"/>
        </p:xfrm>
        <a:graphic>
          <a:graphicData uri="http://schemas.openxmlformats.org/drawingml/2006/chart">
            <c:chart xmlns:c="http://schemas.openxmlformats.org/drawingml/2006/chart" xmlns:r="http://schemas.openxmlformats.org/officeDocument/2006/relationships" r:id="rId37"/>
          </a:graphicData>
        </a:graphic>
      </p:graphicFrame>
      <p:sp>
        <p:nvSpPr>
          <p:cNvPr id="132" name="Text Placeholder 4">
            <a:extLst>
              <a:ext uri="{FF2B5EF4-FFF2-40B4-BE49-F238E27FC236}">
                <a16:creationId xmlns:a16="http://schemas.microsoft.com/office/drawing/2014/main" id="{50B0CF07-CA37-42A1-0B70-EECBBE31B1A1}"/>
              </a:ext>
            </a:extLst>
          </p:cNvPr>
          <p:cNvSpPr txBox="1">
            <a:spLocks/>
          </p:cNvSpPr>
          <p:nvPr>
            <p:custDataLst>
              <p:tags r:id="rId6"/>
            </p:custDataLst>
          </p:nvPr>
        </p:nvSpPr>
        <p:spPr bwMode="auto">
          <a:xfrm>
            <a:off x="533400" y="5411788"/>
            <a:ext cx="77946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2BC8AC0-C14C-4A29-9BE0-35ACEB99C527}" type="datetime'Custo''m''e''r gro''wth ''&amp;'''''' personaliz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Customer growth &amp; personalization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40" name="Text Placeholder 4">
            <a:extLst>
              <a:ext uri="{FF2B5EF4-FFF2-40B4-BE49-F238E27FC236}">
                <a16:creationId xmlns:a16="http://schemas.microsoft.com/office/drawing/2014/main" id="{8B7669E7-1AAE-447C-6812-6DC119C4BCE5}"/>
              </a:ext>
            </a:extLst>
          </p:cNvPr>
          <p:cNvSpPr txBox="1">
            <a:spLocks/>
          </p:cNvSpPr>
          <p:nvPr>
            <p:custDataLst>
              <p:tags r:id="rId7"/>
            </p:custDataLst>
          </p:nvPr>
        </p:nvSpPr>
        <p:spPr bwMode="auto">
          <a:xfrm>
            <a:off x="1325564" y="5411788"/>
            <a:ext cx="669925"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rPr>
              <a:t>Marketing effectiveness &amp; ROI</a:t>
            </a:r>
          </a:p>
        </p:txBody>
      </p:sp>
      <p:sp>
        <p:nvSpPr>
          <p:cNvPr id="144" name="Text Placeholder 4">
            <a:extLst>
              <a:ext uri="{FF2B5EF4-FFF2-40B4-BE49-F238E27FC236}">
                <a16:creationId xmlns:a16="http://schemas.microsoft.com/office/drawing/2014/main" id="{D84DF677-416E-EFE0-E9E9-49DF191F6E31}"/>
              </a:ext>
            </a:extLst>
          </p:cNvPr>
          <p:cNvSpPr txBox="1">
            <a:spLocks/>
          </p:cNvSpPr>
          <p:nvPr>
            <p:custDataLst>
              <p:tags r:id="rId8"/>
            </p:custDataLst>
          </p:nvPr>
        </p:nvSpPr>
        <p:spPr bwMode="auto">
          <a:xfrm>
            <a:off x="2065338" y="5411788"/>
            <a:ext cx="671513"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CE9FB676-1C25-4AA7-9814-5FECFDA85FFE}" type="datetime'R''even''''u''''e'' m''a''na''''''ge''''''me''n''''t'">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Revenue management</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48" name="Text Placeholder 4">
            <a:extLst>
              <a:ext uri="{FF2B5EF4-FFF2-40B4-BE49-F238E27FC236}">
                <a16:creationId xmlns:a16="http://schemas.microsoft.com/office/drawing/2014/main" id="{BA5A55B2-B7C5-2531-8B26-0F3F867021C4}"/>
              </a:ext>
            </a:extLst>
          </p:cNvPr>
          <p:cNvSpPr txBox="1">
            <a:spLocks/>
          </p:cNvSpPr>
          <p:nvPr>
            <p:custDataLst>
              <p:tags r:id="rId9"/>
            </p:custDataLst>
          </p:nvPr>
        </p:nvSpPr>
        <p:spPr bwMode="auto">
          <a:xfrm>
            <a:off x="2857500" y="5411788"/>
            <a:ext cx="561975"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9EF3EC9-E326-4734-AAE9-0E36D4599DA6}" type="datetime'S''''ales ''''execut''ion &amp; ch''''''''''''anne''''''''l''s'''">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Sales execution &amp; channels</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52" name="Text Placeholder 4">
            <a:extLst>
              <a:ext uri="{FF2B5EF4-FFF2-40B4-BE49-F238E27FC236}">
                <a16:creationId xmlns:a16="http://schemas.microsoft.com/office/drawing/2014/main" id="{A865EAD8-5140-0152-E2C8-9FEAB0C233BA}"/>
              </a:ext>
            </a:extLst>
          </p:cNvPr>
          <p:cNvSpPr txBox="1">
            <a:spLocks/>
          </p:cNvSpPr>
          <p:nvPr>
            <p:custDataLst>
              <p:tags r:id="rId10"/>
            </p:custDataLst>
          </p:nvPr>
        </p:nvSpPr>
        <p:spPr bwMode="auto">
          <a:xfrm>
            <a:off x="3559175" y="5411788"/>
            <a:ext cx="63976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B0C9409-DF6B-4410-A17A-77D26611C831}" type="datetime'D''''''''''i''g''it''al ''''''commer''ce &amp; ex''peri''''''ence'">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Digital commerce &amp; experience</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56" name="Text Placeholder 4">
            <a:extLst>
              <a:ext uri="{FF2B5EF4-FFF2-40B4-BE49-F238E27FC236}">
                <a16:creationId xmlns:a16="http://schemas.microsoft.com/office/drawing/2014/main" id="{2A57AE05-74CE-53A3-0EA1-5B4204927A11}"/>
              </a:ext>
            </a:extLst>
          </p:cNvPr>
          <p:cNvSpPr txBox="1">
            <a:spLocks/>
          </p:cNvSpPr>
          <p:nvPr>
            <p:custDataLst>
              <p:tags r:id="rId11"/>
            </p:custDataLst>
          </p:nvPr>
        </p:nvSpPr>
        <p:spPr bwMode="auto">
          <a:xfrm>
            <a:off x="4343400" y="5411788"/>
            <a:ext cx="546100"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133AF79-3A6B-4368-9387-8FA2E6CB33DA}" type="datetime'C''u''''stomer ''''''se''''r''vice ''opera''''t''''i''''o''ns'">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Customer service operations</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60" name="Text Placeholder 4">
            <a:extLst>
              <a:ext uri="{FF2B5EF4-FFF2-40B4-BE49-F238E27FC236}">
                <a16:creationId xmlns:a16="http://schemas.microsoft.com/office/drawing/2014/main" id="{DF8B98BE-9DBB-71BB-B115-995ADD0BFC8B}"/>
              </a:ext>
            </a:extLst>
          </p:cNvPr>
          <p:cNvSpPr txBox="1">
            <a:spLocks/>
          </p:cNvSpPr>
          <p:nvPr>
            <p:custDataLst>
              <p:tags r:id="rId12"/>
            </p:custDataLst>
          </p:nvPr>
        </p:nvSpPr>
        <p:spPr bwMode="auto">
          <a:xfrm>
            <a:off x="5032375" y="5411788"/>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AFA5F7C-65C8-4D70-9862-AC3ABA421408}" type="datetime'''''Supply ch''ai''n p''l''''anning &amp; ''ope''r''''ati''on''s'">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Supply chain planning &amp; operations</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64" name="Text Placeholder 4">
            <a:extLst>
              <a:ext uri="{FF2B5EF4-FFF2-40B4-BE49-F238E27FC236}">
                <a16:creationId xmlns:a16="http://schemas.microsoft.com/office/drawing/2014/main" id="{BF09CA82-3150-C650-BBEF-3C3D75C5877F}"/>
              </a:ext>
            </a:extLst>
          </p:cNvPr>
          <p:cNvSpPr txBox="1">
            <a:spLocks/>
          </p:cNvSpPr>
          <p:nvPr>
            <p:custDataLst>
              <p:tags r:id="rId13"/>
            </p:custDataLst>
          </p:nvPr>
        </p:nvSpPr>
        <p:spPr bwMode="auto">
          <a:xfrm>
            <a:off x="5764213" y="5411788"/>
            <a:ext cx="66198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F864D98A-BA1A-42C6-896F-B9EBD05A42AC}" type="datetime'''''''Pr''''''o''''''c''''ur''e''ment ''''&amp;'''' s''p''en''d'">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Procurement &amp; spend</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68" name="Text Placeholder 4">
            <a:extLst>
              <a:ext uri="{FF2B5EF4-FFF2-40B4-BE49-F238E27FC236}">
                <a16:creationId xmlns:a16="http://schemas.microsoft.com/office/drawing/2014/main" id="{0E15BA7D-C81C-1ADF-7302-DAB11452E921}"/>
              </a:ext>
            </a:extLst>
          </p:cNvPr>
          <p:cNvSpPr txBox="1">
            <a:spLocks/>
          </p:cNvSpPr>
          <p:nvPr>
            <p:custDataLst>
              <p:tags r:id="rId14"/>
            </p:custDataLst>
          </p:nvPr>
        </p:nvSpPr>
        <p:spPr bwMode="auto">
          <a:xfrm>
            <a:off x="6515101" y="5411788"/>
            <a:ext cx="63976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9C213DC-A29C-404B-AA10-F853BE57BB8F}" type="datetime'''O''peratio''''n''''s'' &amp; a''sset'''' o''''ptimi''z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Operations &amp; asset optimization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72" name="Text Placeholder 4">
            <a:extLst>
              <a:ext uri="{FF2B5EF4-FFF2-40B4-BE49-F238E27FC236}">
                <a16:creationId xmlns:a16="http://schemas.microsoft.com/office/drawing/2014/main" id="{A388B969-4B0B-5040-678B-9188DC63B077}"/>
              </a:ext>
            </a:extLst>
          </p:cNvPr>
          <p:cNvSpPr txBox="1">
            <a:spLocks/>
          </p:cNvSpPr>
          <p:nvPr>
            <p:custDataLst>
              <p:tags r:id="rId15"/>
            </p:custDataLst>
          </p:nvPr>
        </p:nvSpPr>
        <p:spPr bwMode="auto">
          <a:xfrm>
            <a:off x="7251700" y="5411788"/>
            <a:ext cx="64293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rPr>
              <a:t>Workforce &amp; productivity</a:t>
            </a:r>
          </a:p>
        </p:txBody>
      </p:sp>
      <p:sp>
        <p:nvSpPr>
          <p:cNvPr id="176" name="Text Placeholder 4">
            <a:extLst>
              <a:ext uri="{FF2B5EF4-FFF2-40B4-BE49-F238E27FC236}">
                <a16:creationId xmlns:a16="http://schemas.microsoft.com/office/drawing/2014/main" id="{D82064F3-1066-E2E3-C09C-5E817832203D}"/>
              </a:ext>
            </a:extLst>
          </p:cNvPr>
          <p:cNvSpPr txBox="1">
            <a:spLocks/>
          </p:cNvSpPr>
          <p:nvPr>
            <p:custDataLst>
              <p:tags r:id="rId16"/>
            </p:custDataLst>
          </p:nvPr>
        </p:nvSpPr>
        <p:spPr bwMode="auto">
          <a:xfrm>
            <a:off x="8040688" y="5411788"/>
            <a:ext cx="54451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A3B81DD-E686-47B2-B47F-5766D09B9C7B}" type="datetime'R''''&amp;D an''d ''''''prod''uct'' innov''''''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R&amp;D and product innovation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80" name="Text Placeholder 4">
            <a:extLst>
              <a:ext uri="{FF2B5EF4-FFF2-40B4-BE49-F238E27FC236}">
                <a16:creationId xmlns:a16="http://schemas.microsoft.com/office/drawing/2014/main" id="{724E6607-2C9A-81B5-4733-EA79A2F2CE73}"/>
              </a:ext>
            </a:extLst>
          </p:cNvPr>
          <p:cNvSpPr txBox="1">
            <a:spLocks/>
          </p:cNvSpPr>
          <p:nvPr>
            <p:custDataLst>
              <p:tags r:id="rId17"/>
            </p:custDataLst>
          </p:nvPr>
        </p:nvSpPr>
        <p:spPr bwMode="auto">
          <a:xfrm>
            <a:off x="8761413" y="5411788"/>
            <a:ext cx="577850"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AB44358-96C1-4458-A10C-0075F415D7B8}" type="datetime'''Ris''k'','''' c''''om''pliance &amp; sec''''''ur''i''''''t''''y'">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Risk, compliance &amp; security</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84" name="Text Placeholder 4">
            <a:extLst>
              <a:ext uri="{FF2B5EF4-FFF2-40B4-BE49-F238E27FC236}">
                <a16:creationId xmlns:a16="http://schemas.microsoft.com/office/drawing/2014/main" id="{29DEB07C-5351-960A-DD9D-5E0DFBE808C4}"/>
              </a:ext>
            </a:extLst>
          </p:cNvPr>
          <p:cNvSpPr txBox="1">
            <a:spLocks/>
          </p:cNvSpPr>
          <p:nvPr>
            <p:custDataLst>
              <p:tags r:id="rId18"/>
            </p:custDataLst>
          </p:nvPr>
        </p:nvSpPr>
        <p:spPr bwMode="auto">
          <a:xfrm>
            <a:off x="9539288" y="5411788"/>
            <a:ext cx="50323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80809F73-D359-45BD-BE66-1B3E749EAECD}" type="datetime'Fi''''''n''an''c''e'''' &amp;'''' p''''''''''lann''''''ing'''''">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Finance &amp; planning</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88" name="Text Placeholder 4">
            <a:extLst>
              <a:ext uri="{FF2B5EF4-FFF2-40B4-BE49-F238E27FC236}">
                <a16:creationId xmlns:a16="http://schemas.microsoft.com/office/drawing/2014/main" id="{6CD7E2DA-7510-EBD1-FBF7-57840F200BC9}"/>
              </a:ext>
            </a:extLst>
          </p:cNvPr>
          <p:cNvSpPr txBox="1">
            <a:spLocks/>
          </p:cNvSpPr>
          <p:nvPr>
            <p:custDataLst>
              <p:tags r:id="rId19"/>
            </p:custDataLst>
          </p:nvPr>
        </p:nvSpPr>
        <p:spPr bwMode="auto">
          <a:xfrm>
            <a:off x="10193339" y="5411788"/>
            <a:ext cx="67151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3BEF815D-3D8F-45BF-95A4-C2491137B6AF}" type="datetime'D''''ata pro''du''''cts &amp; ''m''''''''one''''t''i''z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Data products &amp; monetization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92" name="Text Placeholder 4">
            <a:extLst>
              <a:ext uri="{FF2B5EF4-FFF2-40B4-BE49-F238E27FC236}">
                <a16:creationId xmlns:a16="http://schemas.microsoft.com/office/drawing/2014/main" id="{1B6992F3-C288-6E5E-798D-E21289FC5B5B}"/>
              </a:ext>
            </a:extLst>
          </p:cNvPr>
          <p:cNvSpPr txBox="1">
            <a:spLocks/>
          </p:cNvSpPr>
          <p:nvPr>
            <p:custDataLst>
              <p:tags r:id="rId20"/>
            </p:custDataLst>
          </p:nvPr>
        </p:nvSpPr>
        <p:spPr bwMode="auto">
          <a:xfrm>
            <a:off x="10912475" y="5411788"/>
            <a:ext cx="71278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C1A02126-74CB-47CF-A351-3E4648ACEC4A}" type="datetime'''''Ente''''rp''ris''''e'' IT ''&amp;'''' ''e''nginee''''r''ing'''">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Enterprise IT &amp; engineering</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34" name="Rectangle 33">
            <a:extLst>
              <a:ext uri="{FF2B5EF4-FFF2-40B4-BE49-F238E27FC236}">
                <a16:creationId xmlns:a16="http://schemas.microsoft.com/office/drawing/2014/main" id="{5BADF6EC-3D41-A40E-32A8-3C6C86A83F0B}"/>
              </a:ext>
            </a:extLst>
          </p:cNvPr>
          <p:cNvSpPr/>
          <p:nvPr>
            <p:custDataLst>
              <p:tags r:id="rId21"/>
            </p:custDataLst>
          </p:nvPr>
        </p:nvSpPr>
        <p:spPr bwMode="auto">
          <a:xfrm>
            <a:off x="8413750" y="1422400"/>
            <a:ext cx="138113" cy="138113"/>
          </a:xfrm>
          <a:prstGeom prst="rect">
            <a:avLst/>
          </a:prstGeom>
          <a:solidFill>
            <a:schemeClr val="accent1"/>
          </a:solidFill>
          <a:ln w="9525" cap="sq" cmpd="sng" algn="ctr">
            <a:noFill/>
            <a:prstDash val="solid"/>
            <a:miter lim="800000"/>
          </a:ln>
          <a:effectLst/>
          <a:extLst>
            <a:ext uri="{91240B29-F687-4F45-9708-019B960494DF}">
              <a14:hiddenLine xmlns:a14="http://schemas.microsoft.com/office/drawing/2010/main" w="9525" cap="sq" cmpd="sng" algn="ctr">
                <a:solidFill>
                  <a:srgbClr val="FFFFFF"/>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1B8654"/>
              </a:solidFill>
              <a:effectLst/>
              <a:uLnTx/>
              <a:uFillTx/>
              <a:latin typeface="Helvetica"/>
              <a:ea typeface="+mn-ea"/>
              <a:cs typeface="+mn-cs"/>
            </a:endParaRPr>
          </a:p>
        </p:txBody>
      </p:sp>
      <p:sp>
        <p:nvSpPr>
          <p:cNvPr id="36" name="Rectangle 35">
            <a:extLst>
              <a:ext uri="{FF2B5EF4-FFF2-40B4-BE49-F238E27FC236}">
                <a16:creationId xmlns:a16="http://schemas.microsoft.com/office/drawing/2014/main" id="{EDE02BF4-34CE-4578-2F81-D6C1508A66DA}"/>
              </a:ext>
            </a:extLst>
          </p:cNvPr>
          <p:cNvSpPr/>
          <p:nvPr>
            <p:custDataLst>
              <p:tags r:id="rId22"/>
            </p:custDataLst>
          </p:nvPr>
        </p:nvSpPr>
        <p:spPr bwMode="auto">
          <a:xfrm>
            <a:off x="9140825" y="1422400"/>
            <a:ext cx="138113" cy="138113"/>
          </a:xfrm>
          <a:prstGeom prst="rect">
            <a:avLst/>
          </a:prstGeom>
          <a:solidFill>
            <a:schemeClr val="accent4"/>
          </a:solidFill>
          <a:ln w="9525" cap="sq" cmpd="sng" algn="ctr">
            <a:noFill/>
            <a:prstDash val="solid"/>
            <a:miter lim="800000"/>
          </a:ln>
          <a:effectLst/>
          <a:extLst>
            <a:ext uri="{91240B29-F687-4F45-9708-019B960494DF}">
              <a14:hiddenLine xmlns:a14="http://schemas.microsoft.com/office/drawing/2010/main" w="9525" cap="sq" cmpd="sng" algn="ctr">
                <a:solidFill>
                  <a:srgbClr val="FFFFFF"/>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1B8654"/>
              </a:solidFill>
              <a:effectLst/>
              <a:uLnTx/>
              <a:uFillTx/>
              <a:latin typeface="Helvetica"/>
              <a:ea typeface="+mn-ea"/>
              <a:cs typeface="+mn-cs"/>
            </a:endParaRPr>
          </a:p>
        </p:txBody>
      </p:sp>
      <p:sp>
        <p:nvSpPr>
          <p:cNvPr id="38" name="Rectangle 37">
            <a:extLst>
              <a:ext uri="{FF2B5EF4-FFF2-40B4-BE49-F238E27FC236}">
                <a16:creationId xmlns:a16="http://schemas.microsoft.com/office/drawing/2014/main" id="{188BDCAC-EA55-8FC4-FE25-5F1A039955FD}"/>
              </a:ext>
            </a:extLst>
          </p:cNvPr>
          <p:cNvSpPr/>
          <p:nvPr>
            <p:custDataLst>
              <p:tags r:id="rId23"/>
            </p:custDataLst>
          </p:nvPr>
        </p:nvSpPr>
        <p:spPr bwMode="auto">
          <a:xfrm>
            <a:off x="10050463" y="1422400"/>
            <a:ext cx="138113" cy="138113"/>
          </a:xfrm>
          <a:prstGeom prst="rect">
            <a:avLst/>
          </a:prstGeom>
          <a:solidFill>
            <a:schemeClr val="accent3"/>
          </a:solidFill>
          <a:ln w="9525"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1B8654"/>
              </a:solidFill>
              <a:effectLst/>
              <a:uLnTx/>
              <a:uFillTx/>
              <a:latin typeface="Helvetica"/>
              <a:ea typeface="+mn-ea"/>
              <a:cs typeface="+mn-cs"/>
            </a:endParaRPr>
          </a:p>
        </p:txBody>
      </p:sp>
      <p:sp>
        <p:nvSpPr>
          <p:cNvPr id="39" name="Text Placeholder 4">
            <a:extLst>
              <a:ext uri="{FF2B5EF4-FFF2-40B4-BE49-F238E27FC236}">
                <a16:creationId xmlns:a16="http://schemas.microsoft.com/office/drawing/2014/main" id="{002614B3-E5E1-2822-15C7-021DD0B4113D}"/>
              </a:ext>
            </a:extLst>
          </p:cNvPr>
          <p:cNvSpPr>
            <a:spLocks noGrp="1"/>
          </p:cNvSpPr>
          <p:nvPr>
            <p:custDataLst>
              <p:tags r:id="rId24"/>
            </p:custDataLst>
          </p:nvPr>
        </p:nvSpPr>
        <p:spPr bwMode="auto">
          <a:xfrm>
            <a:off x="8602663" y="1419225"/>
            <a:ext cx="4365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fld id="{B04C667D-91B4-41BC-A6B0-6ECF522E917D}" type="datetime'A''''''t ''s''''c''''''''''''al''e'''''''''''''''''''''''''">
              <a:rPr kumimoji="0" lang="en-US" altLang="en-US" sz="1000" b="0" i="0" u="none" strike="noStrike" kern="1200" cap="none" spc="0" normalizeH="0" baseline="0" noProof="0" smtClean="0">
                <a:ln>
                  <a:noFill/>
                </a:ln>
                <a:solidFill>
                  <a:srgbClr val="000000"/>
                </a:solidFill>
                <a:effectLst/>
                <a:uLnTx/>
                <a:uFillTx/>
                <a:latin typeface="Tahoma"/>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t>At scale</a:t>
            </a:fld>
            <a:endParaRPr kumimoji="0" lang="en-US" sz="1000" b="0" i="0" u="none" strike="noStrike" kern="1200" cap="none" spc="0" normalizeH="0" baseline="0" noProof="0">
              <a:ln>
                <a:noFill/>
              </a:ln>
              <a:solidFill>
                <a:srgbClr val="000000"/>
              </a:solidFill>
              <a:effectLst/>
              <a:uLnTx/>
              <a:uFillTx/>
              <a:latin typeface="Tahoma"/>
              <a:ea typeface="+mn-ea"/>
              <a:cs typeface="Arial" panose="020B0604020202020204" pitchFamily="34" charset="0"/>
              <a:sym typeface="+mn-lt"/>
            </a:endParaRPr>
          </a:p>
        </p:txBody>
      </p:sp>
      <p:sp>
        <p:nvSpPr>
          <p:cNvPr id="40" name="Text Placeholder 4">
            <a:extLst>
              <a:ext uri="{FF2B5EF4-FFF2-40B4-BE49-F238E27FC236}">
                <a16:creationId xmlns:a16="http://schemas.microsoft.com/office/drawing/2014/main" id="{5ECF5B01-F54E-A925-84AC-F39FAB9EC333}"/>
              </a:ext>
            </a:extLst>
          </p:cNvPr>
          <p:cNvSpPr>
            <a:spLocks noGrp="1"/>
          </p:cNvSpPr>
          <p:nvPr>
            <p:custDataLst>
              <p:tags r:id="rId25"/>
            </p:custDataLst>
          </p:nvPr>
        </p:nvSpPr>
        <p:spPr bwMode="auto">
          <a:xfrm>
            <a:off x="9329738" y="1419225"/>
            <a:ext cx="6191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fld id="{CBFD83FC-C7E5-4381-801F-AB55FD98E948}" type="datetime'E''arl''''''''y'''''' s''t''''''''''ag''''''''''''e'''''">
              <a:rPr kumimoji="0" lang="en-US" altLang="en-US" sz="1000" b="0" i="0" u="none" strike="noStrike" kern="1200" cap="none" spc="0" normalizeH="0" baseline="0" noProof="0" smtClean="0">
                <a:ln>
                  <a:noFill/>
                </a:ln>
                <a:solidFill>
                  <a:srgbClr val="000000"/>
                </a:solidFill>
                <a:effectLst/>
                <a:uLnTx/>
                <a:uFillTx/>
                <a:latin typeface="Tahoma"/>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t>Early stage</a:t>
            </a:fld>
            <a:endParaRPr kumimoji="0" lang="en-US" sz="1000" b="0" i="0" u="none" strike="noStrike" kern="1200" cap="none" spc="0" normalizeH="0" baseline="0" noProof="0">
              <a:ln>
                <a:noFill/>
              </a:ln>
              <a:solidFill>
                <a:srgbClr val="000000"/>
              </a:solidFill>
              <a:effectLst/>
              <a:uLnTx/>
              <a:uFillTx/>
              <a:latin typeface="Tahoma"/>
              <a:ea typeface="+mn-ea"/>
              <a:cs typeface="Arial" panose="020B0604020202020204" pitchFamily="34" charset="0"/>
              <a:sym typeface="+mn-lt"/>
            </a:endParaRPr>
          </a:p>
        </p:txBody>
      </p:sp>
      <p:sp>
        <p:nvSpPr>
          <p:cNvPr id="42" name="Text Placeholder 4">
            <a:extLst>
              <a:ext uri="{FF2B5EF4-FFF2-40B4-BE49-F238E27FC236}">
                <a16:creationId xmlns:a16="http://schemas.microsoft.com/office/drawing/2014/main" id="{D66BD943-F0DA-7170-7A31-DE576826DD63}"/>
              </a:ext>
            </a:extLst>
          </p:cNvPr>
          <p:cNvSpPr>
            <a:spLocks noGrp="1"/>
          </p:cNvSpPr>
          <p:nvPr>
            <p:custDataLst>
              <p:tags r:id="rId26"/>
            </p:custDataLst>
          </p:nvPr>
        </p:nvSpPr>
        <p:spPr bwMode="auto">
          <a:xfrm>
            <a:off x="10239375" y="1419225"/>
            <a:ext cx="1347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fld id="{A9501036-A7DF-4B04-9BA8-E71D3B84BFD4}" type="datetime'''N''ot st''''''ar''t''e''''''d''''''/ ''D''''''on’t ''know'">
              <a:rPr kumimoji="0" lang="en-US" altLang="en-US" sz="1000" b="0" i="0" u="none" strike="noStrike" kern="1200" cap="none" spc="0" normalizeH="0" baseline="0" noProof="0" smtClean="0">
                <a:ln>
                  <a:noFill/>
                </a:ln>
                <a:solidFill>
                  <a:srgbClr val="000000"/>
                </a:solidFill>
                <a:effectLst/>
                <a:uLnTx/>
                <a:uFillTx/>
                <a:latin typeface="Tahoma"/>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
                  <a:srgbClr val="FFFFFF"/>
                </a:buClr>
                <a:buSzPct val="100000"/>
                <a:buFont typeface="Segoe UI" panose="020B0502040204020203" pitchFamily="34" charset="0"/>
                <a:buChar char="​"/>
                <a:tabLst/>
                <a:defRPr/>
              </a:pPr>
              <a:t>Not started/ Don’t know</a:t>
            </a:fld>
            <a:endParaRPr kumimoji="0" lang="en-US" sz="1000" b="0" i="0" u="none" strike="noStrike" kern="1200" cap="none" spc="0" normalizeH="0" baseline="0" noProof="0" dirty="0">
              <a:ln>
                <a:noFill/>
              </a:ln>
              <a:solidFill>
                <a:srgbClr val="000000"/>
              </a:solidFill>
              <a:effectLst/>
              <a:uLnTx/>
              <a:uFillTx/>
              <a:latin typeface="Tahoma"/>
              <a:ea typeface="+mn-ea"/>
              <a:cs typeface="Arial" panose="020B0604020202020204" pitchFamily="34" charset="0"/>
              <a:sym typeface="+mn-lt"/>
            </a:endParaRPr>
          </a:p>
        </p:txBody>
      </p:sp>
      <p:sp>
        <p:nvSpPr>
          <p:cNvPr id="7" name="Rectangle 3">
            <a:extLst>
              <a:ext uri="{FF2B5EF4-FFF2-40B4-BE49-F238E27FC236}">
                <a16:creationId xmlns:a16="http://schemas.microsoft.com/office/drawing/2014/main" id="{807852FE-5DE9-13E5-F675-BBCF8DEA63AE}"/>
              </a:ext>
            </a:extLst>
          </p:cNvPr>
          <p:cNvSpPr txBox="1">
            <a:spLocks/>
          </p:cNvSpPr>
          <p:nvPr/>
        </p:nvSpPr>
        <p:spPr>
          <a:xfrm>
            <a:off x="554734" y="1367687"/>
            <a:ext cx="11082528" cy="4308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rtlCol="0" anchor="b"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1600" b="1">
                <a:cs typeface="Gisha" pitchFamily="34" charset="-79"/>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 of respondents that consider an AI domain to be at early stages or at scale</a:t>
            </a:r>
            <a:b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b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Percent of total responses</a:t>
            </a:r>
          </a:p>
        </p:txBody>
      </p:sp>
      <p:cxnSp>
        <p:nvCxnSpPr>
          <p:cNvPr id="8" name="LineBasicImpact 9">
            <a:extLst>
              <a:ext uri="{FF2B5EF4-FFF2-40B4-BE49-F238E27FC236}">
                <a16:creationId xmlns:a16="http://schemas.microsoft.com/office/drawing/2014/main" id="{49DBC6F0-B36A-0FAB-A8B0-09A715EAD25D}"/>
              </a:ext>
            </a:extLst>
          </p:cNvPr>
          <p:cNvCxnSpPr>
            <a:cxnSpLocks/>
          </p:cNvCxnSpPr>
          <p:nvPr>
            <p:custDataLst>
              <p:tags r:id="rId27"/>
            </p:custDataLst>
          </p:nvPr>
        </p:nvCxnSpPr>
        <p:spPr>
          <a:xfrm>
            <a:off x="554734" y="1851639"/>
            <a:ext cx="11082528"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LineBasicImpact 9">
            <a:extLst>
              <a:ext uri="{FF2B5EF4-FFF2-40B4-BE49-F238E27FC236}">
                <a16:creationId xmlns:a16="http://schemas.microsoft.com/office/drawing/2014/main" id="{CB9BD2B4-D248-CBED-6ACB-C5B3C446EF3A}"/>
              </a:ext>
            </a:extLst>
          </p:cNvPr>
          <p:cNvCxnSpPr>
            <a:cxnSpLocks/>
          </p:cNvCxnSpPr>
          <p:nvPr>
            <p:custDataLst>
              <p:tags r:id="rId28"/>
            </p:custDataLst>
          </p:nvPr>
        </p:nvCxnSpPr>
        <p:spPr>
          <a:xfrm>
            <a:off x="554734" y="1851639"/>
            <a:ext cx="11082528"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2BDC7041-7B20-C8BB-698B-1F0393589F6A}"/>
              </a:ext>
            </a:extLst>
          </p:cNvPr>
          <p:cNvSpPr/>
          <p:nvPr/>
        </p:nvSpPr>
        <p:spPr>
          <a:xfrm>
            <a:off x="885825" y="5937090"/>
            <a:ext cx="10751437" cy="403021"/>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sp>
        <p:nvSpPr>
          <p:cNvPr id="54" name="TextBox 53">
            <a:extLst>
              <a:ext uri="{FF2B5EF4-FFF2-40B4-BE49-F238E27FC236}">
                <a16:creationId xmlns:a16="http://schemas.microsoft.com/office/drawing/2014/main" id="{0F5A5512-3BB2-3D7A-E0AC-90C58C36A143}"/>
              </a:ext>
            </a:extLst>
          </p:cNvPr>
          <p:cNvSpPr txBox="1"/>
          <p:nvPr/>
        </p:nvSpPr>
        <p:spPr>
          <a:xfrm>
            <a:off x="1286678" y="6046267"/>
            <a:ext cx="10019497" cy="184666"/>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200" b="1" i="0" u="none" strike="noStrike" kern="1200" cap="none" spc="0" normalizeH="0" baseline="0" noProof="0" dirty="0">
                <a:ln>
                  <a:noFill/>
                </a:ln>
                <a:solidFill>
                  <a:srgbClr val="1C863F"/>
                </a:solidFill>
                <a:effectLst/>
                <a:uLnTx/>
                <a:uFillTx/>
                <a:latin typeface="Tahoma" panose="020B0604030504040204" pitchFamily="34" charset="0"/>
                <a:ea typeface="Tahoma" panose="020B0604030504040204" pitchFamily="34" charset="0"/>
                <a:cs typeface="Gisha" panose="020B0502040204020203" pitchFamily="34" charset="-79"/>
              </a:rPr>
              <a:t>In which of the following domains does your company currently use AI?</a:t>
            </a:r>
            <a:endParaRPr kumimoji="0" lang="en-CA" sz="1200" b="1" i="0" u="none" strike="noStrike" kern="1200" cap="none" spc="0" normalizeH="0" baseline="0" noProof="0" dirty="0">
              <a:ln>
                <a:noFill/>
              </a:ln>
              <a:solidFill>
                <a:srgbClr val="1C863F"/>
              </a:solidFill>
              <a:effectLst/>
              <a:uLnTx/>
              <a:uFillTx/>
              <a:latin typeface="Tahoma" panose="020B0604030504040204" pitchFamily="34" charset="0"/>
              <a:ea typeface="Tahoma" panose="020B0604030504040204" pitchFamily="34" charset="0"/>
              <a:cs typeface="Gisha" panose="020B0502040204020203" pitchFamily="34" charset="-79"/>
            </a:endParaRPr>
          </a:p>
        </p:txBody>
      </p:sp>
      <p:grpSp>
        <p:nvGrpSpPr>
          <p:cNvPr id="57" name="CustomIcon">
            <a:extLst>
              <a:ext uri="{FF2B5EF4-FFF2-40B4-BE49-F238E27FC236}">
                <a16:creationId xmlns:a16="http://schemas.microsoft.com/office/drawing/2014/main" id="{1756A7D2-BC07-0EB7-3B56-11DD33A3D7C0}"/>
              </a:ext>
            </a:extLst>
          </p:cNvPr>
          <p:cNvGrpSpPr>
            <a:grpSpLocks noChangeAspect="1"/>
          </p:cNvGrpSpPr>
          <p:nvPr>
            <p:custDataLst>
              <p:tags r:id="rId29"/>
            </p:custDataLst>
          </p:nvPr>
        </p:nvGrpSpPr>
        <p:grpSpPr>
          <a:xfrm>
            <a:off x="554734" y="5887716"/>
            <a:ext cx="501769" cy="501769"/>
            <a:chOff x="1003300" y="1257300"/>
            <a:chExt cx="1019810" cy="1019810"/>
          </a:xfrm>
        </p:grpSpPr>
        <p:sp>
          <p:nvSpPr>
            <p:cNvPr id="59" name="Oval 58">
              <a:extLst>
                <a:ext uri="{FF2B5EF4-FFF2-40B4-BE49-F238E27FC236}">
                  <a16:creationId xmlns:a16="http://schemas.microsoft.com/office/drawing/2014/main" id="{66A4DA92-A219-3E9C-A91B-13B1711B1B03}"/>
                </a:ext>
              </a:extLst>
            </p:cNvPr>
            <p:cNvSpPr>
              <a:spLocks noChangeAspect="1"/>
            </p:cNvSpPr>
            <p:nvPr/>
          </p:nvSpPr>
          <p:spPr>
            <a:xfrm>
              <a:off x="1003300" y="1257300"/>
              <a:ext cx="1019810" cy="1019810"/>
            </a:xfrm>
            <a:prstGeom prst="ellipse">
              <a:avLst/>
            </a:prstGeom>
            <a:solidFill>
              <a:schemeClr val="accent3"/>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60" name="Graphic73313967">
              <a:extLst>
                <a:ext uri="{FF2B5EF4-FFF2-40B4-BE49-F238E27FC236}">
                  <a16:creationId xmlns:a16="http://schemas.microsoft.com/office/drawing/2014/main" id="{B2D19893-D584-54C4-6804-E68A06D35B5C}"/>
                </a:ext>
              </a:extLst>
            </p:cNvPr>
            <p:cNvPicPr>
              <a:picLocks noChangeAspect="1"/>
            </p:cNvPicPr>
            <p:nvPr>
              <p:custDataLst>
                <p:tags r:id="rId32"/>
              </p:custDataLst>
            </p:nvPr>
          </p:nvPicPr>
          <p:blipFill>
            <a:blip>
              <a:extLst>
                <a:ext uri="{96DAC541-7B7A-43D3-8B79-37D633B846F1}">
                  <asvg:svgBlip xmlns:asvg="http://schemas.microsoft.com/office/drawing/2016/SVG/main" r:embed="rId38"/>
                </a:ext>
              </a:extLst>
            </a:blip>
            <a:stretch>
              <a:fillRect/>
            </a:stretch>
          </p:blipFill>
          <p:spPr>
            <a:xfrm>
              <a:off x="1208405" y="1462405"/>
              <a:ext cx="609600" cy="609600"/>
            </a:xfrm>
            <a:prstGeom prst="rect">
              <a:avLst/>
            </a:prstGeom>
          </p:spPr>
        </p:pic>
      </p:grpSp>
      <p:sp>
        <p:nvSpPr>
          <p:cNvPr id="88" name="TextBox 87">
            <a:extLst>
              <a:ext uri="{FF2B5EF4-FFF2-40B4-BE49-F238E27FC236}">
                <a16:creationId xmlns:a16="http://schemas.microsoft.com/office/drawing/2014/main" id="{3F07BB21-F3E9-113E-2CD2-BDDCBBB1DD39}"/>
              </a:ext>
            </a:extLst>
          </p:cNvPr>
          <p:cNvSpPr txBox="1">
            <a:spLocks/>
          </p:cNvSpPr>
          <p:nvPr/>
        </p:nvSpPr>
        <p:spPr>
          <a:xfrm>
            <a:off x="1159057" y="2069780"/>
            <a:ext cx="2984318"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Marketing and sales</a:t>
            </a:r>
          </a:p>
        </p:txBody>
      </p:sp>
      <p:grpSp>
        <p:nvGrpSpPr>
          <p:cNvPr id="89" name="Group 88">
            <a:extLst>
              <a:ext uri="{FF2B5EF4-FFF2-40B4-BE49-F238E27FC236}">
                <a16:creationId xmlns:a16="http://schemas.microsoft.com/office/drawing/2014/main" id="{EDA01B44-A537-81E5-6DF1-D3F6049EB6F6}"/>
              </a:ext>
            </a:extLst>
          </p:cNvPr>
          <p:cNvGrpSpPr>
            <a:grpSpLocks/>
          </p:cNvGrpSpPr>
          <p:nvPr/>
        </p:nvGrpSpPr>
        <p:grpSpPr>
          <a:xfrm>
            <a:off x="655650" y="1948300"/>
            <a:ext cx="427626" cy="427626"/>
            <a:chOff x="418490" y="2289886"/>
            <a:chExt cx="588874" cy="588874"/>
          </a:xfrm>
        </p:grpSpPr>
        <p:sp>
          <p:nvSpPr>
            <p:cNvPr id="90" name="Oval 89">
              <a:extLst>
                <a:ext uri="{FF2B5EF4-FFF2-40B4-BE49-F238E27FC236}">
                  <a16:creationId xmlns:a16="http://schemas.microsoft.com/office/drawing/2014/main" id="{02A0B998-0691-ADCA-BAAC-860EC9426AB8}"/>
                </a:ext>
              </a:extLst>
            </p:cNvPr>
            <p:cNvSpPr>
              <a:spLocks noChangeAspect="1"/>
            </p:cNvSpPr>
            <p:nvPr/>
          </p:nvSpPr>
          <p:spPr>
            <a:xfrm>
              <a:off x="418490" y="2289886"/>
              <a:ext cx="588874" cy="58887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91" name="Icon">
              <a:extLst>
                <a:ext uri="{FF2B5EF4-FFF2-40B4-BE49-F238E27FC236}">
                  <a16:creationId xmlns:a16="http://schemas.microsoft.com/office/drawing/2014/main" id="{DC56C51D-9282-8502-DCA0-3284CF9BF2A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528904" y="2400300"/>
              <a:ext cx="368046" cy="368046"/>
            </a:xfrm>
            <a:prstGeom prst="rect">
              <a:avLst/>
            </a:prstGeom>
          </p:spPr>
        </p:pic>
      </p:grpSp>
      <p:cxnSp>
        <p:nvCxnSpPr>
          <p:cNvPr id="92" name="GreyLineSeparatorDefaultVertical 92">
            <a:extLst>
              <a:ext uri="{FF2B5EF4-FFF2-40B4-BE49-F238E27FC236}">
                <a16:creationId xmlns:a16="http://schemas.microsoft.com/office/drawing/2014/main" id="{453C387E-19FD-6BA3-05D4-E3DDBF831819}"/>
              </a:ext>
            </a:extLst>
          </p:cNvPr>
          <p:cNvCxnSpPr/>
          <p:nvPr>
            <p:custDataLst>
              <p:tags r:id="rId30"/>
            </p:custDataLst>
          </p:nvPr>
        </p:nvCxnSpPr>
        <p:spPr>
          <a:xfrm>
            <a:off x="4251755" y="1914102"/>
            <a:ext cx="0" cy="3896148"/>
          </a:xfrm>
          <a:prstGeom prst="straightConnector1">
            <a:avLst/>
          </a:prstGeom>
          <a:ln w="6350" cap="sq">
            <a:solidFill>
              <a:srgbClr val="757575"/>
            </a:solidFill>
            <a:prstDash val="lgDash"/>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GreyLineSeparatorDefaultVertical 92">
            <a:extLst>
              <a:ext uri="{FF2B5EF4-FFF2-40B4-BE49-F238E27FC236}">
                <a16:creationId xmlns:a16="http://schemas.microsoft.com/office/drawing/2014/main" id="{EA7EE47B-8C2B-667B-542F-7403F695CAEC}"/>
              </a:ext>
            </a:extLst>
          </p:cNvPr>
          <p:cNvCxnSpPr/>
          <p:nvPr>
            <p:custDataLst>
              <p:tags r:id="rId31"/>
            </p:custDataLst>
          </p:nvPr>
        </p:nvCxnSpPr>
        <p:spPr>
          <a:xfrm>
            <a:off x="7202275" y="1914102"/>
            <a:ext cx="0" cy="3896148"/>
          </a:xfrm>
          <a:prstGeom prst="straightConnector1">
            <a:avLst/>
          </a:prstGeom>
          <a:ln w="6350" cap="sq">
            <a:solidFill>
              <a:srgbClr val="757575"/>
            </a:solidFill>
            <a:prstDash val="lgDash"/>
            <a:miter lim="800000"/>
            <a:tailEnd type="non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D3A693EE-B0D2-5626-537C-53BDF5B88C26}"/>
              </a:ext>
            </a:extLst>
          </p:cNvPr>
          <p:cNvSpPr txBox="1">
            <a:spLocks/>
          </p:cNvSpPr>
          <p:nvPr/>
        </p:nvSpPr>
        <p:spPr>
          <a:xfrm>
            <a:off x="4863543" y="2069780"/>
            <a:ext cx="2228150" cy="184666"/>
          </a:xfrm>
          <a:prstGeom prst="rect">
            <a:avLst/>
          </a:prstGeom>
        </p:spPr>
        <p:txBody>
          <a:bodyPr vert="horz" wrap="square" lIns="0" tIns="0" rIns="0" bIns="0" rtlCol="0" anchor="t" anchorCtr="0">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200" b="1" i="0" u="none" strike="noStrike" cap="none" spc="0" normalizeH="0" baseline="0">
                <a:ln>
                  <a:noFill/>
                </a:ln>
                <a:solidFill>
                  <a:srgbClr val="111918"/>
                </a:solidFill>
                <a:effectLst/>
                <a:uLnTx/>
                <a:uFillTx/>
                <a:cs typeface="Tahoma" panose="020B060403050404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Operations</a:t>
            </a:r>
          </a:p>
        </p:txBody>
      </p:sp>
      <p:sp>
        <p:nvSpPr>
          <p:cNvPr id="96" name="TextBox 95">
            <a:extLst>
              <a:ext uri="{FF2B5EF4-FFF2-40B4-BE49-F238E27FC236}">
                <a16:creationId xmlns:a16="http://schemas.microsoft.com/office/drawing/2014/main" id="{90326BC5-5CD6-8EF8-355B-0DBE2FBBCB30}"/>
              </a:ext>
            </a:extLst>
          </p:cNvPr>
          <p:cNvSpPr txBox="1">
            <a:spLocks/>
          </p:cNvSpPr>
          <p:nvPr/>
        </p:nvSpPr>
        <p:spPr>
          <a:xfrm>
            <a:off x="7823794" y="2069780"/>
            <a:ext cx="3712556" cy="184666"/>
          </a:xfrm>
          <a:prstGeom prst="rect">
            <a:avLst/>
          </a:prstGeom>
        </p:spPr>
        <p:txBody>
          <a:bodyPr vert="horz" wrap="square" lIns="0" tIns="0" rIns="0" bIns="0" rtlCol="0" anchor="t" anchorCtr="0">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200" b="1" i="0" u="none" strike="noStrike" cap="none" spc="0" normalizeH="0" baseline="0">
                <a:ln>
                  <a:noFill/>
                </a:ln>
                <a:solidFill>
                  <a:srgbClr val="111918"/>
                </a:solidFill>
                <a:effectLst/>
                <a:uLnTx/>
                <a:uFillTx/>
                <a:cs typeface="Tahoma" panose="020B060403050404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Other enterprise functions</a:t>
            </a:r>
          </a:p>
        </p:txBody>
      </p:sp>
      <p:grpSp>
        <p:nvGrpSpPr>
          <p:cNvPr id="97" name="Group 96">
            <a:extLst>
              <a:ext uri="{FF2B5EF4-FFF2-40B4-BE49-F238E27FC236}">
                <a16:creationId xmlns:a16="http://schemas.microsoft.com/office/drawing/2014/main" id="{36F23FEC-11D7-40EB-0FBD-045D68671E6E}"/>
              </a:ext>
            </a:extLst>
          </p:cNvPr>
          <p:cNvGrpSpPr>
            <a:grpSpLocks/>
          </p:cNvGrpSpPr>
          <p:nvPr/>
        </p:nvGrpSpPr>
        <p:grpSpPr>
          <a:xfrm>
            <a:off x="4360136" y="1948300"/>
            <a:ext cx="427626" cy="427626"/>
            <a:chOff x="418490" y="3547186"/>
            <a:chExt cx="588874" cy="588874"/>
          </a:xfrm>
        </p:grpSpPr>
        <p:sp>
          <p:nvSpPr>
            <p:cNvPr id="98" name="Oval 97">
              <a:extLst>
                <a:ext uri="{FF2B5EF4-FFF2-40B4-BE49-F238E27FC236}">
                  <a16:creationId xmlns:a16="http://schemas.microsoft.com/office/drawing/2014/main" id="{DBDBE2C0-BB3C-3CAA-6C53-98F078FB2339}"/>
                </a:ext>
              </a:extLst>
            </p:cNvPr>
            <p:cNvSpPr>
              <a:spLocks noChangeAspect="1"/>
            </p:cNvSpPr>
            <p:nvPr/>
          </p:nvSpPr>
          <p:spPr>
            <a:xfrm>
              <a:off x="418490" y="3547186"/>
              <a:ext cx="588874" cy="58887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99" name="Icon">
              <a:extLst>
                <a:ext uri="{FF2B5EF4-FFF2-40B4-BE49-F238E27FC236}">
                  <a16:creationId xmlns:a16="http://schemas.microsoft.com/office/drawing/2014/main" id="{582BD340-66DB-D976-6728-1021D309E1EF}"/>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528904" y="3657600"/>
              <a:ext cx="368046" cy="368046"/>
            </a:xfrm>
            <a:prstGeom prst="rect">
              <a:avLst/>
            </a:prstGeom>
          </p:spPr>
        </p:pic>
      </p:grpSp>
      <p:grpSp>
        <p:nvGrpSpPr>
          <p:cNvPr id="100" name="Group 99">
            <a:extLst>
              <a:ext uri="{FF2B5EF4-FFF2-40B4-BE49-F238E27FC236}">
                <a16:creationId xmlns:a16="http://schemas.microsoft.com/office/drawing/2014/main" id="{E2B9545E-FE3A-781F-0E5C-B5E10ED07B7F}"/>
              </a:ext>
            </a:extLst>
          </p:cNvPr>
          <p:cNvGrpSpPr>
            <a:grpSpLocks/>
          </p:cNvGrpSpPr>
          <p:nvPr/>
        </p:nvGrpSpPr>
        <p:grpSpPr>
          <a:xfrm>
            <a:off x="7315987" y="1948300"/>
            <a:ext cx="427626" cy="427626"/>
            <a:chOff x="418490" y="5092563"/>
            <a:chExt cx="588874" cy="588874"/>
          </a:xfrm>
        </p:grpSpPr>
        <p:sp>
          <p:nvSpPr>
            <p:cNvPr id="101" name="Oval 100">
              <a:extLst>
                <a:ext uri="{FF2B5EF4-FFF2-40B4-BE49-F238E27FC236}">
                  <a16:creationId xmlns:a16="http://schemas.microsoft.com/office/drawing/2014/main" id="{151EA083-45D7-166F-AC29-9861D771DA2A}"/>
                </a:ext>
              </a:extLst>
            </p:cNvPr>
            <p:cNvSpPr>
              <a:spLocks noChangeAspect="1"/>
            </p:cNvSpPr>
            <p:nvPr/>
          </p:nvSpPr>
          <p:spPr>
            <a:xfrm>
              <a:off x="418490" y="5092563"/>
              <a:ext cx="588874" cy="58887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102" name="Icon">
              <a:extLst>
                <a:ext uri="{FF2B5EF4-FFF2-40B4-BE49-F238E27FC236}">
                  <a16:creationId xmlns:a16="http://schemas.microsoft.com/office/drawing/2014/main" id="{BE1B0EA6-B638-0448-8D4B-CB5E5141A165}"/>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528904" y="5202977"/>
              <a:ext cx="368046" cy="368046"/>
            </a:xfrm>
            <a:prstGeom prst="rect">
              <a:avLst/>
            </a:prstGeom>
          </p:spPr>
        </p:pic>
      </p:grpSp>
      <p:sp>
        <p:nvSpPr>
          <p:cNvPr id="4" name="Title 1">
            <a:extLst>
              <a:ext uri="{FF2B5EF4-FFF2-40B4-BE49-F238E27FC236}">
                <a16:creationId xmlns:a16="http://schemas.microsoft.com/office/drawing/2014/main" id="{E4B04554-7F8D-BBCE-CE66-418F8738AA30}"/>
              </a:ext>
            </a:extLst>
          </p:cNvPr>
          <p:cNvSpPr>
            <a:spLocks noGrp="1"/>
          </p:cNvSpPr>
          <p:nvPr>
            <p:ph type="title"/>
          </p:nvPr>
        </p:nvSpPr>
        <p:spPr>
          <a:xfrm>
            <a:off x="554734" y="209394"/>
            <a:ext cx="11082528" cy="1107996"/>
          </a:xfrm>
          <a:noFill/>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IN" dirty="0"/>
              <a:t>AI adoption at PASHA Bank is strongest in risk, operations, and customer-facing use cases, suggesting the next challenge is scaling beyond isolated domains into a broader enterprise transformation</a:t>
            </a:r>
            <a:endParaRPr lang="en-US" sz="2300" dirty="0"/>
          </a:p>
        </p:txBody>
      </p:sp>
    </p:spTree>
    <p:custDataLst>
      <p:tags r:id="rId1"/>
    </p:custDataLst>
    <p:extLst>
      <p:ext uri="{BB962C8B-B14F-4D97-AF65-F5344CB8AC3E}">
        <p14:creationId xmlns:p14="http://schemas.microsoft.com/office/powerpoint/2010/main" val="318906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294D8-283B-D1CB-9F4E-093135F96FDB}"/>
            </a:ext>
          </a:extLst>
        </p:cNvPr>
        <p:cNvGrpSpPr/>
        <p:nvPr/>
      </p:nvGrpSpPr>
      <p:grpSpPr>
        <a:xfrm>
          <a:off x="0" y="0"/>
          <a:ext cx="0" cy="0"/>
          <a:chOff x="0" y="0"/>
          <a:chExt cx="0" cy="0"/>
        </a:xfrm>
      </p:grpSpPr>
      <p:graphicFrame>
        <p:nvGraphicFramePr>
          <p:cNvPr id="56" name="Object 55" hidden="1">
            <a:extLst>
              <a:ext uri="{FF2B5EF4-FFF2-40B4-BE49-F238E27FC236}">
                <a16:creationId xmlns:a16="http://schemas.microsoft.com/office/drawing/2014/main" id="{3D19C497-0641-E0D3-1BAF-48F7847318DC}"/>
              </a:ext>
            </a:extLst>
          </p:cNvPr>
          <p:cNvGraphicFramePr>
            <a:graphicFrameLocks noChangeAspect="1"/>
          </p:cNvGraphicFramePr>
          <p:nvPr>
            <p:custDataLst>
              <p:tags r:id="rId2"/>
            </p:custDataLst>
            <p:extLst>
              <p:ext uri="{D42A27DB-BD31-4B8C-83A1-F6EECF244321}">
                <p14:modId xmlns:p14="http://schemas.microsoft.com/office/powerpoint/2010/main" val="3819608929"/>
              </p:ext>
            </p:extLst>
          </p:nvPr>
        </p:nvGraphicFramePr>
        <p:xfrm>
          <a:off x="1525892" y="1622"/>
          <a:ext cx="1619" cy="1619"/>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56" name="Object 55" hidden="1">
                        <a:extLst>
                          <a:ext uri="{FF2B5EF4-FFF2-40B4-BE49-F238E27FC236}">
                            <a16:creationId xmlns:a16="http://schemas.microsoft.com/office/drawing/2014/main" id="{3D19C497-0641-E0D3-1BAF-48F7847318DC}"/>
                          </a:ext>
                        </a:extLst>
                      </p:cNvPr>
                      <p:cNvPicPr/>
                      <p:nvPr/>
                    </p:nvPicPr>
                    <p:blipFill>
                      <a:blip r:embed="rId35"/>
                      <a:stretch>
                        <a:fillRect/>
                      </a:stretch>
                    </p:blipFill>
                    <p:spPr>
                      <a:xfrm>
                        <a:off x="1525892" y="1622"/>
                        <a:ext cx="1619" cy="1619"/>
                      </a:xfrm>
                      <a:prstGeom prst="rect">
                        <a:avLst/>
                      </a:prstGeom>
                    </p:spPr>
                  </p:pic>
                </p:oleObj>
              </mc:Fallback>
            </mc:AlternateContent>
          </a:graphicData>
        </a:graphic>
      </p:graphicFrame>
      <p:sp>
        <p:nvSpPr>
          <p:cNvPr id="24" name="Rectangle: Rounded Corners 23">
            <a:extLst>
              <a:ext uri="{FF2B5EF4-FFF2-40B4-BE49-F238E27FC236}">
                <a16:creationId xmlns:a16="http://schemas.microsoft.com/office/drawing/2014/main" id="{8EBB2B0F-C360-8B13-5DD7-A0DDE382F438}"/>
              </a:ext>
            </a:extLst>
          </p:cNvPr>
          <p:cNvSpPr/>
          <p:nvPr/>
        </p:nvSpPr>
        <p:spPr>
          <a:xfrm>
            <a:off x="885825" y="5937090"/>
            <a:ext cx="10751437" cy="403021"/>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sp>
        <p:nvSpPr>
          <p:cNvPr id="55" name="Rectangle 54" hidden="1">
            <a:extLst>
              <a:ext uri="{FF2B5EF4-FFF2-40B4-BE49-F238E27FC236}">
                <a16:creationId xmlns:a16="http://schemas.microsoft.com/office/drawing/2014/main" id="{E30A7F81-8F90-2395-9F9A-64FA5E52E926}"/>
              </a:ext>
            </a:extLst>
          </p:cNvPr>
          <p:cNvSpPr/>
          <p:nvPr>
            <p:custDataLst>
              <p:tags r:id="rId3"/>
            </p:custDataLst>
          </p:nvPr>
        </p:nvSpPr>
        <p:spPr bwMode="auto">
          <a:xfrm>
            <a:off x="1524270" y="1"/>
            <a:ext cx="161974" cy="161974"/>
          </a:xfrm>
          <a:prstGeom prst="rect">
            <a:avLst/>
          </a:prstGeom>
          <a:solidFill>
            <a:schemeClr val="accent1"/>
          </a:solidFill>
          <a:ln>
            <a:noFill/>
          </a:ln>
          <a:effectLst/>
        </p:spPr>
        <p:txBody>
          <a:bodyPr rot="0" spcFirstLastPara="0" vertOverflow="overflow" horzOverflow="overflow" vert="horz" wrap="none" lIns="0" tIns="0" rIns="0" bIns="0" numCol="1" spcCol="0" rtlCol="0" fromWordArt="0" anchor="b"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00ADE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sp>
        <p:nvSpPr>
          <p:cNvPr id="130" name="Rectangle 3">
            <a:extLst>
              <a:ext uri="{FF2B5EF4-FFF2-40B4-BE49-F238E27FC236}">
                <a16:creationId xmlns:a16="http://schemas.microsoft.com/office/drawing/2014/main" id="{995F3350-A5B6-7B62-CE97-66C2C56AEDD8}"/>
              </a:ext>
            </a:extLst>
          </p:cNvPr>
          <p:cNvSpPr txBox="1">
            <a:spLocks/>
          </p:cNvSpPr>
          <p:nvPr/>
        </p:nvSpPr>
        <p:spPr>
          <a:xfrm>
            <a:off x="554734" y="1367687"/>
            <a:ext cx="11082528" cy="4308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rtlCol="0" anchor="b"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1600" b="1">
                <a:cs typeface="Gisha" pitchFamily="34" charset="-79"/>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 of respondents that consider an AI domain to be a growth area</a:t>
            </a:r>
            <a:br>
              <a:rPr kumimoji="0" lang="en-US" sz="14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br>
            <a:r>
              <a:rPr kumimoji="0" lang="en-US" sz="14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Percent of total responses</a:t>
            </a:r>
          </a:p>
        </p:txBody>
      </p:sp>
      <p:cxnSp>
        <p:nvCxnSpPr>
          <p:cNvPr id="131" name="LineBasicImpact 9">
            <a:extLst>
              <a:ext uri="{FF2B5EF4-FFF2-40B4-BE49-F238E27FC236}">
                <a16:creationId xmlns:a16="http://schemas.microsoft.com/office/drawing/2014/main" id="{13097050-668E-9DB1-936B-6B6A4BA52452}"/>
              </a:ext>
            </a:extLst>
          </p:cNvPr>
          <p:cNvCxnSpPr>
            <a:cxnSpLocks/>
          </p:cNvCxnSpPr>
          <p:nvPr>
            <p:custDataLst>
              <p:tags r:id="rId4"/>
            </p:custDataLst>
          </p:nvPr>
        </p:nvCxnSpPr>
        <p:spPr>
          <a:xfrm>
            <a:off x="554734" y="1851639"/>
            <a:ext cx="11082528"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91" name="Chart 90">
            <a:extLst>
              <a:ext uri="{FF2B5EF4-FFF2-40B4-BE49-F238E27FC236}">
                <a16:creationId xmlns:a16="http://schemas.microsoft.com/office/drawing/2014/main" id="{3D507F60-BF84-67B0-E70F-24E12EC84674}"/>
              </a:ext>
            </a:extLst>
          </p:cNvPr>
          <p:cNvGraphicFramePr/>
          <p:nvPr>
            <p:custDataLst>
              <p:tags r:id="rId5"/>
            </p:custDataLst>
          </p:nvPr>
        </p:nvGraphicFramePr>
        <p:xfrm>
          <a:off x="471488" y="2300288"/>
          <a:ext cx="11249025" cy="3303587"/>
        </p:xfrm>
        <a:graphic>
          <a:graphicData uri="http://schemas.openxmlformats.org/drawingml/2006/chart">
            <c:chart xmlns:c="http://schemas.openxmlformats.org/drawingml/2006/chart" xmlns:r="http://schemas.openxmlformats.org/officeDocument/2006/relationships" r:id="rId36"/>
          </a:graphicData>
        </a:graphic>
      </p:graphicFrame>
      <p:sp>
        <p:nvSpPr>
          <p:cNvPr id="77" name="Text Placeholder 4">
            <a:extLst>
              <a:ext uri="{FF2B5EF4-FFF2-40B4-BE49-F238E27FC236}">
                <a16:creationId xmlns:a16="http://schemas.microsoft.com/office/drawing/2014/main" id="{88971FDE-4838-7AB7-569B-EE7B39C4A5B6}"/>
              </a:ext>
            </a:extLst>
          </p:cNvPr>
          <p:cNvSpPr txBox="1">
            <a:spLocks/>
          </p:cNvSpPr>
          <p:nvPr>
            <p:custDataLst>
              <p:tags r:id="rId6"/>
            </p:custDataLst>
          </p:nvPr>
        </p:nvSpPr>
        <p:spPr bwMode="auto">
          <a:xfrm>
            <a:off x="533400" y="5411789"/>
            <a:ext cx="77946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C3941897-03A2-4980-AB38-66B76C444C3D}" type="datetime'C''''''us''tomer'' ''growth &amp; per''so''n''a''''''li''z''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Customer growth &amp; personalization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79" name="Text Placeholder 4">
            <a:extLst>
              <a:ext uri="{FF2B5EF4-FFF2-40B4-BE49-F238E27FC236}">
                <a16:creationId xmlns:a16="http://schemas.microsoft.com/office/drawing/2014/main" id="{D99618F6-B957-C93E-21B7-8F5A1E8AFBBA}"/>
              </a:ext>
            </a:extLst>
          </p:cNvPr>
          <p:cNvSpPr txBox="1">
            <a:spLocks/>
          </p:cNvSpPr>
          <p:nvPr>
            <p:custDataLst>
              <p:tags r:id="rId7"/>
            </p:custDataLst>
          </p:nvPr>
        </p:nvSpPr>
        <p:spPr bwMode="auto">
          <a:xfrm>
            <a:off x="1325564" y="5411789"/>
            <a:ext cx="669925"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E3EBA71-07ED-4EEB-AEBF-82B66A0AB14B}" type="datetime'Ma''''r''ke''ting ''effe''cti''''veness'' ''''&amp;'' ROI'''''''''">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Marketing effectiveness &amp; ROI</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80" name="Text Placeholder 4">
            <a:extLst>
              <a:ext uri="{FF2B5EF4-FFF2-40B4-BE49-F238E27FC236}">
                <a16:creationId xmlns:a16="http://schemas.microsoft.com/office/drawing/2014/main" id="{A382AF0B-000D-6957-14EC-91F6F6905BB8}"/>
              </a:ext>
            </a:extLst>
          </p:cNvPr>
          <p:cNvSpPr txBox="1">
            <a:spLocks/>
          </p:cNvSpPr>
          <p:nvPr>
            <p:custDataLst>
              <p:tags r:id="rId8"/>
            </p:custDataLst>
          </p:nvPr>
        </p:nvSpPr>
        <p:spPr bwMode="auto">
          <a:xfrm>
            <a:off x="2065338" y="5411789"/>
            <a:ext cx="671513"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57DEE65-C2E0-4B41-85C6-5D4B0B011E15}" type="datetime'''''Re''''''v''''''e''''''''n''u''e ''mana''g''ement'''''''''">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Revenue management</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81" name="Text Placeholder 4">
            <a:extLst>
              <a:ext uri="{FF2B5EF4-FFF2-40B4-BE49-F238E27FC236}">
                <a16:creationId xmlns:a16="http://schemas.microsoft.com/office/drawing/2014/main" id="{FD2EEB24-4806-8A7B-CDE2-7056C03EE062}"/>
              </a:ext>
            </a:extLst>
          </p:cNvPr>
          <p:cNvSpPr txBox="1">
            <a:spLocks/>
          </p:cNvSpPr>
          <p:nvPr>
            <p:custDataLst>
              <p:tags r:id="rId9"/>
            </p:custDataLst>
          </p:nvPr>
        </p:nvSpPr>
        <p:spPr bwMode="auto">
          <a:xfrm>
            <a:off x="2857500" y="5411788"/>
            <a:ext cx="561975"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B603FD51-FE0F-4597-9E28-86A2CF70A1A1}" type="datetime'Sal''''''''e''''''s e''xec''uti''on &amp; c''''h''a''n''ne''ls'">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Sales execution &amp; channels</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83" name="Text Placeholder 4">
            <a:extLst>
              <a:ext uri="{FF2B5EF4-FFF2-40B4-BE49-F238E27FC236}">
                <a16:creationId xmlns:a16="http://schemas.microsoft.com/office/drawing/2014/main" id="{4E42E988-9AAF-0C8F-238E-F1B75608F356}"/>
              </a:ext>
            </a:extLst>
          </p:cNvPr>
          <p:cNvSpPr txBox="1">
            <a:spLocks/>
          </p:cNvSpPr>
          <p:nvPr>
            <p:custDataLst>
              <p:tags r:id="rId10"/>
            </p:custDataLst>
          </p:nvPr>
        </p:nvSpPr>
        <p:spPr bwMode="auto">
          <a:xfrm>
            <a:off x="3559175" y="5411789"/>
            <a:ext cx="63976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8B8BBE5-78AC-48D6-801E-C44185304863}" type="datetime'''Di''''gi''t''a''''l'' ''commer''ce &amp; e''xpe''''''rie''nce'">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Digital commerce &amp; experience</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87" name="Text Placeholder 4">
            <a:extLst>
              <a:ext uri="{FF2B5EF4-FFF2-40B4-BE49-F238E27FC236}">
                <a16:creationId xmlns:a16="http://schemas.microsoft.com/office/drawing/2014/main" id="{57229EC2-1CC7-A1E7-F0C3-15CA519052E8}"/>
              </a:ext>
            </a:extLst>
          </p:cNvPr>
          <p:cNvSpPr txBox="1">
            <a:spLocks/>
          </p:cNvSpPr>
          <p:nvPr>
            <p:custDataLst>
              <p:tags r:id="rId11"/>
            </p:custDataLst>
          </p:nvPr>
        </p:nvSpPr>
        <p:spPr bwMode="auto">
          <a:xfrm>
            <a:off x="4343400" y="5411789"/>
            <a:ext cx="546100"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7F6F8C4-8185-44C1-96C0-B177D7378DFD}" type="datetime'C''''us''to''''m''''er'' ''serv''ice o''pe''rati''o''n''''s'''">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Customer service operations</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2" name="Text Placeholder 4">
            <a:extLst>
              <a:ext uri="{FF2B5EF4-FFF2-40B4-BE49-F238E27FC236}">
                <a16:creationId xmlns:a16="http://schemas.microsoft.com/office/drawing/2014/main" id="{087A0980-EA65-7392-A743-883802224A74}"/>
              </a:ext>
            </a:extLst>
          </p:cNvPr>
          <p:cNvSpPr txBox="1">
            <a:spLocks/>
          </p:cNvSpPr>
          <p:nvPr>
            <p:custDataLst>
              <p:tags r:id="rId12"/>
            </p:custDataLst>
          </p:nvPr>
        </p:nvSpPr>
        <p:spPr bwMode="auto">
          <a:xfrm>
            <a:off x="5032375" y="5411789"/>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DC6A657-2895-45D8-B769-FF7F280F7CB0}" type="datetime'Sup''pl''''y'' c''hain pla''nni''n''''g &amp;'''''' operat''ions'">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Supply chain planning &amp; operations</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3" name="Text Placeholder 4">
            <a:extLst>
              <a:ext uri="{FF2B5EF4-FFF2-40B4-BE49-F238E27FC236}">
                <a16:creationId xmlns:a16="http://schemas.microsoft.com/office/drawing/2014/main" id="{90EA6D06-2DA0-D420-CAE1-9E58FB3DD808}"/>
              </a:ext>
            </a:extLst>
          </p:cNvPr>
          <p:cNvSpPr txBox="1">
            <a:spLocks/>
          </p:cNvSpPr>
          <p:nvPr>
            <p:custDataLst>
              <p:tags r:id="rId13"/>
            </p:custDataLst>
          </p:nvPr>
        </p:nvSpPr>
        <p:spPr bwMode="auto">
          <a:xfrm>
            <a:off x="5764213" y="5411789"/>
            <a:ext cx="66198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BD00F121-AD2D-473B-B8E3-750ED702F113}" type="datetime'P''''ro''c''u''r''''''em''en''''t'' &amp;'' s''p''''''''''''end'">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Procurement &amp; spend</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4" name="Text Placeholder 4">
            <a:extLst>
              <a:ext uri="{FF2B5EF4-FFF2-40B4-BE49-F238E27FC236}">
                <a16:creationId xmlns:a16="http://schemas.microsoft.com/office/drawing/2014/main" id="{6A12D256-FE90-85FD-9D03-C4C1B7E2DC24}"/>
              </a:ext>
            </a:extLst>
          </p:cNvPr>
          <p:cNvSpPr txBox="1">
            <a:spLocks/>
          </p:cNvSpPr>
          <p:nvPr>
            <p:custDataLst>
              <p:tags r:id="rId14"/>
            </p:custDataLst>
          </p:nvPr>
        </p:nvSpPr>
        <p:spPr bwMode="auto">
          <a:xfrm>
            <a:off x="6515101" y="5411789"/>
            <a:ext cx="63976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3140F7A-126C-4D11-A5DC-F5FF49ADB156}" type="datetime'''O''''perat''''ions &amp; as''set opt''''i''''mi''''z''''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Operations &amp; asset optimization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5" name="Text Placeholder 4">
            <a:extLst>
              <a:ext uri="{FF2B5EF4-FFF2-40B4-BE49-F238E27FC236}">
                <a16:creationId xmlns:a16="http://schemas.microsoft.com/office/drawing/2014/main" id="{34502EDF-BD98-8329-BB43-EE39C8097849}"/>
              </a:ext>
            </a:extLst>
          </p:cNvPr>
          <p:cNvSpPr txBox="1">
            <a:spLocks/>
          </p:cNvSpPr>
          <p:nvPr>
            <p:custDataLst>
              <p:tags r:id="rId15"/>
            </p:custDataLst>
          </p:nvPr>
        </p:nvSpPr>
        <p:spPr bwMode="auto">
          <a:xfrm>
            <a:off x="7251700" y="5411789"/>
            <a:ext cx="64293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C1946293-6515-4166-9B5E-74669F2F6819}" type="datetime'''Workfo''''''''rce'''' &amp;'' pr''odu''''ct''''''ivi''t''''y'''">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Workforce &amp; productivity</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6" name="Text Placeholder 4">
            <a:extLst>
              <a:ext uri="{FF2B5EF4-FFF2-40B4-BE49-F238E27FC236}">
                <a16:creationId xmlns:a16="http://schemas.microsoft.com/office/drawing/2014/main" id="{03C17266-4DEA-3A3F-63F2-C214E829414E}"/>
              </a:ext>
            </a:extLst>
          </p:cNvPr>
          <p:cNvSpPr txBox="1">
            <a:spLocks/>
          </p:cNvSpPr>
          <p:nvPr>
            <p:custDataLst>
              <p:tags r:id="rId16"/>
            </p:custDataLst>
          </p:nvPr>
        </p:nvSpPr>
        <p:spPr bwMode="auto">
          <a:xfrm>
            <a:off x="8040688" y="5411789"/>
            <a:ext cx="54451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ADF87F2-A793-4B82-B3EB-8386E19F79EC}" type="datetime'R&amp;''''''D and ''pr''oduct i''nno''''''''''v''''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R&amp;D and product innovation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7" name="Text Placeholder 4">
            <a:extLst>
              <a:ext uri="{FF2B5EF4-FFF2-40B4-BE49-F238E27FC236}">
                <a16:creationId xmlns:a16="http://schemas.microsoft.com/office/drawing/2014/main" id="{AB437E6A-E19F-F9BF-D5CB-55197AE431E9}"/>
              </a:ext>
            </a:extLst>
          </p:cNvPr>
          <p:cNvSpPr txBox="1">
            <a:spLocks/>
          </p:cNvSpPr>
          <p:nvPr>
            <p:custDataLst>
              <p:tags r:id="rId17"/>
            </p:custDataLst>
          </p:nvPr>
        </p:nvSpPr>
        <p:spPr bwMode="auto">
          <a:xfrm>
            <a:off x="8761413" y="5411789"/>
            <a:ext cx="577850"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9DE1E11B-7B1F-4339-B2EB-335E0E39641B}" type="datetime'''R''''''isk,'' ''c''''''omplian''c''e &amp;'' ''s''ecuri''''t''y'">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Risk, compliance &amp; security</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8" name="Text Placeholder 4">
            <a:extLst>
              <a:ext uri="{FF2B5EF4-FFF2-40B4-BE49-F238E27FC236}">
                <a16:creationId xmlns:a16="http://schemas.microsoft.com/office/drawing/2014/main" id="{61FE36F1-1C96-BE28-8A3A-7929F31F1A22}"/>
              </a:ext>
            </a:extLst>
          </p:cNvPr>
          <p:cNvSpPr txBox="1">
            <a:spLocks/>
          </p:cNvSpPr>
          <p:nvPr>
            <p:custDataLst>
              <p:tags r:id="rId18"/>
            </p:custDataLst>
          </p:nvPr>
        </p:nvSpPr>
        <p:spPr bwMode="auto">
          <a:xfrm>
            <a:off x="9539288" y="5411789"/>
            <a:ext cx="50323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3C18763-B2AE-4D2A-AF10-27C61D1DFF3E}" type="datetime'F''''i''''n''an''ce ''&amp;'''''' plann''''''''''''i''''''''n''g'">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Finance &amp; planning</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99" name="Text Placeholder 4">
            <a:extLst>
              <a:ext uri="{FF2B5EF4-FFF2-40B4-BE49-F238E27FC236}">
                <a16:creationId xmlns:a16="http://schemas.microsoft.com/office/drawing/2014/main" id="{563C0817-D4A5-ECC0-2267-1806FA4C7975}"/>
              </a:ext>
            </a:extLst>
          </p:cNvPr>
          <p:cNvSpPr txBox="1">
            <a:spLocks/>
          </p:cNvSpPr>
          <p:nvPr>
            <p:custDataLst>
              <p:tags r:id="rId19"/>
            </p:custDataLst>
          </p:nvPr>
        </p:nvSpPr>
        <p:spPr bwMode="auto">
          <a:xfrm>
            <a:off x="10193339" y="5411788"/>
            <a:ext cx="671513" cy="3667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0C0421C-3B2B-4303-90E8-03B614B2EEBD}" type="datetime'''Da''ta p''rod''u''''ct''s'''''''' ''''&amp;'' m''onetiza''tion'">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Data products &amp; monetization</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100" name="Text Placeholder 4">
            <a:extLst>
              <a:ext uri="{FF2B5EF4-FFF2-40B4-BE49-F238E27FC236}">
                <a16:creationId xmlns:a16="http://schemas.microsoft.com/office/drawing/2014/main" id="{07DD2AB4-178B-5971-CD85-1DA8405448EF}"/>
              </a:ext>
            </a:extLst>
          </p:cNvPr>
          <p:cNvSpPr txBox="1">
            <a:spLocks/>
          </p:cNvSpPr>
          <p:nvPr>
            <p:custDataLst>
              <p:tags r:id="rId20"/>
            </p:custDataLst>
          </p:nvPr>
        </p:nvSpPr>
        <p:spPr bwMode="auto">
          <a:xfrm>
            <a:off x="10912475" y="5411789"/>
            <a:ext cx="71278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600" b="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BAB69AF-FAD8-4885-91A4-C3CBBDE42052}" type="datetime'Ent''''e''''rp''r''''ise I''T &amp; ''e''ng''''i''''''nee''''ring'">
              <a:rPr kumimoji="0" lang="en-CA" altLang="en-US" sz="800" b="1" i="0" u="none" strike="noStrike" kern="1200" cap="none" spc="-10" normalizeH="0" baseline="0" noProof="0" smtClean="0">
                <a:ln>
                  <a:noFill/>
                </a:ln>
                <a:solidFill>
                  <a:srgbClr val="191C1E"/>
                </a:solidFill>
                <a:effectLst/>
                <a:uLnTx/>
                <a:uFillTx/>
                <a:latin typeface="Tahoma"/>
                <a:ea typeface="Tahoma" panose="020B0604030504040204" pitchFamily="34" charset="0"/>
                <a:cs typeface="Tahoma" panose="020B0604030504040204" pitchFamily="34" charset="0"/>
                <a:sym typeface="+mn-lt"/>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Enterprise IT &amp; engineering</a:t>
            </a:fld>
            <a:endParaRPr kumimoji="0" lang="en-CA" sz="800" b="1" i="0" u="none" strike="noStrike" kern="1200" cap="none" spc="-10" normalizeH="0" baseline="0" noProof="0" dirty="0">
              <a:ln>
                <a:noFill/>
              </a:ln>
              <a:solidFill>
                <a:srgbClr val="191C1E"/>
              </a:solidFill>
              <a:effectLst/>
              <a:uLnTx/>
              <a:uFillTx/>
              <a:latin typeface="Tahoma"/>
              <a:ea typeface="Tahoma" panose="020B0604030504040204" pitchFamily="34" charset="0"/>
              <a:cs typeface="Tahoma" panose="020B0604030504040204" pitchFamily="34" charset="0"/>
              <a:sym typeface="+mn-lt"/>
            </a:endParaRPr>
          </a:p>
        </p:txBody>
      </p:sp>
      <p:sp>
        <p:nvSpPr>
          <p:cNvPr id="88" name="Rectangle 87">
            <a:extLst>
              <a:ext uri="{FF2B5EF4-FFF2-40B4-BE49-F238E27FC236}">
                <a16:creationId xmlns:a16="http://schemas.microsoft.com/office/drawing/2014/main" id="{6BF3487C-8EE5-50A9-F5C3-53FEFFE9E597}"/>
              </a:ext>
            </a:extLst>
          </p:cNvPr>
          <p:cNvSpPr/>
          <p:nvPr>
            <p:custDataLst>
              <p:tags r:id="rId21"/>
            </p:custDataLst>
          </p:nvPr>
        </p:nvSpPr>
        <p:spPr bwMode="auto">
          <a:xfrm>
            <a:off x="9764713" y="1422400"/>
            <a:ext cx="138113" cy="138113"/>
          </a:xfrm>
          <a:prstGeom prst="rect">
            <a:avLst/>
          </a:prstGeom>
          <a:solidFill>
            <a:schemeClr val="accent1"/>
          </a:solidFill>
          <a:ln w="9525" cap="sq" cmpd="sng" algn="ctr">
            <a:noFill/>
            <a:prstDash val="solid"/>
            <a:miter lim="800000"/>
          </a:ln>
          <a:effectLst/>
          <a:extLst>
            <a:ext uri="{91240B29-F687-4F45-9708-019B960494DF}">
              <a14:hiddenLine xmlns:a14="http://schemas.microsoft.com/office/drawing/2010/main" w="9525" cap="sq" cmpd="sng" algn="ctr">
                <a:solidFill>
                  <a:srgbClr val="FFFFFF"/>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err="1">
              <a:ln>
                <a:noFill/>
              </a:ln>
              <a:solidFill>
                <a:srgbClr val="FFFFFF"/>
              </a:solidFill>
              <a:effectLst/>
              <a:uLnTx/>
              <a:uFillTx/>
              <a:latin typeface="Tahoma"/>
              <a:ea typeface="+mn-ea"/>
              <a:cs typeface="+mn-cs"/>
            </a:endParaRPr>
          </a:p>
        </p:txBody>
      </p:sp>
      <p:sp>
        <p:nvSpPr>
          <p:cNvPr id="89" name="Rectangle 88">
            <a:extLst>
              <a:ext uri="{FF2B5EF4-FFF2-40B4-BE49-F238E27FC236}">
                <a16:creationId xmlns:a16="http://schemas.microsoft.com/office/drawing/2014/main" id="{E6F1FDC2-026B-5F8B-94D8-30AFE622AF5A}"/>
              </a:ext>
            </a:extLst>
          </p:cNvPr>
          <p:cNvSpPr/>
          <p:nvPr>
            <p:custDataLst>
              <p:tags r:id="rId22"/>
            </p:custDataLst>
          </p:nvPr>
        </p:nvSpPr>
        <p:spPr bwMode="auto">
          <a:xfrm>
            <a:off x="10310813" y="1422400"/>
            <a:ext cx="138113" cy="138113"/>
          </a:xfrm>
          <a:prstGeom prst="rect">
            <a:avLst/>
          </a:prstGeom>
          <a:solidFill>
            <a:schemeClr val="accent4"/>
          </a:solidFill>
          <a:ln w="9525" cap="sq" cmpd="sng" algn="ctr">
            <a:noFill/>
            <a:prstDash val="solid"/>
            <a:miter lim="800000"/>
          </a:ln>
          <a:effectLst/>
          <a:extLst>
            <a:ext uri="{91240B29-F687-4F45-9708-019B960494DF}">
              <a14:hiddenLine xmlns:a14="http://schemas.microsoft.com/office/drawing/2010/main" w="9525" cap="sq" cmpd="sng" algn="ctr">
                <a:solidFill>
                  <a:srgbClr val="FFFFFF"/>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err="1">
              <a:ln>
                <a:noFill/>
              </a:ln>
              <a:solidFill>
                <a:srgbClr val="FFFFFF"/>
              </a:solidFill>
              <a:effectLst/>
              <a:uLnTx/>
              <a:uFillTx/>
              <a:latin typeface="Tahoma"/>
              <a:ea typeface="+mn-ea"/>
              <a:cs typeface="+mn-cs"/>
            </a:endParaRPr>
          </a:p>
        </p:txBody>
      </p:sp>
      <p:sp>
        <p:nvSpPr>
          <p:cNvPr id="90" name="Rectangle 89">
            <a:extLst>
              <a:ext uri="{FF2B5EF4-FFF2-40B4-BE49-F238E27FC236}">
                <a16:creationId xmlns:a16="http://schemas.microsoft.com/office/drawing/2014/main" id="{943838D5-DD96-9D06-E6D5-D3951498EB9C}"/>
              </a:ext>
            </a:extLst>
          </p:cNvPr>
          <p:cNvSpPr/>
          <p:nvPr>
            <p:custDataLst>
              <p:tags r:id="rId23"/>
            </p:custDataLst>
          </p:nvPr>
        </p:nvSpPr>
        <p:spPr bwMode="auto">
          <a:xfrm>
            <a:off x="11126788" y="1422400"/>
            <a:ext cx="138113" cy="138113"/>
          </a:xfrm>
          <a:prstGeom prst="rect">
            <a:avLst/>
          </a:prstGeom>
          <a:solidFill>
            <a:schemeClr val="accent3"/>
          </a:solidFill>
          <a:ln w="9525"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err="1">
              <a:ln>
                <a:noFill/>
              </a:ln>
              <a:solidFill>
                <a:srgbClr val="FFFFFF"/>
              </a:solidFill>
              <a:effectLst/>
              <a:uLnTx/>
              <a:uFillTx/>
              <a:latin typeface="Tahoma"/>
              <a:ea typeface="+mn-ea"/>
              <a:cs typeface="+mn-cs"/>
            </a:endParaRPr>
          </a:p>
        </p:txBody>
      </p:sp>
      <p:sp>
        <p:nvSpPr>
          <p:cNvPr id="84" name="Text Placeholder 4">
            <a:extLst>
              <a:ext uri="{FF2B5EF4-FFF2-40B4-BE49-F238E27FC236}">
                <a16:creationId xmlns:a16="http://schemas.microsoft.com/office/drawing/2014/main" id="{3D0A85E4-837A-E3CA-BB2B-184667CD8657}"/>
              </a:ext>
            </a:extLst>
          </p:cNvPr>
          <p:cNvSpPr>
            <a:spLocks noGrp="1"/>
          </p:cNvSpPr>
          <p:nvPr>
            <p:custDataLst>
              <p:tags r:id="rId24"/>
            </p:custDataLst>
          </p:nvPr>
        </p:nvSpPr>
        <p:spPr bwMode="auto">
          <a:xfrm>
            <a:off x="9953625" y="1419225"/>
            <a:ext cx="2555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111918"/>
              </a:buClr>
              <a:buSzPct val="100000"/>
              <a:buFont typeface="Segoe UI" panose="020B0502040204020203" pitchFamily="34" charset="0"/>
              <a:buChar char="​"/>
              <a:tabLst/>
              <a:defRPr/>
            </a:pPr>
            <a:fld id="{D4296C68-566E-4DC3-BEA5-74079A6D41AB}" type="datetime'''''''''''''''''H''i''''g''''''''''''''''h'''''''">
              <a:rPr kumimoji="0" lang="en-CA" altLang="en-US" sz="1000" b="0" i="0" u="none" strike="noStrike" kern="1200" cap="none" spc="0" normalizeH="0" baseline="0" noProof="0" smtClean="0">
                <a:ln>
                  <a:noFill/>
                </a:ln>
                <a:solidFill>
                  <a:srgbClr val="191C1E"/>
                </a:solidFill>
                <a:effectLst/>
                <a:uLnTx/>
                <a:uFillTx/>
                <a:latin typeface="Tahoma"/>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
                  <a:srgbClr val="111918"/>
                </a:buClr>
                <a:buSzPct val="100000"/>
                <a:buFont typeface="Segoe UI" panose="020B0502040204020203" pitchFamily="34" charset="0"/>
                <a:buChar char="​"/>
                <a:tabLst/>
                <a:defRPr/>
              </a:pPr>
              <a:t>High</a:t>
            </a:fld>
            <a:endParaRPr kumimoji="0" lang="en-CA" sz="1000" b="0" i="0" u="none" strike="noStrike" kern="1200" cap="none" spc="0" normalizeH="0" baseline="0" noProof="0">
              <a:ln>
                <a:noFill/>
              </a:ln>
              <a:solidFill>
                <a:srgbClr val="191C1E"/>
              </a:solidFill>
              <a:effectLst/>
              <a:uLnTx/>
              <a:uFillTx/>
              <a:latin typeface="Tahoma"/>
              <a:ea typeface="+mn-ea"/>
              <a:cs typeface="Arial" panose="020B0604020202020204" pitchFamily="34" charset="0"/>
              <a:sym typeface="+mn-lt"/>
            </a:endParaRPr>
          </a:p>
        </p:txBody>
      </p:sp>
      <p:sp>
        <p:nvSpPr>
          <p:cNvPr id="86" name="Text Placeholder 4">
            <a:extLst>
              <a:ext uri="{FF2B5EF4-FFF2-40B4-BE49-F238E27FC236}">
                <a16:creationId xmlns:a16="http://schemas.microsoft.com/office/drawing/2014/main" id="{999CCB10-0EAC-D606-5CFD-F7759189E278}"/>
              </a:ext>
            </a:extLst>
          </p:cNvPr>
          <p:cNvSpPr>
            <a:spLocks noGrp="1"/>
          </p:cNvSpPr>
          <p:nvPr>
            <p:custDataLst>
              <p:tags r:id="rId25"/>
            </p:custDataLst>
          </p:nvPr>
        </p:nvSpPr>
        <p:spPr bwMode="auto">
          <a:xfrm>
            <a:off x="10499725" y="1419225"/>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111918"/>
              </a:buClr>
              <a:buSzPct val="100000"/>
              <a:buFont typeface="Segoe UI" panose="020B0502040204020203" pitchFamily="34" charset="0"/>
              <a:buChar char="​"/>
              <a:tabLst/>
              <a:defRPr/>
            </a:pPr>
            <a:fld id="{602C2AD5-9736-4FEC-94B0-0198F85EB512}" type="datetime'''M''''''''''''o''''''d''''''''er''a''te'''''">
              <a:rPr kumimoji="0" lang="en-CA" altLang="en-US" sz="1000" b="0" i="0" u="none" strike="noStrike" kern="1200" cap="none" spc="0" normalizeH="0" baseline="0" noProof="0" smtClean="0">
                <a:ln>
                  <a:noFill/>
                </a:ln>
                <a:solidFill>
                  <a:srgbClr val="191C1E"/>
                </a:solidFill>
                <a:effectLst/>
                <a:uLnTx/>
                <a:uFillTx/>
                <a:latin typeface="Tahoma"/>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
                  <a:srgbClr val="111918"/>
                </a:buClr>
                <a:buSzPct val="100000"/>
                <a:buFont typeface="Segoe UI" panose="020B0502040204020203" pitchFamily="34" charset="0"/>
                <a:buChar char="​"/>
                <a:tabLst/>
                <a:defRPr/>
              </a:pPr>
              <a:t>Moderate</a:t>
            </a:fld>
            <a:endParaRPr kumimoji="0" lang="en-CA" sz="1000" b="0" i="0" u="none" strike="noStrike" kern="1200" cap="none" spc="0" normalizeH="0" baseline="0" noProof="0">
              <a:ln>
                <a:noFill/>
              </a:ln>
              <a:solidFill>
                <a:srgbClr val="191C1E"/>
              </a:solidFill>
              <a:effectLst/>
              <a:uLnTx/>
              <a:uFillTx/>
              <a:latin typeface="Tahoma"/>
              <a:ea typeface="+mn-ea"/>
              <a:cs typeface="Arial" panose="020B0604020202020204" pitchFamily="34" charset="0"/>
              <a:sym typeface="+mn-lt"/>
            </a:endParaRPr>
          </a:p>
        </p:txBody>
      </p:sp>
      <p:sp>
        <p:nvSpPr>
          <p:cNvPr id="85" name="Text Placeholder 4">
            <a:extLst>
              <a:ext uri="{FF2B5EF4-FFF2-40B4-BE49-F238E27FC236}">
                <a16:creationId xmlns:a16="http://schemas.microsoft.com/office/drawing/2014/main" id="{02CC71DC-33C7-3F0C-A668-0C9374796E89}"/>
              </a:ext>
            </a:extLst>
          </p:cNvPr>
          <p:cNvSpPr>
            <a:spLocks noGrp="1"/>
          </p:cNvSpPr>
          <p:nvPr>
            <p:custDataLst>
              <p:tags r:id="rId26"/>
            </p:custDataLst>
          </p:nvPr>
        </p:nvSpPr>
        <p:spPr bwMode="auto">
          <a:xfrm>
            <a:off x="11315700" y="1419225"/>
            <a:ext cx="2254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0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2064" indent="-28346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0664" indent="-18288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716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111918"/>
              </a:buClr>
              <a:buSzPct val="100000"/>
              <a:buFont typeface="Segoe UI" panose="020B0502040204020203" pitchFamily="34" charset="0"/>
              <a:buChar char="​"/>
              <a:tabLst/>
              <a:defRPr/>
            </a:pPr>
            <a:fld id="{AA6DF444-7961-43E1-BC7D-4E4F6F15E491}" type="datetime'''''''L''o''''''''''''''''w'''''''''''">
              <a:rPr kumimoji="0" lang="en-CA" altLang="en-US" sz="1000" b="0" i="0" u="none" strike="noStrike" kern="1200" cap="none" spc="0" normalizeH="0" baseline="0" noProof="0" smtClean="0">
                <a:ln>
                  <a:noFill/>
                </a:ln>
                <a:solidFill>
                  <a:srgbClr val="191C1E"/>
                </a:solidFill>
                <a:effectLst/>
                <a:uLnTx/>
                <a:uFillTx/>
                <a:latin typeface="Tahoma"/>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
                  <a:srgbClr val="111918"/>
                </a:buClr>
                <a:buSzPct val="100000"/>
                <a:buFont typeface="Segoe UI" panose="020B0502040204020203" pitchFamily="34" charset="0"/>
                <a:buChar char="​"/>
                <a:tabLst/>
                <a:defRPr/>
              </a:pPr>
              <a:t>Low</a:t>
            </a:fld>
            <a:endParaRPr kumimoji="0" lang="en-CA" sz="1000" b="0" i="0" u="none" strike="noStrike" kern="1200" cap="none" spc="0" normalizeH="0" baseline="0" noProof="0">
              <a:ln>
                <a:noFill/>
              </a:ln>
              <a:solidFill>
                <a:srgbClr val="191C1E"/>
              </a:solidFill>
              <a:effectLst/>
              <a:uLnTx/>
              <a:uFillTx/>
              <a:latin typeface="Tahoma"/>
              <a:ea typeface="+mn-ea"/>
              <a:cs typeface="Arial" panose="020B0604020202020204" pitchFamily="34" charset="0"/>
              <a:sym typeface="+mn-lt"/>
            </a:endParaRPr>
          </a:p>
        </p:txBody>
      </p:sp>
      <p:sp>
        <p:nvSpPr>
          <p:cNvPr id="13" name="5. Source">
            <a:extLst>
              <a:ext uri="{FF2B5EF4-FFF2-40B4-BE49-F238E27FC236}">
                <a16:creationId xmlns:a16="http://schemas.microsoft.com/office/drawing/2014/main" id="{0CECBCCB-010D-5A6C-2F7D-924D3E82B8B3}"/>
              </a:ext>
            </a:extLst>
          </p:cNvPr>
          <p:cNvSpPr txBox="1">
            <a:spLocks/>
          </p:cNvSpPr>
          <p:nvPr>
            <p:custDataLst>
              <p:tags r:id="rId27"/>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Source: PASHA Bank Tech &amp; AI Quotient Survey</a:t>
            </a:r>
          </a:p>
        </p:txBody>
      </p:sp>
      <p:sp>
        <p:nvSpPr>
          <p:cNvPr id="22" name="TextBox 21">
            <a:extLst>
              <a:ext uri="{FF2B5EF4-FFF2-40B4-BE49-F238E27FC236}">
                <a16:creationId xmlns:a16="http://schemas.microsoft.com/office/drawing/2014/main" id="{E55D8D7E-1C77-10EF-D087-91F65DC6D26A}"/>
              </a:ext>
            </a:extLst>
          </p:cNvPr>
          <p:cNvSpPr txBox="1"/>
          <p:nvPr/>
        </p:nvSpPr>
        <p:spPr>
          <a:xfrm>
            <a:off x="1286678" y="6046267"/>
            <a:ext cx="10019497" cy="184666"/>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111918"/>
              </a:buClr>
              <a:buSzTx/>
              <a:buFont typeface="Segoe UI" panose="020B0502040204020203" pitchFamily="34" charset="0"/>
              <a:buChar char="​"/>
              <a:tabLst/>
              <a:defRPr/>
            </a:pPr>
            <a:r>
              <a:rPr kumimoji="0" lang="en-US" sz="1200" b="1" i="0" u="none" strike="noStrike" kern="1200" cap="none" spc="0" normalizeH="0" baseline="0" noProof="0" dirty="0">
                <a:ln>
                  <a:noFill/>
                </a:ln>
                <a:solidFill>
                  <a:srgbClr val="1C863F"/>
                </a:solidFill>
                <a:effectLst/>
                <a:uLnTx/>
                <a:uFillTx/>
                <a:latin typeface="Tahoma" panose="020B0604030504040204" pitchFamily="34" charset="0"/>
                <a:ea typeface="Tahoma" panose="020B0604030504040204" pitchFamily="34" charset="0"/>
                <a:cs typeface="Gisha" panose="020B0502040204020203" pitchFamily="34" charset="-79"/>
              </a:rPr>
              <a:t>In which of the following domains do you expect significant advancement over the next 1-2 years?</a:t>
            </a:r>
            <a:endParaRPr kumimoji="0" lang="en-CA" sz="1200" b="1" i="0" u="none" strike="noStrike" kern="1200" cap="none" spc="0" normalizeH="0" baseline="0" noProof="0" dirty="0">
              <a:ln>
                <a:noFill/>
              </a:ln>
              <a:solidFill>
                <a:srgbClr val="1C863F"/>
              </a:solidFill>
              <a:effectLst/>
              <a:uLnTx/>
              <a:uFillTx/>
              <a:latin typeface="Tahoma" panose="020B0604030504040204" pitchFamily="34" charset="0"/>
              <a:ea typeface="Tahoma" panose="020B0604030504040204" pitchFamily="34" charset="0"/>
              <a:cs typeface="Gisha" panose="020B0502040204020203" pitchFamily="34" charset="-79"/>
            </a:endParaRPr>
          </a:p>
        </p:txBody>
      </p:sp>
      <p:grpSp>
        <p:nvGrpSpPr>
          <p:cNvPr id="21" name="CustomIcon">
            <a:extLst>
              <a:ext uri="{FF2B5EF4-FFF2-40B4-BE49-F238E27FC236}">
                <a16:creationId xmlns:a16="http://schemas.microsoft.com/office/drawing/2014/main" id="{E4E74876-5D4B-219D-35A9-54AF7F3DE4C2}"/>
              </a:ext>
            </a:extLst>
          </p:cNvPr>
          <p:cNvGrpSpPr>
            <a:grpSpLocks noChangeAspect="1"/>
          </p:cNvGrpSpPr>
          <p:nvPr>
            <p:custDataLst>
              <p:tags r:id="rId28"/>
            </p:custDataLst>
          </p:nvPr>
        </p:nvGrpSpPr>
        <p:grpSpPr>
          <a:xfrm>
            <a:off x="554734" y="5887716"/>
            <a:ext cx="501769" cy="501769"/>
            <a:chOff x="1003300" y="1257300"/>
            <a:chExt cx="1019810" cy="1019810"/>
          </a:xfrm>
        </p:grpSpPr>
        <p:sp>
          <p:nvSpPr>
            <p:cNvPr id="19" name="Oval 18">
              <a:extLst>
                <a:ext uri="{FF2B5EF4-FFF2-40B4-BE49-F238E27FC236}">
                  <a16:creationId xmlns:a16="http://schemas.microsoft.com/office/drawing/2014/main" id="{F0468AE7-3BAB-07F3-4429-D5DA9E0BDD4B}"/>
                </a:ext>
              </a:extLst>
            </p:cNvPr>
            <p:cNvSpPr>
              <a:spLocks noChangeAspect="1"/>
            </p:cNvSpPr>
            <p:nvPr/>
          </p:nvSpPr>
          <p:spPr>
            <a:xfrm>
              <a:off x="1003300" y="1257300"/>
              <a:ext cx="1019810" cy="1019810"/>
            </a:xfrm>
            <a:prstGeom prst="ellipse">
              <a:avLst/>
            </a:prstGeom>
            <a:solidFill>
              <a:schemeClr val="accent3"/>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20" name="Graphic73313967">
              <a:extLst>
                <a:ext uri="{FF2B5EF4-FFF2-40B4-BE49-F238E27FC236}">
                  <a16:creationId xmlns:a16="http://schemas.microsoft.com/office/drawing/2014/main" id="{DAE3D91C-C088-D5A1-CC7D-27C6A458FFB6}"/>
                </a:ext>
              </a:extLst>
            </p:cNvPr>
            <p:cNvPicPr>
              <a:picLocks noChangeAspect="1"/>
            </p:cNvPicPr>
            <p:nvPr>
              <p:custDataLst>
                <p:tags r:id="rId31"/>
              </p:custDataLst>
            </p:nvPr>
          </p:nvPicPr>
          <p:blipFill>
            <a:blip>
              <a:extLst>
                <a:ext uri="{96DAC541-7B7A-43D3-8B79-37D633B846F1}">
                  <asvg:svgBlip xmlns:asvg="http://schemas.microsoft.com/office/drawing/2016/SVG/main" r:embed="rId37"/>
                </a:ext>
              </a:extLst>
            </a:blip>
            <a:stretch>
              <a:fillRect/>
            </a:stretch>
          </p:blipFill>
          <p:spPr>
            <a:xfrm>
              <a:off x="1208405" y="1462405"/>
              <a:ext cx="609600" cy="609600"/>
            </a:xfrm>
            <a:prstGeom prst="rect">
              <a:avLst/>
            </a:prstGeom>
          </p:spPr>
        </p:pic>
      </p:grpSp>
      <p:sp>
        <p:nvSpPr>
          <p:cNvPr id="50" name="TextBox 49">
            <a:extLst>
              <a:ext uri="{FF2B5EF4-FFF2-40B4-BE49-F238E27FC236}">
                <a16:creationId xmlns:a16="http://schemas.microsoft.com/office/drawing/2014/main" id="{9E2B63BA-96C5-FD55-1ABE-3F4C1E1899D0}"/>
              </a:ext>
            </a:extLst>
          </p:cNvPr>
          <p:cNvSpPr txBox="1">
            <a:spLocks/>
          </p:cNvSpPr>
          <p:nvPr/>
        </p:nvSpPr>
        <p:spPr>
          <a:xfrm>
            <a:off x="1159057" y="2069780"/>
            <a:ext cx="2984318"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Marketing and sales</a:t>
            </a:r>
          </a:p>
        </p:txBody>
      </p:sp>
      <p:grpSp>
        <p:nvGrpSpPr>
          <p:cNvPr id="51" name="Group 50">
            <a:extLst>
              <a:ext uri="{FF2B5EF4-FFF2-40B4-BE49-F238E27FC236}">
                <a16:creationId xmlns:a16="http://schemas.microsoft.com/office/drawing/2014/main" id="{7FB236BF-ADA5-7EA8-568E-0F32A80594C7}"/>
              </a:ext>
            </a:extLst>
          </p:cNvPr>
          <p:cNvGrpSpPr>
            <a:grpSpLocks/>
          </p:cNvGrpSpPr>
          <p:nvPr/>
        </p:nvGrpSpPr>
        <p:grpSpPr>
          <a:xfrm>
            <a:off x="655650" y="1948300"/>
            <a:ext cx="427626" cy="427626"/>
            <a:chOff x="418490" y="2289886"/>
            <a:chExt cx="588874" cy="588874"/>
          </a:xfrm>
        </p:grpSpPr>
        <p:sp>
          <p:nvSpPr>
            <p:cNvPr id="52" name="Oval 51">
              <a:extLst>
                <a:ext uri="{FF2B5EF4-FFF2-40B4-BE49-F238E27FC236}">
                  <a16:creationId xmlns:a16="http://schemas.microsoft.com/office/drawing/2014/main" id="{8D9C371C-5D8B-211A-9C7A-F903092600CF}"/>
                </a:ext>
              </a:extLst>
            </p:cNvPr>
            <p:cNvSpPr>
              <a:spLocks noChangeAspect="1"/>
            </p:cNvSpPr>
            <p:nvPr/>
          </p:nvSpPr>
          <p:spPr>
            <a:xfrm>
              <a:off x="418490" y="2289886"/>
              <a:ext cx="588874" cy="58887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53" name="Icon">
              <a:extLst>
                <a:ext uri="{FF2B5EF4-FFF2-40B4-BE49-F238E27FC236}">
                  <a16:creationId xmlns:a16="http://schemas.microsoft.com/office/drawing/2014/main" id="{E1D92D0A-5ECF-13AB-F915-C872AFA50175}"/>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28904" y="2400300"/>
              <a:ext cx="368046" cy="368046"/>
            </a:xfrm>
            <a:prstGeom prst="rect">
              <a:avLst/>
            </a:prstGeom>
          </p:spPr>
        </p:pic>
      </p:grpSp>
      <p:cxnSp>
        <p:nvCxnSpPr>
          <p:cNvPr id="54" name="GreyLineSeparatorDefaultVertical 92">
            <a:extLst>
              <a:ext uri="{FF2B5EF4-FFF2-40B4-BE49-F238E27FC236}">
                <a16:creationId xmlns:a16="http://schemas.microsoft.com/office/drawing/2014/main" id="{51CB9845-99DE-12E4-1480-D15FAF281C41}"/>
              </a:ext>
            </a:extLst>
          </p:cNvPr>
          <p:cNvCxnSpPr/>
          <p:nvPr>
            <p:custDataLst>
              <p:tags r:id="rId29"/>
            </p:custDataLst>
          </p:nvPr>
        </p:nvCxnSpPr>
        <p:spPr>
          <a:xfrm>
            <a:off x="4251755" y="1914102"/>
            <a:ext cx="0" cy="3896148"/>
          </a:xfrm>
          <a:prstGeom prst="straightConnector1">
            <a:avLst/>
          </a:prstGeom>
          <a:ln w="6350" cap="sq">
            <a:solidFill>
              <a:srgbClr val="757575"/>
            </a:solidFill>
            <a:prstDash val="lgDash"/>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GreyLineSeparatorDefaultVertical 92">
            <a:extLst>
              <a:ext uri="{FF2B5EF4-FFF2-40B4-BE49-F238E27FC236}">
                <a16:creationId xmlns:a16="http://schemas.microsoft.com/office/drawing/2014/main" id="{16945A1A-8E1D-5496-8D22-B8A97C7B6045}"/>
              </a:ext>
            </a:extLst>
          </p:cNvPr>
          <p:cNvCxnSpPr/>
          <p:nvPr>
            <p:custDataLst>
              <p:tags r:id="rId30"/>
            </p:custDataLst>
          </p:nvPr>
        </p:nvCxnSpPr>
        <p:spPr>
          <a:xfrm>
            <a:off x="7202275" y="1914102"/>
            <a:ext cx="0" cy="3896148"/>
          </a:xfrm>
          <a:prstGeom prst="straightConnector1">
            <a:avLst/>
          </a:prstGeom>
          <a:ln w="6350" cap="sq">
            <a:solidFill>
              <a:srgbClr val="757575"/>
            </a:solidFill>
            <a:prstDash val="lgDash"/>
            <a:miter lim="800000"/>
            <a:tailEnd type="non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92F1CA0-FFEF-154E-4523-3E2C86B0A28C}"/>
              </a:ext>
            </a:extLst>
          </p:cNvPr>
          <p:cNvSpPr txBox="1">
            <a:spLocks/>
          </p:cNvSpPr>
          <p:nvPr/>
        </p:nvSpPr>
        <p:spPr>
          <a:xfrm>
            <a:off x="4863543" y="2069780"/>
            <a:ext cx="2228150" cy="184666"/>
          </a:xfrm>
          <a:prstGeom prst="rect">
            <a:avLst/>
          </a:prstGeom>
        </p:spPr>
        <p:txBody>
          <a:bodyPr vert="horz" wrap="square" lIns="0" tIns="0" rIns="0" bIns="0" rtlCol="0" anchor="t" anchorCtr="0">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200" b="1" i="0" u="none" strike="noStrike" cap="none" spc="0" normalizeH="0" baseline="0">
                <a:ln>
                  <a:noFill/>
                </a:ln>
                <a:solidFill>
                  <a:srgbClr val="111918"/>
                </a:solidFill>
                <a:effectLst/>
                <a:uLnTx/>
                <a:uFillTx/>
                <a:cs typeface="Tahoma" panose="020B060403050404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Operations</a:t>
            </a:r>
          </a:p>
        </p:txBody>
      </p:sp>
      <p:sp>
        <p:nvSpPr>
          <p:cNvPr id="59" name="TextBox 58">
            <a:extLst>
              <a:ext uri="{FF2B5EF4-FFF2-40B4-BE49-F238E27FC236}">
                <a16:creationId xmlns:a16="http://schemas.microsoft.com/office/drawing/2014/main" id="{2F4E3973-D228-0255-DC6F-DA12C4A063E7}"/>
              </a:ext>
            </a:extLst>
          </p:cNvPr>
          <p:cNvSpPr txBox="1">
            <a:spLocks/>
          </p:cNvSpPr>
          <p:nvPr/>
        </p:nvSpPr>
        <p:spPr>
          <a:xfrm>
            <a:off x="7823794" y="2069780"/>
            <a:ext cx="3712556" cy="184666"/>
          </a:xfrm>
          <a:prstGeom prst="rect">
            <a:avLst/>
          </a:prstGeom>
        </p:spPr>
        <p:txBody>
          <a:bodyPr vert="horz" wrap="square" lIns="0" tIns="0" rIns="0" bIns="0" rtlCol="0" anchor="t" anchorCtr="0">
            <a:sp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200" b="1" i="0" u="none" strike="noStrike" cap="none" spc="0" normalizeH="0" baseline="0">
                <a:ln>
                  <a:noFill/>
                </a:ln>
                <a:solidFill>
                  <a:srgbClr val="111918"/>
                </a:solidFill>
                <a:effectLst/>
                <a:uLnTx/>
                <a:uFillTx/>
                <a:cs typeface="Tahoma" panose="020B060403050404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dirty="0">
                <a:ln>
                  <a:noFill/>
                </a:ln>
                <a:solidFill>
                  <a:srgbClr val="111918"/>
                </a:solidFill>
                <a:effectLst/>
                <a:uLnTx/>
                <a:uFillTx/>
                <a:latin typeface="Tahoma"/>
                <a:ea typeface="+mn-ea"/>
                <a:cs typeface="Tahoma" panose="020B0604030504040204" pitchFamily="34" charset="0"/>
              </a:rPr>
              <a:t>Other enterprise functions</a:t>
            </a:r>
          </a:p>
        </p:txBody>
      </p:sp>
      <p:grpSp>
        <p:nvGrpSpPr>
          <p:cNvPr id="60" name="Group 59">
            <a:extLst>
              <a:ext uri="{FF2B5EF4-FFF2-40B4-BE49-F238E27FC236}">
                <a16:creationId xmlns:a16="http://schemas.microsoft.com/office/drawing/2014/main" id="{4B1EDF63-A119-FDA3-7832-9B85458DF556}"/>
              </a:ext>
            </a:extLst>
          </p:cNvPr>
          <p:cNvGrpSpPr>
            <a:grpSpLocks/>
          </p:cNvGrpSpPr>
          <p:nvPr/>
        </p:nvGrpSpPr>
        <p:grpSpPr>
          <a:xfrm>
            <a:off x="4360136" y="1948300"/>
            <a:ext cx="427626" cy="427626"/>
            <a:chOff x="418490" y="3547186"/>
            <a:chExt cx="588874" cy="588874"/>
          </a:xfrm>
        </p:grpSpPr>
        <p:sp>
          <p:nvSpPr>
            <p:cNvPr id="61" name="Oval 60">
              <a:extLst>
                <a:ext uri="{FF2B5EF4-FFF2-40B4-BE49-F238E27FC236}">
                  <a16:creationId xmlns:a16="http://schemas.microsoft.com/office/drawing/2014/main" id="{FB7DA867-144F-81AD-6D18-83BDDED7AF64}"/>
                </a:ext>
              </a:extLst>
            </p:cNvPr>
            <p:cNvSpPr>
              <a:spLocks noChangeAspect="1"/>
            </p:cNvSpPr>
            <p:nvPr/>
          </p:nvSpPr>
          <p:spPr>
            <a:xfrm>
              <a:off x="418490" y="3547186"/>
              <a:ext cx="588874" cy="58887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62" name="Icon">
              <a:extLst>
                <a:ext uri="{FF2B5EF4-FFF2-40B4-BE49-F238E27FC236}">
                  <a16:creationId xmlns:a16="http://schemas.microsoft.com/office/drawing/2014/main" id="{D6C9EFF3-99F7-5291-663A-FAF1BA75EF31}"/>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528904" y="3657600"/>
              <a:ext cx="368046" cy="368046"/>
            </a:xfrm>
            <a:prstGeom prst="rect">
              <a:avLst/>
            </a:prstGeom>
          </p:spPr>
        </p:pic>
      </p:grpSp>
      <p:grpSp>
        <p:nvGrpSpPr>
          <p:cNvPr id="63" name="Group 62">
            <a:extLst>
              <a:ext uri="{FF2B5EF4-FFF2-40B4-BE49-F238E27FC236}">
                <a16:creationId xmlns:a16="http://schemas.microsoft.com/office/drawing/2014/main" id="{51BD5F2F-73EA-0765-A672-93244967F627}"/>
              </a:ext>
            </a:extLst>
          </p:cNvPr>
          <p:cNvGrpSpPr>
            <a:grpSpLocks/>
          </p:cNvGrpSpPr>
          <p:nvPr/>
        </p:nvGrpSpPr>
        <p:grpSpPr>
          <a:xfrm>
            <a:off x="7315987" y="1948300"/>
            <a:ext cx="427626" cy="427626"/>
            <a:chOff x="418490" y="5092563"/>
            <a:chExt cx="588874" cy="588874"/>
          </a:xfrm>
        </p:grpSpPr>
        <p:sp>
          <p:nvSpPr>
            <p:cNvPr id="64" name="Oval 63">
              <a:extLst>
                <a:ext uri="{FF2B5EF4-FFF2-40B4-BE49-F238E27FC236}">
                  <a16:creationId xmlns:a16="http://schemas.microsoft.com/office/drawing/2014/main" id="{0E8F6952-A69B-4077-9BB5-D2E4D0E9B0FD}"/>
                </a:ext>
              </a:extLst>
            </p:cNvPr>
            <p:cNvSpPr>
              <a:spLocks noChangeAspect="1"/>
            </p:cNvSpPr>
            <p:nvPr/>
          </p:nvSpPr>
          <p:spPr>
            <a:xfrm>
              <a:off x="418490" y="5092563"/>
              <a:ext cx="588874" cy="58887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CA" sz="1600" b="0" i="0" u="none" strike="noStrike" kern="1200" cap="none" spc="0" normalizeH="0" baseline="0" noProof="0" dirty="0" err="1">
                <a:ln>
                  <a:noFill/>
                </a:ln>
                <a:solidFill>
                  <a:srgbClr val="FFFFFF"/>
                </a:solidFill>
                <a:effectLst/>
                <a:uLnTx/>
                <a:uFillTx/>
                <a:latin typeface="Tahoma"/>
                <a:ea typeface="+mn-ea"/>
                <a:cs typeface="+mn-cs"/>
              </a:endParaRPr>
            </a:p>
          </p:txBody>
        </p:sp>
        <p:pic>
          <p:nvPicPr>
            <p:cNvPr id="65" name="Icon">
              <a:extLst>
                <a:ext uri="{FF2B5EF4-FFF2-40B4-BE49-F238E27FC236}">
                  <a16:creationId xmlns:a16="http://schemas.microsoft.com/office/drawing/2014/main" id="{FDBFF646-F485-9391-AE6D-A3594D38433C}"/>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528904" y="5202977"/>
              <a:ext cx="368046" cy="368046"/>
            </a:xfrm>
            <a:prstGeom prst="rect">
              <a:avLst/>
            </a:prstGeom>
          </p:spPr>
        </p:pic>
      </p:grpSp>
      <p:sp>
        <p:nvSpPr>
          <p:cNvPr id="4" name="Title 1">
            <a:extLst>
              <a:ext uri="{FF2B5EF4-FFF2-40B4-BE49-F238E27FC236}">
                <a16:creationId xmlns:a16="http://schemas.microsoft.com/office/drawing/2014/main" id="{689442F1-A068-D9B7-3B36-00D7C48A691B}"/>
              </a:ext>
            </a:extLst>
          </p:cNvPr>
          <p:cNvSpPr>
            <a:spLocks noGrp="1"/>
          </p:cNvSpPr>
          <p:nvPr>
            <p:ph type="title"/>
          </p:nvPr>
        </p:nvSpPr>
        <p:spPr>
          <a:xfrm>
            <a:off x="554734" y="128320"/>
            <a:ext cx="11082528" cy="1015663"/>
          </a:xfrm>
          <a:noFill/>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sz="2200" dirty="0"/>
              <a:t>Future AI opportunities at PASHA Bank are concentrated in </a:t>
            </a:r>
            <a:r>
              <a:rPr lang="en-IN" sz="2200" dirty="0"/>
              <a:t>enterprise IT, risk, compliance, security, and customer service operations, with the next challenge being to convert this momentum into scaled enterprise value</a:t>
            </a:r>
            <a:endParaRPr lang="en-US" sz="2200" dirty="0"/>
          </a:p>
        </p:txBody>
      </p:sp>
    </p:spTree>
    <p:custDataLst>
      <p:tags r:id="rId1"/>
    </p:custDataLst>
    <p:extLst>
      <p:ext uri="{BB962C8B-B14F-4D97-AF65-F5344CB8AC3E}">
        <p14:creationId xmlns:p14="http://schemas.microsoft.com/office/powerpoint/2010/main" val="1463477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8C184-CEAB-F68E-62E3-53A9E04C44F2}"/>
            </a:ext>
          </a:extLst>
        </p:cNvPr>
        <p:cNvGrpSpPr/>
        <p:nvPr/>
      </p:nvGrpSpPr>
      <p:grpSpPr>
        <a:xfrm>
          <a:off x="0" y="0"/>
          <a:ext cx="0" cy="0"/>
          <a:chOff x="0" y="0"/>
          <a:chExt cx="0" cy="0"/>
        </a:xfrm>
      </p:grpSpPr>
      <p:graphicFrame>
        <p:nvGraphicFramePr>
          <p:cNvPr id="18" name="Object 7" hidden="1">
            <a:extLst>
              <a:ext uri="{FF2B5EF4-FFF2-40B4-BE49-F238E27FC236}">
                <a16:creationId xmlns:a16="http://schemas.microsoft.com/office/drawing/2014/main" id="{18359F22-BA51-3F81-10AC-3231CF0E2FF2}"/>
              </a:ext>
            </a:extLst>
          </p:cNvPr>
          <p:cNvGraphicFramePr>
            <a:graphicFrameLocks noChangeAspect="1"/>
          </p:cNvGraphicFramePr>
          <p:nvPr>
            <p:custDataLst>
              <p:tags r:id="rId2"/>
            </p:custDataLst>
            <p:extLst>
              <p:ext uri="{D42A27DB-BD31-4B8C-83A1-F6EECF244321}">
                <p14:modId xmlns:p14="http://schemas.microsoft.com/office/powerpoint/2010/main" val="4645979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23" imgH="424" progId="TCLayout.ActiveDocument.1">
                  <p:embed/>
                </p:oleObj>
              </mc:Choice>
              <mc:Fallback>
                <p:oleObj name="think-cell Slide" r:id="rId12" imgW="423" imgH="424" progId="TCLayout.ActiveDocument.1">
                  <p:embed/>
                  <p:pic>
                    <p:nvPicPr>
                      <p:cNvPr id="18" name="Object 7" hidden="1">
                        <a:extLst>
                          <a:ext uri="{FF2B5EF4-FFF2-40B4-BE49-F238E27FC236}">
                            <a16:creationId xmlns:a16="http://schemas.microsoft.com/office/drawing/2014/main" id="{18359F22-BA51-3F81-10AC-3231CF0E2FF2}"/>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9" name="Rectangle 1" hidden="1">
            <a:extLst>
              <a:ext uri="{FF2B5EF4-FFF2-40B4-BE49-F238E27FC236}">
                <a16:creationId xmlns:a16="http://schemas.microsoft.com/office/drawing/2014/main" id="{75963FE2-192A-4C2B-2925-267486C1E956}"/>
              </a:ext>
            </a:extLst>
          </p:cNvPr>
          <p:cNvSpPr/>
          <p:nvPr>
            <p:custDataLst>
              <p:tags r:id="rId3"/>
            </p:custDataLst>
          </p:nvPr>
        </p:nvSpPr>
        <p:spPr>
          <a:xfrm>
            <a:off x="0" y="0"/>
            <a:ext cx="158750" cy="158750"/>
          </a:xfrm>
          <a:prstGeom prst="rect">
            <a:avLst/>
          </a:prstGeom>
          <a:solidFill>
            <a:srgbClr val="051C2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AU" sz="1600" b="0" i="0" u="none" strike="noStrike" kern="1200" cap="none" spc="0" normalizeH="0" baseline="0" noProof="0">
              <a:ln>
                <a:noFill/>
              </a:ln>
              <a:solidFill>
                <a:srgbClr val="031119"/>
              </a:solidFill>
              <a:effectLst/>
              <a:uLnTx/>
              <a:uFillTx/>
              <a:latin typeface="Tahoma" panose="020B0604030504040204" pitchFamily="34" charset="0"/>
              <a:ea typeface="+mn-ea"/>
              <a:cs typeface="Tahoma" panose="020B0604030504040204" pitchFamily="34" charset="0"/>
              <a:sym typeface="Arial" panose="020B0604020202020204" pitchFamily="34" charset="0"/>
            </a:endParaRPr>
          </a:p>
        </p:txBody>
      </p:sp>
      <p:sp>
        <p:nvSpPr>
          <p:cNvPr id="7" name="Text Placeholder 2">
            <a:extLst>
              <a:ext uri="{FF2B5EF4-FFF2-40B4-BE49-F238E27FC236}">
                <a16:creationId xmlns:a16="http://schemas.microsoft.com/office/drawing/2014/main" id="{ABCCA9D7-BC52-2424-AD49-D6F0E1D9F7FE}"/>
              </a:ext>
            </a:extLst>
          </p:cNvPr>
          <p:cNvSpPr>
            <a:spLocks noGrp="1"/>
          </p:cNvSpPr>
          <p:nvPr>
            <p:custDataLst>
              <p:tags r:id="rId4"/>
            </p:custDataLst>
          </p:nvPr>
        </p:nvSpPr>
        <p:spPr bwMode="auto">
          <a:xfrm>
            <a:off x="4445889" y="159861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3035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13232"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5725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2870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Approach &amp; Methodology</a:t>
            </a:r>
          </a:p>
        </p:txBody>
      </p:sp>
      <p:sp>
        <p:nvSpPr>
          <p:cNvPr id="30" name="Text Placeholder 2">
            <a:hlinkClick r:id="rId14" action="ppaction://hlinksldjump"/>
            <a:extLst>
              <a:ext uri="{FF2B5EF4-FFF2-40B4-BE49-F238E27FC236}">
                <a16:creationId xmlns:a16="http://schemas.microsoft.com/office/drawing/2014/main" id="{85088D81-A0B1-C6A2-8F43-E9EBAD952D85}"/>
              </a:ext>
            </a:extLst>
          </p:cNvPr>
          <p:cNvSpPr>
            <a:spLocks noGrp="1"/>
          </p:cNvSpPr>
          <p:nvPr>
            <p:custDataLst>
              <p:tags r:id="rId5"/>
            </p:custDataLst>
          </p:nvPr>
        </p:nvSpPr>
        <p:spPr bwMode="auto">
          <a:xfrm>
            <a:off x="4445889" y="2328863"/>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Summary: Tech &amp; AI Results</a:t>
            </a:r>
          </a:p>
        </p:txBody>
      </p:sp>
      <p:sp>
        <p:nvSpPr>
          <p:cNvPr id="3" name="Text Placeholder 2">
            <a:hlinkClick r:id="rId15" action="ppaction://hlinksldjump"/>
            <a:extLst>
              <a:ext uri="{FF2B5EF4-FFF2-40B4-BE49-F238E27FC236}">
                <a16:creationId xmlns:a16="http://schemas.microsoft.com/office/drawing/2014/main" id="{3B7E9A50-8BE2-9007-0BD5-08368C7A08DC}"/>
              </a:ext>
            </a:extLst>
          </p:cNvPr>
          <p:cNvSpPr>
            <a:spLocks noGrp="1"/>
          </p:cNvSpPr>
          <p:nvPr>
            <p:custDataLst>
              <p:tags r:id="rId6"/>
            </p:custDataLst>
          </p:nvPr>
        </p:nvSpPr>
        <p:spPr bwMode="auto">
          <a:xfrm>
            <a:off x="4445889" y="3059113"/>
            <a:ext cx="7191375" cy="458788"/>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Recommendations &amp; Roadmap</a:t>
            </a:r>
          </a:p>
        </p:txBody>
      </p:sp>
      <p:sp>
        <p:nvSpPr>
          <p:cNvPr id="56" name="Text Placeholder 2">
            <a:hlinkClick r:id="rId14" action="ppaction://hlinksldjump"/>
            <a:extLst>
              <a:ext uri="{FF2B5EF4-FFF2-40B4-BE49-F238E27FC236}">
                <a16:creationId xmlns:a16="http://schemas.microsoft.com/office/drawing/2014/main" id="{439F1AAB-58B7-89ED-6B39-390D0D52F5F4}"/>
              </a:ext>
            </a:extLst>
          </p:cNvPr>
          <p:cNvSpPr>
            <a:spLocks noGrp="1"/>
          </p:cNvSpPr>
          <p:nvPr>
            <p:custDataLst>
              <p:tags r:id="rId7"/>
            </p:custDataLst>
          </p:nvPr>
        </p:nvSpPr>
        <p:spPr bwMode="auto">
          <a:xfrm>
            <a:off x="4445889" y="3790951"/>
            <a:ext cx="7191375" cy="457200"/>
          </a:xfrm>
          <a:prstGeom prst="rect">
            <a:avLst/>
          </a:prstGeom>
          <a:noFill/>
          <a:ln w="6350" algn="ctr">
            <a:noFill/>
          </a:ln>
          <a:extLst>
            <a:ext uri="{909E8E84-426E-40DD-AFC4-6F175D3DCCD1}">
              <a14:hiddenFill xmlns:a14="http://schemas.microsoft.com/office/drawing/2010/main">
                <a:solidFill>
                  <a:srgbClr val="F0F0F0"/>
                </a:solidFill>
              </a14:hiddenFill>
            </a:ext>
          </a:extLst>
        </p:spPr>
        <p:txBody>
          <a:bodyPr vert="horz" wrap="none" lIns="92075" tIns="90488" rIns="0" bIns="92075"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6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Appendix 1: Tech &amp; AI Results by Dimension</a:t>
            </a:r>
          </a:p>
        </p:txBody>
      </p:sp>
      <p:sp>
        <p:nvSpPr>
          <p:cNvPr id="5" name="2. Slide Title">
            <a:extLst>
              <a:ext uri="{FF2B5EF4-FFF2-40B4-BE49-F238E27FC236}">
                <a16:creationId xmlns:a16="http://schemas.microsoft.com/office/drawing/2014/main" id="{1599E947-F637-FE16-6BFC-EB75457DA65F}"/>
              </a:ext>
            </a:extLst>
          </p:cNvPr>
          <p:cNvSpPr>
            <a:spLocks noGrp="1"/>
          </p:cNvSpPr>
          <p:nvPr>
            <p:ph type="title"/>
            <p:custDataLst>
              <p:tags r:id="rId8"/>
            </p:custDataLst>
          </p:nvPr>
        </p:nvSpPr>
        <p:spPr>
          <a:xfrm>
            <a:off x="554736" y="3175256"/>
            <a:ext cx="2514600" cy="338554"/>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AU" noProof="0">
                <a:latin typeface="+mj-lt"/>
              </a:rPr>
              <a:t>Contents</a:t>
            </a:r>
          </a:p>
        </p:txBody>
      </p:sp>
      <p:sp>
        <p:nvSpPr>
          <p:cNvPr id="2" name="Subtitle 1">
            <a:extLst>
              <a:ext uri="{FF2B5EF4-FFF2-40B4-BE49-F238E27FC236}">
                <a16:creationId xmlns:a16="http://schemas.microsoft.com/office/drawing/2014/main" id="{7735DBA0-3B5E-9E38-CCE9-954A655A3EB0}"/>
              </a:ext>
            </a:extLst>
          </p:cNvPr>
          <p:cNvSpPr>
            <a:spLocks noGrp="1"/>
          </p:cNvSpPr>
          <p:nvPr>
            <p:ph type="subTitle" idx="1"/>
          </p:nvPr>
        </p:nvSpPr>
        <p:spPr/>
        <p:txBody>
          <a:bodyPr/>
          <a:lstStyle/>
          <a:p>
            <a:endParaRPr lang="en-CA"/>
          </a:p>
        </p:txBody>
      </p:sp>
      <p:sp>
        <p:nvSpPr>
          <p:cNvPr id="4" name="Text Placeholder 3">
            <a:extLst>
              <a:ext uri="{FF2B5EF4-FFF2-40B4-BE49-F238E27FC236}">
                <a16:creationId xmlns:a16="http://schemas.microsoft.com/office/drawing/2014/main" id="{C82444FA-2501-BBED-5405-15DF7B2C20CD}"/>
              </a:ext>
            </a:extLst>
          </p:cNvPr>
          <p:cNvSpPr>
            <a:spLocks noGrp="1"/>
          </p:cNvSpPr>
          <p:nvPr>
            <p:ph type="body" sz="quarter" idx="10"/>
          </p:nvPr>
        </p:nvSpPr>
        <p:spPr/>
        <p:txBody>
          <a:bodyPr/>
          <a:lstStyle/>
          <a:p>
            <a:endParaRPr lang="en-CA"/>
          </a:p>
        </p:txBody>
      </p:sp>
      <p:sp>
        <p:nvSpPr>
          <p:cNvPr id="9" name="Text Placeholder 2">
            <a:hlinkClick r:id="" action="ppaction://noaction"/>
            <a:extLst>
              <a:ext uri="{FF2B5EF4-FFF2-40B4-BE49-F238E27FC236}">
                <a16:creationId xmlns:a16="http://schemas.microsoft.com/office/drawing/2014/main" id="{62344B91-17F6-F019-DDCE-B74D1A77A8E2}"/>
              </a:ext>
            </a:extLst>
          </p:cNvPr>
          <p:cNvSpPr>
            <a:spLocks noGrp="1"/>
          </p:cNvSpPr>
          <p:nvPr>
            <p:custDataLst>
              <p:tags r:id="rId9"/>
            </p:custDataLst>
          </p:nvPr>
        </p:nvSpPr>
        <p:spPr bwMode="auto">
          <a:xfrm>
            <a:off x="4445889" y="4521200"/>
            <a:ext cx="7191375" cy="457200"/>
          </a:xfrm>
          <a:prstGeom prst="rect">
            <a:avLst/>
          </a:prstGeom>
          <a:solidFill>
            <a:schemeClr val="accent4"/>
          </a:solidFill>
          <a:ln w="6350" algn="ctr">
            <a:noFill/>
          </a:ln>
        </p:spPr>
        <p:txBody>
          <a:bodyPr vert="horz" wrap="none" lIns="92075" tIns="92075" rIns="0" bIns="90488"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AU" sz="1800" b="1"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rPr>
              <a:t>Appendix 2: Best Practice Definitions</a:t>
            </a:r>
          </a:p>
        </p:txBody>
      </p:sp>
    </p:spTree>
    <p:custDataLst>
      <p:tags r:id="rId1"/>
    </p:custDataLst>
    <p:extLst>
      <p:ext uri="{BB962C8B-B14F-4D97-AF65-F5344CB8AC3E}">
        <p14:creationId xmlns:p14="http://schemas.microsoft.com/office/powerpoint/2010/main" val="3723692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1239-A748-8E2D-6494-1C5413C6833E}"/>
            </a:ext>
          </a:extLst>
        </p:cNvPr>
        <p:cNvGrpSpPr/>
        <p:nvPr/>
      </p:nvGrpSpPr>
      <p:grpSpPr>
        <a:xfrm>
          <a:off x="0" y="0"/>
          <a:ext cx="0" cy="0"/>
          <a:chOff x="0" y="0"/>
          <a:chExt cx="0" cy="0"/>
        </a:xfrm>
      </p:grpSpPr>
      <p:graphicFrame>
        <p:nvGraphicFramePr>
          <p:cNvPr id="36" name="Object 2" hidden="1">
            <a:extLst>
              <a:ext uri="{FF2B5EF4-FFF2-40B4-BE49-F238E27FC236}">
                <a16:creationId xmlns:a16="http://schemas.microsoft.com/office/drawing/2014/main" id="{1030E9DF-B365-A5D9-8679-15E846CE023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36" name="Object 2" hidden="1">
                        <a:extLst>
                          <a:ext uri="{FF2B5EF4-FFF2-40B4-BE49-F238E27FC236}">
                            <a16:creationId xmlns:a16="http://schemas.microsoft.com/office/drawing/2014/main" id="{1030E9DF-B365-A5D9-8679-15E846CE023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5" name="Rectangle 1" hidden="1">
            <a:extLst>
              <a:ext uri="{FF2B5EF4-FFF2-40B4-BE49-F238E27FC236}">
                <a16:creationId xmlns:a16="http://schemas.microsoft.com/office/drawing/2014/main" id="{A3A0CC07-34E6-C0B5-9549-D6DE47107455}"/>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7" name="Straight Connector 36">
            <a:extLst>
              <a:ext uri="{FF2B5EF4-FFF2-40B4-BE49-F238E27FC236}">
                <a16:creationId xmlns:a16="http://schemas.microsoft.com/office/drawing/2014/main" id="{9DA3D92B-8848-1AB6-F190-433563AC2054}"/>
              </a:ext>
            </a:extLst>
          </p:cNvPr>
          <p:cNvCxnSpPr/>
          <p:nvPr/>
        </p:nvCxnSpPr>
        <p:spPr>
          <a:xfrm>
            <a:off x="4671220" y="1995113"/>
            <a:ext cx="6967728"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3C3BDBC-DF58-6420-D61E-F211F6352549}"/>
              </a:ext>
            </a:extLst>
          </p:cNvPr>
          <p:cNvSpPr txBox="1"/>
          <p:nvPr/>
        </p:nvSpPr>
        <p:spPr>
          <a:xfrm>
            <a:off x="553052" y="1669613"/>
            <a:ext cx="3476015"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Management Practices</a:t>
            </a:r>
          </a:p>
        </p:txBody>
      </p:sp>
      <p:sp>
        <p:nvSpPr>
          <p:cNvPr id="14" name="TextBox 13">
            <a:extLst>
              <a:ext uri="{FF2B5EF4-FFF2-40B4-BE49-F238E27FC236}">
                <a16:creationId xmlns:a16="http://schemas.microsoft.com/office/drawing/2014/main" id="{C463ABE3-260B-910D-B19C-20401ACE8A7F}"/>
              </a:ext>
            </a:extLst>
          </p:cNvPr>
          <p:cNvSpPr txBox="1"/>
          <p:nvPr/>
        </p:nvSpPr>
        <p:spPr>
          <a:xfrm>
            <a:off x="4671220" y="1669613"/>
            <a:ext cx="6967728"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Best practice definitions</a:t>
            </a:r>
          </a:p>
        </p:txBody>
      </p:sp>
      <p:cxnSp>
        <p:nvCxnSpPr>
          <p:cNvPr id="85" name="Straight Connector 84">
            <a:extLst>
              <a:ext uri="{FF2B5EF4-FFF2-40B4-BE49-F238E27FC236}">
                <a16:creationId xmlns:a16="http://schemas.microsoft.com/office/drawing/2014/main" id="{3A4EBD58-5772-6453-7A02-2A8AD8AC951E}"/>
              </a:ext>
            </a:extLst>
          </p:cNvPr>
          <p:cNvCxnSpPr/>
          <p:nvPr/>
        </p:nvCxnSpPr>
        <p:spPr>
          <a:xfrm>
            <a:off x="558660" y="1995113"/>
            <a:ext cx="34760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2. Slide Title">
            <a:extLst>
              <a:ext uri="{FF2B5EF4-FFF2-40B4-BE49-F238E27FC236}">
                <a16:creationId xmlns:a16="http://schemas.microsoft.com/office/drawing/2014/main" id="{2A3834C6-C43C-9365-7654-2ED2910AB27E}"/>
              </a:ext>
            </a:extLst>
          </p:cNvPr>
          <p:cNvSpPr txBox="1">
            <a:spLocks/>
          </p:cNvSpPr>
          <p:nvPr>
            <p:custDataLst>
              <p:tags r:id="rId4"/>
            </p:custDataLst>
          </p:nvPr>
        </p:nvSpPr>
        <p:spPr>
          <a:xfrm>
            <a:off x="554736" y="220655"/>
            <a:ext cx="3465576" cy="769441"/>
          </a:xfrm>
          <a:prstGeom prst="rect">
            <a:avLst/>
          </a:prstGeom>
        </p:spPr>
        <p:txBody>
          <a:bodyPr vert="horz" wrap="square" lIns="0" tIns="0" rIns="0" bIns="0" rtlCol="0" anchor="b" anchorCtr="0">
            <a:spAutoFit/>
          </a:bodyPr>
          <a:lstStyle>
            <a:lvl1pPr>
              <a:lnSpc>
                <a:spcPct val="100000"/>
              </a:lnSpc>
              <a:spcBef>
                <a:spcPct val="0"/>
              </a:spcBef>
              <a:buNone/>
              <a:defRPr lang="ru-RU" sz="2400" b="1" spc="0" baseline="0" dirty="0">
                <a:ln w="6350" cap="flat">
                  <a:noFill/>
                  <a:miter lim="800000"/>
                </a:ln>
                <a:solidFill>
                  <a:srgbClr val="191C1E"/>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a:ln w="6350" cap="flat">
                  <a:noFill/>
                  <a:miter lim="800000"/>
                </a:ln>
                <a:solidFill>
                  <a:srgbClr val="191C1E"/>
                </a:solidFill>
                <a:effectLst/>
                <a:uLnTx/>
                <a:uFillTx/>
                <a:latin typeface="Georgia"/>
                <a:ea typeface="+mj-ea"/>
                <a:cs typeface="Tahoma" panose="020B0604030504040204" pitchFamily="34" charset="0"/>
              </a:rPr>
              <a:t>Strategy</a:t>
            </a:r>
          </a:p>
        </p:txBody>
      </p:sp>
      <p:sp>
        <p:nvSpPr>
          <p:cNvPr id="44" name="Text Placeholder 43">
            <a:extLst>
              <a:ext uri="{FF2B5EF4-FFF2-40B4-BE49-F238E27FC236}">
                <a16:creationId xmlns:a16="http://schemas.microsoft.com/office/drawing/2014/main" id="{0C3BBF27-5C31-9008-277E-51B533D9CC08}"/>
              </a:ext>
            </a:extLst>
          </p:cNvPr>
          <p:cNvSpPr>
            <a:spLocks noGrp="1"/>
          </p:cNvSpPr>
          <p:nvPr>
            <p:ph type="body" sz="quarter" idx="10"/>
          </p:nvPr>
        </p:nvSpPr>
        <p:spPr/>
        <p:txBody>
          <a:bodyPr/>
          <a:lstStyle/>
          <a:p>
            <a:endParaRPr lang="en-US">
              <a:cs typeface="Tahoma" panose="020B0604030504040204" pitchFamily="34" charset="0"/>
            </a:endParaRPr>
          </a:p>
        </p:txBody>
      </p:sp>
      <p:grpSp>
        <p:nvGrpSpPr>
          <p:cNvPr id="49" name="Group 48">
            <a:extLst>
              <a:ext uri="{FF2B5EF4-FFF2-40B4-BE49-F238E27FC236}">
                <a16:creationId xmlns:a16="http://schemas.microsoft.com/office/drawing/2014/main" id="{80809D04-B313-F5EC-CD26-DEBF25530AD8}"/>
              </a:ext>
            </a:extLst>
          </p:cNvPr>
          <p:cNvGrpSpPr/>
          <p:nvPr/>
        </p:nvGrpSpPr>
        <p:grpSpPr>
          <a:xfrm>
            <a:off x="558660" y="2601355"/>
            <a:ext cx="11080288" cy="0"/>
            <a:chOff x="558660" y="2622899"/>
            <a:chExt cx="11080288" cy="0"/>
          </a:xfrm>
        </p:grpSpPr>
        <p:cxnSp>
          <p:nvCxnSpPr>
            <p:cNvPr id="63" name="Straight Connector 62">
              <a:extLst>
                <a:ext uri="{FF2B5EF4-FFF2-40B4-BE49-F238E27FC236}">
                  <a16:creationId xmlns:a16="http://schemas.microsoft.com/office/drawing/2014/main" id="{F95BA7F7-0ADB-4C15-F0B6-FC6BE4E981F4}"/>
                </a:ext>
              </a:extLst>
            </p:cNvPr>
            <p:cNvCxnSpPr>
              <a:cxnSpLocks/>
            </p:cNvCxnSpPr>
            <p:nvPr/>
          </p:nvCxnSpPr>
          <p:spPr>
            <a:xfrm>
              <a:off x="4671220" y="2622899"/>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FA8BF7C-0ADF-0C5F-5898-2D1967492044}"/>
                </a:ext>
              </a:extLst>
            </p:cNvPr>
            <p:cNvCxnSpPr>
              <a:cxnSpLocks/>
            </p:cNvCxnSpPr>
            <p:nvPr/>
          </p:nvCxnSpPr>
          <p:spPr>
            <a:xfrm>
              <a:off x="558660" y="2622899"/>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16495F36-6B66-C216-FE75-E86D4D2B5AA4}"/>
              </a:ext>
            </a:extLst>
          </p:cNvPr>
          <p:cNvGrpSpPr/>
          <p:nvPr/>
        </p:nvGrpSpPr>
        <p:grpSpPr>
          <a:xfrm>
            <a:off x="558660" y="3214500"/>
            <a:ext cx="11080288" cy="0"/>
            <a:chOff x="558660" y="3279132"/>
            <a:chExt cx="11080288" cy="0"/>
          </a:xfrm>
        </p:grpSpPr>
        <p:cxnSp>
          <p:nvCxnSpPr>
            <p:cNvPr id="64" name="Straight Connector 63">
              <a:extLst>
                <a:ext uri="{FF2B5EF4-FFF2-40B4-BE49-F238E27FC236}">
                  <a16:creationId xmlns:a16="http://schemas.microsoft.com/office/drawing/2014/main" id="{F49D4889-16EB-DE4B-0983-DC37609D5259}"/>
                </a:ext>
              </a:extLst>
            </p:cNvPr>
            <p:cNvCxnSpPr>
              <a:cxnSpLocks/>
            </p:cNvCxnSpPr>
            <p:nvPr/>
          </p:nvCxnSpPr>
          <p:spPr>
            <a:xfrm>
              <a:off x="4671220" y="3279132"/>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761A3DF-8512-5542-0146-39CD95DF4B21}"/>
                </a:ext>
              </a:extLst>
            </p:cNvPr>
            <p:cNvCxnSpPr>
              <a:cxnSpLocks/>
            </p:cNvCxnSpPr>
            <p:nvPr/>
          </p:nvCxnSpPr>
          <p:spPr>
            <a:xfrm>
              <a:off x="558660" y="3279132"/>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BC7BA5EC-AADD-4FFB-CA1B-CB6EA2ED8691}"/>
              </a:ext>
            </a:extLst>
          </p:cNvPr>
          <p:cNvGrpSpPr/>
          <p:nvPr/>
        </p:nvGrpSpPr>
        <p:grpSpPr>
          <a:xfrm>
            <a:off x="558660" y="3827645"/>
            <a:ext cx="11080288" cy="0"/>
            <a:chOff x="558660" y="3935365"/>
            <a:chExt cx="11080288" cy="0"/>
          </a:xfrm>
        </p:grpSpPr>
        <p:cxnSp>
          <p:nvCxnSpPr>
            <p:cNvPr id="65" name="Straight Connector 64">
              <a:extLst>
                <a:ext uri="{FF2B5EF4-FFF2-40B4-BE49-F238E27FC236}">
                  <a16:creationId xmlns:a16="http://schemas.microsoft.com/office/drawing/2014/main" id="{979E5C93-70E1-7CFC-41C4-3C5AFFEA2DDB}"/>
                </a:ext>
              </a:extLst>
            </p:cNvPr>
            <p:cNvCxnSpPr>
              <a:cxnSpLocks/>
            </p:cNvCxnSpPr>
            <p:nvPr/>
          </p:nvCxnSpPr>
          <p:spPr>
            <a:xfrm>
              <a:off x="4671220" y="3935365"/>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66AC0F-C5F9-6EAC-B1EE-77748B371500}"/>
                </a:ext>
              </a:extLst>
            </p:cNvPr>
            <p:cNvCxnSpPr>
              <a:cxnSpLocks/>
            </p:cNvCxnSpPr>
            <p:nvPr/>
          </p:nvCxnSpPr>
          <p:spPr>
            <a:xfrm>
              <a:off x="558660" y="3935365"/>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0BFF2DAA-439A-0C4C-C4FC-359A3C088608}"/>
              </a:ext>
            </a:extLst>
          </p:cNvPr>
          <p:cNvGrpSpPr/>
          <p:nvPr/>
        </p:nvGrpSpPr>
        <p:grpSpPr>
          <a:xfrm>
            <a:off x="553052" y="2079339"/>
            <a:ext cx="11080288" cy="430887"/>
            <a:chOff x="553052" y="2117439"/>
            <a:chExt cx="11080288" cy="430887"/>
          </a:xfrm>
        </p:grpSpPr>
        <p:sp>
          <p:nvSpPr>
            <p:cNvPr id="10" name="Rectangle 286">
              <a:extLst>
                <a:ext uri="{FF2B5EF4-FFF2-40B4-BE49-F238E27FC236}">
                  <a16:creationId xmlns:a16="http://schemas.microsoft.com/office/drawing/2014/main" id="{17B49842-3C65-0124-4360-07793292AD8A}"/>
                </a:ext>
              </a:extLst>
            </p:cNvPr>
            <p:cNvSpPr txBox="1">
              <a:spLocks noChangeArrowheads="1"/>
            </p:cNvSpPr>
            <p:nvPr/>
          </p:nvSpPr>
          <p:spPr bwMode="auto">
            <a:xfrm>
              <a:off x="553052" y="211743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Bold, long-term vision</a:t>
              </a:r>
            </a:p>
          </p:txBody>
        </p:sp>
        <p:sp>
          <p:nvSpPr>
            <p:cNvPr id="39" name="TextBox 38">
              <a:extLst>
                <a:ext uri="{FF2B5EF4-FFF2-40B4-BE49-F238E27FC236}">
                  <a16:creationId xmlns:a16="http://schemas.microsoft.com/office/drawing/2014/main" id="{52BA76CD-09F0-59BB-6CC3-5B0DD1220870}"/>
                </a:ext>
              </a:extLst>
            </p:cNvPr>
            <p:cNvSpPr txBox="1"/>
            <p:nvPr/>
          </p:nvSpPr>
          <p:spPr>
            <a:xfrm>
              <a:off x="4665612" y="2117439"/>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IN"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have a clear, enterprise-wide Tech &amp; AI vision aligned to business strategy, focused on priority value pools and sources of competitive advantage.</a:t>
              </a:r>
              <a:endPar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grpSp>
      <p:grpSp>
        <p:nvGrpSpPr>
          <p:cNvPr id="28" name="Group 27">
            <a:extLst>
              <a:ext uri="{FF2B5EF4-FFF2-40B4-BE49-F238E27FC236}">
                <a16:creationId xmlns:a16="http://schemas.microsoft.com/office/drawing/2014/main" id="{6ACCF579-8E53-4870-A4A1-38CAA6F20DE4}"/>
              </a:ext>
            </a:extLst>
          </p:cNvPr>
          <p:cNvGrpSpPr/>
          <p:nvPr/>
        </p:nvGrpSpPr>
        <p:grpSpPr>
          <a:xfrm>
            <a:off x="553052" y="2692484"/>
            <a:ext cx="11080288" cy="430887"/>
            <a:chOff x="553052" y="2783979"/>
            <a:chExt cx="11080288" cy="430887"/>
          </a:xfrm>
        </p:grpSpPr>
        <p:sp>
          <p:nvSpPr>
            <p:cNvPr id="18" name="Rectangle 286">
              <a:extLst>
                <a:ext uri="{FF2B5EF4-FFF2-40B4-BE49-F238E27FC236}">
                  <a16:creationId xmlns:a16="http://schemas.microsoft.com/office/drawing/2014/main" id="{E94DA6A7-F2AB-4C08-1A19-76467C0E9BE8}"/>
                </a:ext>
              </a:extLst>
            </p:cNvPr>
            <p:cNvSpPr txBox="1">
              <a:spLocks noChangeArrowheads="1"/>
            </p:cNvSpPr>
            <p:nvPr/>
          </p:nvSpPr>
          <p:spPr bwMode="auto">
            <a:xfrm>
              <a:off x="553052" y="278397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Linked to business strategy</a:t>
              </a:r>
            </a:p>
          </p:txBody>
        </p:sp>
        <p:sp>
          <p:nvSpPr>
            <p:cNvPr id="43" name="TextBox 42">
              <a:extLst>
                <a:ext uri="{FF2B5EF4-FFF2-40B4-BE49-F238E27FC236}">
                  <a16:creationId xmlns:a16="http://schemas.microsoft.com/office/drawing/2014/main" id="{C7A6CC2E-03E6-B095-36E3-421AD0195E97}"/>
                </a:ext>
              </a:extLst>
            </p:cNvPr>
            <p:cNvSpPr txBox="1"/>
            <p:nvPr/>
          </p:nvSpPr>
          <p:spPr>
            <a:xfrm>
              <a:off x="4665612" y="2783979"/>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IN"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have a clear Tech &amp; AI strategy, integrated with business strategy, with ownership from senior leadership and shared accountability for priorities, trade-offs, and outcomes.</a:t>
              </a:r>
            </a:p>
          </p:txBody>
        </p:sp>
      </p:grpSp>
      <p:grpSp>
        <p:nvGrpSpPr>
          <p:cNvPr id="27" name="Group 26">
            <a:extLst>
              <a:ext uri="{FF2B5EF4-FFF2-40B4-BE49-F238E27FC236}">
                <a16:creationId xmlns:a16="http://schemas.microsoft.com/office/drawing/2014/main" id="{87F13249-7AF3-0FE3-0B42-3C5D0FA70001}"/>
              </a:ext>
            </a:extLst>
          </p:cNvPr>
          <p:cNvGrpSpPr/>
          <p:nvPr/>
        </p:nvGrpSpPr>
        <p:grpSpPr>
          <a:xfrm>
            <a:off x="553052" y="3305629"/>
            <a:ext cx="11080288" cy="430887"/>
            <a:chOff x="553052" y="3409433"/>
            <a:chExt cx="11080288" cy="430887"/>
          </a:xfrm>
        </p:grpSpPr>
        <p:sp>
          <p:nvSpPr>
            <p:cNvPr id="24" name="Rectangle 286">
              <a:extLst>
                <a:ext uri="{FF2B5EF4-FFF2-40B4-BE49-F238E27FC236}">
                  <a16:creationId xmlns:a16="http://schemas.microsoft.com/office/drawing/2014/main" id="{95F652EF-516D-E873-0FAE-8D9F28771C99}"/>
                </a:ext>
              </a:extLst>
            </p:cNvPr>
            <p:cNvSpPr txBox="1">
              <a:spLocks noChangeArrowheads="1"/>
            </p:cNvSpPr>
            <p:nvPr/>
          </p:nvSpPr>
          <p:spPr bwMode="auto">
            <a:xfrm>
              <a:off x="553052" y="3409433"/>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Executive alignment</a:t>
              </a:r>
            </a:p>
          </p:txBody>
        </p:sp>
        <p:sp>
          <p:nvSpPr>
            <p:cNvPr id="47" name="TextBox 46">
              <a:extLst>
                <a:ext uri="{FF2B5EF4-FFF2-40B4-BE49-F238E27FC236}">
                  <a16:creationId xmlns:a16="http://schemas.microsoft.com/office/drawing/2014/main" id="{F0C76D25-581A-295B-F2B9-F1830487C187}"/>
                </a:ext>
              </a:extLst>
            </p:cNvPr>
            <p:cNvSpPr txBox="1"/>
            <p:nvPr/>
          </p:nvSpPr>
          <p:spPr>
            <a:xfrm>
              <a:off x="4665612" y="3409433"/>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IN"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Our leaders actively build Tech &amp; AI capability, make informed decisions and lead transformation, with strong C-level ownership and alignment across the business.</a:t>
              </a:r>
            </a:p>
          </p:txBody>
        </p:sp>
      </p:grpSp>
      <p:grpSp>
        <p:nvGrpSpPr>
          <p:cNvPr id="26" name="Group 25">
            <a:extLst>
              <a:ext uri="{FF2B5EF4-FFF2-40B4-BE49-F238E27FC236}">
                <a16:creationId xmlns:a16="http://schemas.microsoft.com/office/drawing/2014/main" id="{0F00E790-3B1B-62F5-DA83-625AB270B440}"/>
              </a:ext>
            </a:extLst>
          </p:cNvPr>
          <p:cNvGrpSpPr/>
          <p:nvPr/>
        </p:nvGrpSpPr>
        <p:grpSpPr>
          <a:xfrm>
            <a:off x="553052" y="3918774"/>
            <a:ext cx="11080288" cy="646331"/>
            <a:chOff x="553052" y="4063574"/>
            <a:chExt cx="11080288" cy="646331"/>
          </a:xfrm>
        </p:grpSpPr>
        <p:sp>
          <p:nvSpPr>
            <p:cNvPr id="60" name="Rectangle 286">
              <a:extLst>
                <a:ext uri="{FF2B5EF4-FFF2-40B4-BE49-F238E27FC236}">
                  <a16:creationId xmlns:a16="http://schemas.microsoft.com/office/drawing/2014/main" id="{EE7B09B5-C844-DEF6-A4E0-4641102EC4A0}"/>
                </a:ext>
              </a:extLst>
            </p:cNvPr>
            <p:cNvSpPr txBox="1">
              <a:spLocks noChangeArrowheads="1"/>
            </p:cNvSpPr>
            <p:nvPr/>
          </p:nvSpPr>
          <p:spPr bwMode="auto">
            <a:xfrm>
              <a:off x="553052" y="4063574"/>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Ecosystem, Platform and Partnerships</a:t>
              </a:r>
            </a:p>
          </p:txBody>
        </p:sp>
        <p:sp>
          <p:nvSpPr>
            <p:cNvPr id="61" name="TextBox 60">
              <a:extLst>
                <a:ext uri="{FF2B5EF4-FFF2-40B4-BE49-F238E27FC236}">
                  <a16:creationId xmlns:a16="http://schemas.microsoft.com/office/drawing/2014/main" id="{BC0FEF03-80ED-6607-3836-BE61CECECAA0}"/>
                </a:ext>
              </a:extLst>
            </p:cNvPr>
            <p:cNvSpPr txBox="1"/>
            <p:nvPr/>
          </p:nvSpPr>
          <p:spPr>
            <a:xfrm>
              <a:off x="4665612" y="4063574"/>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balance building best-in-class Tech &amp; AI capabilities in house with strong external partnerships, </a:t>
              </a:r>
              <a:r>
                <a:rPr kumimoji="0" lang="en-IN"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leveraging partners to accelerate speed, manage risk, and scale without over-dependence.</a:t>
              </a:r>
              <a:endPar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grpSp>
      <p:grpSp>
        <p:nvGrpSpPr>
          <p:cNvPr id="25" name="Group 24">
            <a:extLst>
              <a:ext uri="{FF2B5EF4-FFF2-40B4-BE49-F238E27FC236}">
                <a16:creationId xmlns:a16="http://schemas.microsoft.com/office/drawing/2014/main" id="{D35CFDCC-A449-774C-85F5-7445E3D339A4}"/>
              </a:ext>
            </a:extLst>
          </p:cNvPr>
          <p:cNvGrpSpPr/>
          <p:nvPr/>
        </p:nvGrpSpPr>
        <p:grpSpPr>
          <a:xfrm>
            <a:off x="553052" y="4747363"/>
            <a:ext cx="11080288" cy="646331"/>
            <a:chOff x="553052" y="4958535"/>
            <a:chExt cx="11080288" cy="646331"/>
          </a:xfrm>
        </p:grpSpPr>
        <p:sp>
          <p:nvSpPr>
            <p:cNvPr id="68" name="Rectangle 286">
              <a:extLst>
                <a:ext uri="{FF2B5EF4-FFF2-40B4-BE49-F238E27FC236}">
                  <a16:creationId xmlns:a16="http://schemas.microsoft.com/office/drawing/2014/main" id="{9D8EE7BB-9DFE-C925-9767-4DD8CFF09836}"/>
                </a:ext>
              </a:extLst>
            </p:cNvPr>
            <p:cNvSpPr txBox="1">
              <a:spLocks noChangeArrowheads="1"/>
            </p:cNvSpPr>
            <p:nvPr/>
          </p:nvSpPr>
          <p:spPr bwMode="auto">
            <a:xfrm>
              <a:off x="553052" y="4958535"/>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Business Case</a:t>
              </a:r>
            </a:p>
          </p:txBody>
        </p:sp>
        <p:sp>
          <p:nvSpPr>
            <p:cNvPr id="69" name="TextBox 68">
              <a:extLst>
                <a:ext uri="{FF2B5EF4-FFF2-40B4-BE49-F238E27FC236}">
                  <a16:creationId xmlns:a16="http://schemas.microsoft.com/office/drawing/2014/main" id="{6657E54D-D70D-E4C4-C2C6-9F7824C1EB26}"/>
                </a:ext>
              </a:extLst>
            </p:cNvPr>
            <p:cNvSpPr txBox="1"/>
            <p:nvPr/>
          </p:nvSpPr>
          <p:spPr>
            <a:xfrm>
              <a:off x="4665612" y="4958535"/>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There is clear prioritisation across our full value chain, and a value-backed roadmap that is aligned to our Tech &amp; AI strategy and supported by a substantial financial commitment.</a:t>
              </a:r>
            </a:p>
          </p:txBody>
        </p:sp>
      </p:grpSp>
      <p:grpSp>
        <p:nvGrpSpPr>
          <p:cNvPr id="31" name="Group 30">
            <a:extLst>
              <a:ext uri="{FF2B5EF4-FFF2-40B4-BE49-F238E27FC236}">
                <a16:creationId xmlns:a16="http://schemas.microsoft.com/office/drawing/2014/main" id="{7FE39642-2B82-6E77-27F7-C0261B732636}"/>
              </a:ext>
            </a:extLst>
          </p:cNvPr>
          <p:cNvGrpSpPr/>
          <p:nvPr/>
        </p:nvGrpSpPr>
        <p:grpSpPr>
          <a:xfrm>
            <a:off x="558660" y="4656234"/>
            <a:ext cx="11080288" cy="0"/>
            <a:chOff x="558660" y="4797509"/>
            <a:chExt cx="11080288" cy="0"/>
          </a:xfrm>
        </p:grpSpPr>
        <p:cxnSp>
          <p:nvCxnSpPr>
            <p:cNvPr id="70" name="Straight Connector 69">
              <a:extLst>
                <a:ext uri="{FF2B5EF4-FFF2-40B4-BE49-F238E27FC236}">
                  <a16:creationId xmlns:a16="http://schemas.microsoft.com/office/drawing/2014/main" id="{C2A4F938-12FF-093E-1CC8-757C2C2FE389}"/>
                </a:ext>
              </a:extLst>
            </p:cNvPr>
            <p:cNvCxnSpPr>
              <a:cxnSpLocks/>
            </p:cNvCxnSpPr>
            <p:nvPr/>
          </p:nvCxnSpPr>
          <p:spPr>
            <a:xfrm>
              <a:off x="4671220" y="4797509"/>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712B3E5-A26A-10DE-FF33-1565FEEB4661}"/>
                </a:ext>
              </a:extLst>
            </p:cNvPr>
            <p:cNvCxnSpPr>
              <a:cxnSpLocks/>
            </p:cNvCxnSpPr>
            <p:nvPr/>
          </p:nvCxnSpPr>
          <p:spPr>
            <a:xfrm>
              <a:off x="558660" y="4797509"/>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E070927-6EE8-C89E-2384-72E8CC4D92F8}"/>
                </a:ext>
              </a:extLst>
            </p:cNvPr>
            <p:cNvCxnSpPr>
              <a:cxnSpLocks/>
            </p:cNvCxnSpPr>
            <p:nvPr/>
          </p:nvCxnSpPr>
          <p:spPr>
            <a:xfrm>
              <a:off x="4671220" y="4797509"/>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DF5DEC22-B51A-8C81-9885-00FF90B4DB82}"/>
              </a:ext>
            </a:extLst>
          </p:cNvPr>
          <p:cNvGrpSpPr/>
          <p:nvPr/>
        </p:nvGrpSpPr>
        <p:grpSpPr>
          <a:xfrm>
            <a:off x="553052" y="5575950"/>
            <a:ext cx="11080288" cy="646331"/>
            <a:chOff x="553052" y="5779150"/>
            <a:chExt cx="11080288" cy="646331"/>
          </a:xfrm>
        </p:grpSpPr>
        <p:sp>
          <p:nvSpPr>
            <p:cNvPr id="3" name="Rectangle 286">
              <a:extLst>
                <a:ext uri="{FF2B5EF4-FFF2-40B4-BE49-F238E27FC236}">
                  <a16:creationId xmlns:a16="http://schemas.microsoft.com/office/drawing/2014/main" id="{2D118FC4-A13E-1DDA-8E26-417AD6BD7A29}"/>
                </a:ext>
              </a:extLst>
            </p:cNvPr>
            <p:cNvSpPr txBox="1">
              <a:spLocks noChangeArrowheads="1"/>
            </p:cNvSpPr>
            <p:nvPr/>
          </p:nvSpPr>
          <p:spPr bwMode="auto">
            <a:xfrm>
              <a:off x="553052" y="5779150"/>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000000"/>
                  </a:solidFill>
                  <a:effectLst/>
                  <a:uLnTx/>
                  <a:uFillTx/>
                  <a:latin typeface="Tahoma"/>
                  <a:ea typeface="+mn-ea"/>
                  <a:cs typeface="Tahoma" panose="020B0604030504040204" pitchFamily="34" charset="0"/>
                </a:rPr>
                <a:t>Workflow Optimization</a:t>
              </a:r>
            </a:p>
          </p:txBody>
        </p:sp>
        <p:sp>
          <p:nvSpPr>
            <p:cNvPr id="4" name="TextBox 3">
              <a:extLst>
                <a:ext uri="{FF2B5EF4-FFF2-40B4-BE49-F238E27FC236}">
                  <a16:creationId xmlns:a16="http://schemas.microsoft.com/office/drawing/2014/main" id="{871B37D0-BADF-D738-1DAF-8155FE769A6D}"/>
                </a:ext>
              </a:extLst>
            </p:cNvPr>
            <p:cNvSpPr txBox="1"/>
            <p:nvPr/>
          </p:nvSpPr>
          <p:spPr>
            <a:xfrm>
              <a:off x="4665612" y="5779150"/>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design and optimize end-to-end, high-value workflows for AI and agentic execution, with clear roles, guardrails, and measurable outcomes, enabling scalable reuse across domains.</a:t>
              </a:r>
              <a:endParaRPr kumimoji="0" lang="en-US" sz="1400" b="0" i="0" u="none" strike="noStrike" kern="1200" cap="none" spc="0" normalizeH="0" baseline="0" noProof="0">
                <a:ln>
                  <a:noFill/>
                </a:ln>
                <a:solidFill>
                  <a:srgbClr val="000000"/>
                </a:solidFill>
                <a:effectLst/>
                <a:uLnTx/>
                <a:uFillTx/>
                <a:latin typeface="Tahoma"/>
                <a:ea typeface="+mn-ea"/>
                <a:cs typeface="Tahoma" panose="020B0604030504040204" pitchFamily="34" charset="0"/>
              </a:endParaRPr>
            </a:p>
          </p:txBody>
        </p:sp>
      </p:grpSp>
      <p:grpSp>
        <p:nvGrpSpPr>
          <p:cNvPr id="30" name="Group 29">
            <a:extLst>
              <a:ext uri="{FF2B5EF4-FFF2-40B4-BE49-F238E27FC236}">
                <a16:creationId xmlns:a16="http://schemas.microsoft.com/office/drawing/2014/main" id="{A2C0536D-C515-EDBB-B7C8-1DAD97219692}"/>
              </a:ext>
            </a:extLst>
          </p:cNvPr>
          <p:cNvGrpSpPr/>
          <p:nvPr/>
        </p:nvGrpSpPr>
        <p:grpSpPr>
          <a:xfrm>
            <a:off x="558660" y="5484823"/>
            <a:ext cx="11080288" cy="0"/>
            <a:chOff x="558660" y="5453024"/>
            <a:chExt cx="11080288" cy="0"/>
          </a:xfrm>
        </p:grpSpPr>
        <p:cxnSp>
          <p:nvCxnSpPr>
            <p:cNvPr id="5" name="Straight Connector 4">
              <a:extLst>
                <a:ext uri="{FF2B5EF4-FFF2-40B4-BE49-F238E27FC236}">
                  <a16:creationId xmlns:a16="http://schemas.microsoft.com/office/drawing/2014/main" id="{D5CB3633-9949-6BF7-A583-77FC3CBAFA37}"/>
                </a:ext>
              </a:extLst>
            </p:cNvPr>
            <p:cNvCxnSpPr>
              <a:cxnSpLocks/>
            </p:cNvCxnSpPr>
            <p:nvPr/>
          </p:nvCxnSpPr>
          <p:spPr>
            <a:xfrm>
              <a:off x="4671220" y="5453024"/>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408198A-EF64-CA58-0C83-9655899891B1}"/>
                </a:ext>
              </a:extLst>
            </p:cNvPr>
            <p:cNvCxnSpPr>
              <a:cxnSpLocks/>
            </p:cNvCxnSpPr>
            <p:nvPr/>
          </p:nvCxnSpPr>
          <p:spPr>
            <a:xfrm>
              <a:off x="558660" y="5453024"/>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F15F6DC-20D1-F54A-7A58-532B5CD0CCBE}"/>
                </a:ext>
              </a:extLst>
            </p:cNvPr>
            <p:cNvCxnSpPr>
              <a:cxnSpLocks/>
            </p:cNvCxnSpPr>
            <p:nvPr/>
          </p:nvCxnSpPr>
          <p:spPr>
            <a:xfrm>
              <a:off x="4671220" y="5453024"/>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6" name="5. Source">
            <a:extLst>
              <a:ext uri="{FF2B5EF4-FFF2-40B4-BE49-F238E27FC236}">
                <a16:creationId xmlns:a16="http://schemas.microsoft.com/office/drawing/2014/main" id="{C080950D-EFAA-D5CD-4C7D-39202B63932C}"/>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Tree>
    <p:custDataLst>
      <p:tags r:id="rId1"/>
    </p:custDataLst>
    <p:extLst>
      <p:ext uri="{BB962C8B-B14F-4D97-AF65-F5344CB8AC3E}">
        <p14:creationId xmlns:p14="http://schemas.microsoft.com/office/powerpoint/2010/main" val="1902583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6F8B5-4A62-C6E4-8B77-3B3A80392E10}"/>
            </a:ext>
          </a:extLst>
        </p:cNvPr>
        <p:cNvGrpSpPr/>
        <p:nvPr/>
      </p:nvGrpSpPr>
      <p:grpSpPr>
        <a:xfrm>
          <a:off x="0" y="0"/>
          <a:ext cx="0" cy="0"/>
          <a:chOff x="0" y="0"/>
          <a:chExt cx="0" cy="0"/>
        </a:xfrm>
      </p:grpSpPr>
      <p:graphicFrame>
        <p:nvGraphicFramePr>
          <p:cNvPr id="36" name="Object 2" hidden="1">
            <a:extLst>
              <a:ext uri="{FF2B5EF4-FFF2-40B4-BE49-F238E27FC236}">
                <a16:creationId xmlns:a16="http://schemas.microsoft.com/office/drawing/2014/main" id="{74FA1AB9-7ACF-4BC6-8945-E68EAA56CDC4}"/>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36" name="Object 2" hidden="1">
                        <a:extLst>
                          <a:ext uri="{FF2B5EF4-FFF2-40B4-BE49-F238E27FC236}">
                            <a16:creationId xmlns:a16="http://schemas.microsoft.com/office/drawing/2014/main" id="{74FA1AB9-7ACF-4BC6-8945-E68EAA56CDC4}"/>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5" name="Rectangle 1" hidden="1">
            <a:extLst>
              <a:ext uri="{FF2B5EF4-FFF2-40B4-BE49-F238E27FC236}">
                <a16:creationId xmlns:a16="http://schemas.microsoft.com/office/drawing/2014/main" id="{8E8ABAFD-FD80-1C09-361D-7FACBEE01A32}"/>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8" name="Straight Connector 37">
            <a:extLst>
              <a:ext uri="{FF2B5EF4-FFF2-40B4-BE49-F238E27FC236}">
                <a16:creationId xmlns:a16="http://schemas.microsoft.com/office/drawing/2014/main" id="{B74AD71E-771D-1E4E-7DBB-CA4404A456C0}"/>
              </a:ext>
            </a:extLst>
          </p:cNvPr>
          <p:cNvCxnSpPr/>
          <p:nvPr/>
        </p:nvCxnSpPr>
        <p:spPr>
          <a:xfrm>
            <a:off x="4671220" y="1995113"/>
            <a:ext cx="6967728"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E6FC8CF-9258-87AA-83AF-675182092DE5}"/>
              </a:ext>
            </a:extLst>
          </p:cNvPr>
          <p:cNvSpPr txBox="1"/>
          <p:nvPr/>
        </p:nvSpPr>
        <p:spPr>
          <a:xfrm>
            <a:off x="558660" y="1669613"/>
            <a:ext cx="3476015"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Management Practices</a:t>
            </a:r>
          </a:p>
        </p:txBody>
      </p:sp>
      <p:cxnSp>
        <p:nvCxnSpPr>
          <p:cNvPr id="42" name="Straight Connector 41">
            <a:extLst>
              <a:ext uri="{FF2B5EF4-FFF2-40B4-BE49-F238E27FC236}">
                <a16:creationId xmlns:a16="http://schemas.microsoft.com/office/drawing/2014/main" id="{42F8AB1C-52D6-2B4B-2898-8B1D1EEEED2C}"/>
              </a:ext>
            </a:extLst>
          </p:cNvPr>
          <p:cNvCxnSpPr/>
          <p:nvPr/>
        </p:nvCxnSpPr>
        <p:spPr>
          <a:xfrm>
            <a:off x="558660" y="1995113"/>
            <a:ext cx="34760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2. Slide Title">
            <a:extLst>
              <a:ext uri="{FF2B5EF4-FFF2-40B4-BE49-F238E27FC236}">
                <a16:creationId xmlns:a16="http://schemas.microsoft.com/office/drawing/2014/main" id="{27A4481F-DD9B-88B8-439E-E69F37CCEF55}"/>
              </a:ext>
            </a:extLst>
          </p:cNvPr>
          <p:cNvSpPr txBox="1">
            <a:spLocks/>
          </p:cNvSpPr>
          <p:nvPr>
            <p:custDataLst>
              <p:tags r:id="rId4"/>
            </p:custDataLst>
          </p:nvPr>
        </p:nvSpPr>
        <p:spPr>
          <a:xfrm>
            <a:off x="554736" y="220655"/>
            <a:ext cx="3465576" cy="769441"/>
          </a:xfrm>
          <a:prstGeom prst="rect">
            <a:avLst/>
          </a:prstGeom>
        </p:spPr>
        <p:txBody>
          <a:bodyPr vert="horz" wrap="square" lIns="0" tIns="0" rIns="0" bIns="0" rtlCol="0" anchor="b" anchorCtr="0">
            <a:spAutoFit/>
          </a:bodyPr>
          <a:lstStyle>
            <a:lvl1pPr>
              <a:lnSpc>
                <a:spcPct val="100000"/>
              </a:lnSpc>
              <a:spcBef>
                <a:spcPct val="0"/>
              </a:spcBef>
              <a:buNone/>
              <a:defRPr lang="ru-RU" sz="2400" b="1" spc="0" baseline="0" dirty="0">
                <a:ln w="6350" cap="flat">
                  <a:noFill/>
                  <a:miter lim="800000"/>
                </a:ln>
                <a:solidFill>
                  <a:srgbClr val="191C1E"/>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a:ln w="6350" cap="flat">
                  <a:noFill/>
                  <a:miter lim="800000"/>
                </a:ln>
                <a:solidFill>
                  <a:srgbClr val="191C1E"/>
                </a:solidFill>
                <a:effectLst/>
                <a:uLnTx/>
                <a:uFillTx/>
                <a:latin typeface="Georgia"/>
                <a:ea typeface="+mj-ea"/>
                <a:cs typeface="Tahoma" panose="020B0604030504040204" pitchFamily="34" charset="0"/>
              </a:rPr>
              <a:t>Talent</a:t>
            </a:r>
          </a:p>
        </p:txBody>
      </p:sp>
      <p:sp>
        <p:nvSpPr>
          <p:cNvPr id="2" name="TextBox 1">
            <a:extLst>
              <a:ext uri="{FF2B5EF4-FFF2-40B4-BE49-F238E27FC236}">
                <a16:creationId xmlns:a16="http://schemas.microsoft.com/office/drawing/2014/main" id="{3E785374-E1E1-C286-A6BC-F53D9DB1EE20}"/>
              </a:ext>
            </a:extLst>
          </p:cNvPr>
          <p:cNvSpPr txBox="1"/>
          <p:nvPr/>
        </p:nvSpPr>
        <p:spPr>
          <a:xfrm>
            <a:off x="4671220" y="1669613"/>
            <a:ext cx="6967728"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Best practice definitions</a:t>
            </a:r>
          </a:p>
        </p:txBody>
      </p:sp>
      <p:sp>
        <p:nvSpPr>
          <p:cNvPr id="17" name="Text Placeholder 16">
            <a:extLst>
              <a:ext uri="{FF2B5EF4-FFF2-40B4-BE49-F238E27FC236}">
                <a16:creationId xmlns:a16="http://schemas.microsoft.com/office/drawing/2014/main" id="{5BE268AB-547F-BB6C-1339-2CAB5F156344}"/>
              </a:ext>
            </a:extLst>
          </p:cNvPr>
          <p:cNvSpPr>
            <a:spLocks noGrp="1"/>
          </p:cNvSpPr>
          <p:nvPr>
            <p:ph type="body" sz="quarter" idx="10"/>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en-CA">
              <a:cs typeface="Tahoma" panose="020B0604030504040204" pitchFamily="34" charset="0"/>
            </a:endParaRPr>
          </a:p>
        </p:txBody>
      </p:sp>
      <p:grpSp>
        <p:nvGrpSpPr>
          <p:cNvPr id="23" name="Group 22">
            <a:extLst>
              <a:ext uri="{FF2B5EF4-FFF2-40B4-BE49-F238E27FC236}">
                <a16:creationId xmlns:a16="http://schemas.microsoft.com/office/drawing/2014/main" id="{C23D0695-BAE5-FEA7-2C8E-7C60497C2472}"/>
              </a:ext>
            </a:extLst>
          </p:cNvPr>
          <p:cNvGrpSpPr/>
          <p:nvPr/>
        </p:nvGrpSpPr>
        <p:grpSpPr>
          <a:xfrm>
            <a:off x="553052" y="2079339"/>
            <a:ext cx="11080288" cy="646331"/>
            <a:chOff x="558660" y="2117439"/>
            <a:chExt cx="11080288" cy="646331"/>
          </a:xfrm>
        </p:grpSpPr>
        <p:sp>
          <p:nvSpPr>
            <p:cNvPr id="10" name="Rectangle 286">
              <a:extLst>
                <a:ext uri="{FF2B5EF4-FFF2-40B4-BE49-F238E27FC236}">
                  <a16:creationId xmlns:a16="http://schemas.microsoft.com/office/drawing/2014/main" id="{7E375F7B-E38B-4F3D-EC8A-313ABFCD5998}"/>
                </a:ext>
              </a:extLst>
            </p:cNvPr>
            <p:cNvSpPr txBox="1">
              <a:spLocks noChangeArrowheads="1"/>
            </p:cNvSpPr>
            <p:nvPr/>
          </p:nvSpPr>
          <p:spPr bwMode="auto">
            <a:xfrm>
              <a:off x="558660" y="211743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Talent Planning</a:t>
              </a:r>
            </a:p>
          </p:txBody>
        </p:sp>
        <p:sp>
          <p:nvSpPr>
            <p:cNvPr id="39" name="TextBox 38">
              <a:extLst>
                <a:ext uri="{FF2B5EF4-FFF2-40B4-BE49-F238E27FC236}">
                  <a16:creationId xmlns:a16="http://schemas.microsoft.com/office/drawing/2014/main" id="{9F76A10D-6180-15BA-126F-AA7C8F90B793}"/>
                </a:ext>
              </a:extLst>
            </p:cNvPr>
            <p:cNvSpPr txBox="1"/>
            <p:nvPr/>
          </p:nvSpPr>
          <p:spPr>
            <a:xfrm>
              <a:off x="4671220" y="2117439"/>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have defined both Tech &amp; AI roles and skills needed to deliver our strategic AI outcomes, as well as comprehensive tracking of existing skill supply and quality; we have the right ratios of outsourced to internal Tech &amp; AI talent</a:t>
              </a:r>
            </a:p>
          </p:txBody>
        </p:sp>
      </p:grpSp>
      <p:grpSp>
        <p:nvGrpSpPr>
          <p:cNvPr id="29" name="Group 28">
            <a:extLst>
              <a:ext uri="{FF2B5EF4-FFF2-40B4-BE49-F238E27FC236}">
                <a16:creationId xmlns:a16="http://schemas.microsoft.com/office/drawing/2014/main" id="{AC5B0BBF-EC1A-99BC-6257-60C228F0FFCF}"/>
              </a:ext>
            </a:extLst>
          </p:cNvPr>
          <p:cNvGrpSpPr/>
          <p:nvPr/>
        </p:nvGrpSpPr>
        <p:grpSpPr>
          <a:xfrm>
            <a:off x="553052" y="2966542"/>
            <a:ext cx="11080288" cy="646331"/>
            <a:chOff x="558660" y="3151838"/>
            <a:chExt cx="11080288" cy="646331"/>
          </a:xfrm>
        </p:grpSpPr>
        <p:sp>
          <p:nvSpPr>
            <p:cNvPr id="18" name="Rectangle 286">
              <a:extLst>
                <a:ext uri="{FF2B5EF4-FFF2-40B4-BE49-F238E27FC236}">
                  <a16:creationId xmlns:a16="http://schemas.microsoft.com/office/drawing/2014/main" id="{2457DFAB-8162-2C9D-0504-ADF0E7D489ED}"/>
                </a:ext>
              </a:extLst>
            </p:cNvPr>
            <p:cNvSpPr txBox="1">
              <a:spLocks noChangeArrowheads="1"/>
            </p:cNvSpPr>
            <p:nvPr/>
          </p:nvSpPr>
          <p:spPr bwMode="auto">
            <a:xfrm>
              <a:off x="558660" y="3151838"/>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Attraction and Onboarding</a:t>
              </a:r>
            </a:p>
          </p:txBody>
        </p:sp>
        <p:sp>
          <p:nvSpPr>
            <p:cNvPr id="43" name="TextBox 42">
              <a:extLst>
                <a:ext uri="{FF2B5EF4-FFF2-40B4-BE49-F238E27FC236}">
                  <a16:creationId xmlns:a16="http://schemas.microsoft.com/office/drawing/2014/main" id="{5D75C76D-9F2B-850E-3FDC-ACC7A73B8628}"/>
                </a:ext>
              </a:extLst>
            </p:cNvPr>
            <p:cNvSpPr txBox="1"/>
            <p:nvPr/>
          </p:nvSpPr>
          <p:spPr>
            <a:xfrm>
              <a:off x="4671220" y="3151838"/>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have a well-defined value proposition to attract top-tier Tech &amp; AI talent; we hire from both traditional and nontraditional pools with targeted assessment criteria for </a:t>
              </a:r>
              <a:b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br>
              <a: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each role    </a:t>
              </a:r>
            </a:p>
          </p:txBody>
        </p:sp>
      </p:grpSp>
      <p:grpSp>
        <p:nvGrpSpPr>
          <p:cNvPr id="27" name="Group 26">
            <a:extLst>
              <a:ext uri="{FF2B5EF4-FFF2-40B4-BE49-F238E27FC236}">
                <a16:creationId xmlns:a16="http://schemas.microsoft.com/office/drawing/2014/main" id="{7396C96E-73FF-5B11-9EFF-1858E14DD9DF}"/>
              </a:ext>
            </a:extLst>
          </p:cNvPr>
          <p:cNvGrpSpPr/>
          <p:nvPr/>
        </p:nvGrpSpPr>
        <p:grpSpPr>
          <a:xfrm>
            <a:off x="553052" y="3853745"/>
            <a:ext cx="11080288" cy="646331"/>
            <a:chOff x="558660" y="4066826"/>
            <a:chExt cx="11080288" cy="646331"/>
          </a:xfrm>
        </p:grpSpPr>
        <p:sp>
          <p:nvSpPr>
            <p:cNvPr id="24" name="Rectangle 286">
              <a:extLst>
                <a:ext uri="{FF2B5EF4-FFF2-40B4-BE49-F238E27FC236}">
                  <a16:creationId xmlns:a16="http://schemas.microsoft.com/office/drawing/2014/main" id="{03C2DA86-4CB2-7B34-BCAF-54BE977DDDBE}"/>
                </a:ext>
              </a:extLst>
            </p:cNvPr>
            <p:cNvSpPr txBox="1">
              <a:spLocks noChangeArrowheads="1"/>
            </p:cNvSpPr>
            <p:nvPr/>
          </p:nvSpPr>
          <p:spPr bwMode="auto">
            <a:xfrm>
              <a:off x="558660" y="406682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Talent Development</a:t>
              </a:r>
            </a:p>
          </p:txBody>
        </p:sp>
        <p:sp>
          <p:nvSpPr>
            <p:cNvPr id="47" name="TextBox 46">
              <a:extLst>
                <a:ext uri="{FF2B5EF4-FFF2-40B4-BE49-F238E27FC236}">
                  <a16:creationId xmlns:a16="http://schemas.microsoft.com/office/drawing/2014/main" id="{61148156-F9FC-A1B7-0327-44BA27BE8ED0}"/>
                </a:ext>
              </a:extLst>
            </p:cNvPr>
            <p:cNvSpPr txBox="1"/>
            <p:nvPr/>
          </p:nvSpPr>
          <p:spPr>
            <a:xfrm>
              <a:off x="4671220" y="406682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IN"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have a structured, role-based development model aligned to our Tech &amp; AI strategy, building deep expertise to engineer, deploy, and scale advanced AI systems, with leaders actively driving customer-centric transformation</a:t>
              </a:r>
              <a:endPar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grpSp>
      <p:grpSp>
        <p:nvGrpSpPr>
          <p:cNvPr id="26" name="Group 25">
            <a:extLst>
              <a:ext uri="{FF2B5EF4-FFF2-40B4-BE49-F238E27FC236}">
                <a16:creationId xmlns:a16="http://schemas.microsoft.com/office/drawing/2014/main" id="{6036D548-F513-B964-8A8A-35C919C23A3A}"/>
              </a:ext>
            </a:extLst>
          </p:cNvPr>
          <p:cNvGrpSpPr/>
          <p:nvPr/>
        </p:nvGrpSpPr>
        <p:grpSpPr>
          <a:xfrm>
            <a:off x="553052" y="4740948"/>
            <a:ext cx="11080288" cy="430887"/>
            <a:chOff x="558660" y="5016076"/>
            <a:chExt cx="11080288" cy="430887"/>
          </a:xfrm>
        </p:grpSpPr>
        <p:sp>
          <p:nvSpPr>
            <p:cNvPr id="28" name="Rectangle 286">
              <a:extLst>
                <a:ext uri="{FF2B5EF4-FFF2-40B4-BE49-F238E27FC236}">
                  <a16:creationId xmlns:a16="http://schemas.microsoft.com/office/drawing/2014/main" id="{0027369F-270B-6763-D84C-96A18F2ECA00}"/>
                </a:ext>
              </a:extLst>
            </p:cNvPr>
            <p:cNvSpPr txBox="1">
              <a:spLocks noChangeArrowheads="1"/>
            </p:cNvSpPr>
            <p:nvPr/>
          </p:nvSpPr>
          <p:spPr bwMode="auto">
            <a:xfrm>
              <a:off x="558660" y="501607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Talent Management</a:t>
              </a:r>
            </a:p>
          </p:txBody>
        </p:sp>
        <p:sp>
          <p:nvSpPr>
            <p:cNvPr id="51" name="TextBox 50">
              <a:extLst>
                <a:ext uri="{FF2B5EF4-FFF2-40B4-BE49-F238E27FC236}">
                  <a16:creationId xmlns:a16="http://schemas.microsoft.com/office/drawing/2014/main" id="{444F8B09-7109-E55A-25A5-98420166D91A}"/>
                </a:ext>
              </a:extLst>
            </p:cNvPr>
            <p:cNvSpPr txBox="1"/>
            <p:nvPr/>
          </p:nvSpPr>
          <p:spPr>
            <a:xfrm>
              <a:off x="4671220" y="5016076"/>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We have well-established career paths for both people leadership and technical acumen with transparent review processes and markers for promotion    </a:t>
              </a:r>
            </a:p>
          </p:txBody>
        </p:sp>
      </p:grpSp>
      <p:grpSp>
        <p:nvGrpSpPr>
          <p:cNvPr id="19" name="Group 18">
            <a:extLst>
              <a:ext uri="{FF2B5EF4-FFF2-40B4-BE49-F238E27FC236}">
                <a16:creationId xmlns:a16="http://schemas.microsoft.com/office/drawing/2014/main" id="{2B272595-7092-B15F-BEA2-DB9EF1B853ED}"/>
              </a:ext>
            </a:extLst>
          </p:cNvPr>
          <p:cNvGrpSpPr/>
          <p:nvPr/>
        </p:nvGrpSpPr>
        <p:grpSpPr>
          <a:xfrm>
            <a:off x="553052" y="2846106"/>
            <a:ext cx="11080288" cy="0"/>
            <a:chOff x="558660" y="3048455"/>
            <a:chExt cx="11080288" cy="0"/>
          </a:xfrm>
        </p:grpSpPr>
        <p:cxnSp>
          <p:nvCxnSpPr>
            <p:cNvPr id="63" name="Straight Connector 62">
              <a:extLst>
                <a:ext uri="{FF2B5EF4-FFF2-40B4-BE49-F238E27FC236}">
                  <a16:creationId xmlns:a16="http://schemas.microsoft.com/office/drawing/2014/main" id="{42C20CBB-79FC-0F05-07BE-E625715B67F1}"/>
                </a:ext>
              </a:extLst>
            </p:cNvPr>
            <p:cNvCxnSpPr/>
            <p:nvPr/>
          </p:nvCxnSpPr>
          <p:spPr>
            <a:xfrm>
              <a:off x="4671220" y="3048455"/>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CC22448-BB3C-F0EF-1883-E43AF7FE6347}"/>
                </a:ext>
              </a:extLst>
            </p:cNvPr>
            <p:cNvCxnSpPr/>
            <p:nvPr/>
          </p:nvCxnSpPr>
          <p:spPr>
            <a:xfrm>
              <a:off x="558660" y="3048455"/>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23E7FAE3-600A-35B3-90D7-BA059AFB3F03}"/>
              </a:ext>
            </a:extLst>
          </p:cNvPr>
          <p:cNvGrpSpPr/>
          <p:nvPr/>
        </p:nvGrpSpPr>
        <p:grpSpPr>
          <a:xfrm>
            <a:off x="553052" y="3733309"/>
            <a:ext cx="11080288" cy="0"/>
            <a:chOff x="558660" y="3923686"/>
            <a:chExt cx="11080288" cy="0"/>
          </a:xfrm>
        </p:grpSpPr>
        <p:cxnSp>
          <p:nvCxnSpPr>
            <p:cNvPr id="64" name="Straight Connector 63">
              <a:extLst>
                <a:ext uri="{FF2B5EF4-FFF2-40B4-BE49-F238E27FC236}">
                  <a16:creationId xmlns:a16="http://schemas.microsoft.com/office/drawing/2014/main" id="{F9BBAD80-6B2D-C0E5-A1EE-0E45CEDC066A}"/>
                </a:ext>
              </a:extLst>
            </p:cNvPr>
            <p:cNvCxnSpPr/>
            <p:nvPr/>
          </p:nvCxnSpPr>
          <p:spPr>
            <a:xfrm>
              <a:off x="4671220" y="3923686"/>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33C95D-641B-9858-C759-5E56FFA1150F}"/>
                </a:ext>
              </a:extLst>
            </p:cNvPr>
            <p:cNvCxnSpPr/>
            <p:nvPr/>
          </p:nvCxnSpPr>
          <p:spPr>
            <a:xfrm>
              <a:off x="558660" y="3923686"/>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E455717F-7533-FBAE-F8E2-C683FEFF97EB}"/>
              </a:ext>
            </a:extLst>
          </p:cNvPr>
          <p:cNvGrpSpPr/>
          <p:nvPr/>
        </p:nvGrpSpPr>
        <p:grpSpPr>
          <a:xfrm>
            <a:off x="553052" y="4620512"/>
            <a:ext cx="11080288" cy="0"/>
            <a:chOff x="558660" y="4912693"/>
            <a:chExt cx="11080288" cy="0"/>
          </a:xfrm>
        </p:grpSpPr>
        <p:cxnSp>
          <p:nvCxnSpPr>
            <p:cNvPr id="65" name="Straight Connector 64">
              <a:extLst>
                <a:ext uri="{FF2B5EF4-FFF2-40B4-BE49-F238E27FC236}">
                  <a16:creationId xmlns:a16="http://schemas.microsoft.com/office/drawing/2014/main" id="{67902BC3-EE77-E609-7CCD-00AB7DC7948C}"/>
                </a:ext>
              </a:extLst>
            </p:cNvPr>
            <p:cNvCxnSpPr/>
            <p:nvPr/>
          </p:nvCxnSpPr>
          <p:spPr>
            <a:xfrm>
              <a:off x="4671220" y="491269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FD216FA-3E8D-9853-A605-3A00CB5BA71F}"/>
                </a:ext>
              </a:extLst>
            </p:cNvPr>
            <p:cNvCxnSpPr/>
            <p:nvPr/>
          </p:nvCxnSpPr>
          <p:spPr>
            <a:xfrm>
              <a:off x="558660" y="491269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8356D333-83CF-DB99-7701-4C68FE68B30F}"/>
              </a:ext>
            </a:extLst>
          </p:cNvPr>
          <p:cNvGrpSpPr/>
          <p:nvPr/>
        </p:nvGrpSpPr>
        <p:grpSpPr>
          <a:xfrm>
            <a:off x="553052" y="5412706"/>
            <a:ext cx="11080288" cy="430887"/>
            <a:chOff x="558660" y="5742906"/>
            <a:chExt cx="11080288" cy="430887"/>
          </a:xfrm>
        </p:grpSpPr>
        <p:sp>
          <p:nvSpPr>
            <p:cNvPr id="3" name="Rectangle 286">
              <a:extLst>
                <a:ext uri="{FF2B5EF4-FFF2-40B4-BE49-F238E27FC236}">
                  <a16:creationId xmlns:a16="http://schemas.microsoft.com/office/drawing/2014/main" id="{00AB3072-845F-663C-2C7D-D9D7282D3839}"/>
                </a:ext>
              </a:extLst>
            </p:cNvPr>
            <p:cNvSpPr txBox="1">
              <a:spLocks noChangeArrowheads="1"/>
            </p:cNvSpPr>
            <p:nvPr/>
          </p:nvSpPr>
          <p:spPr bwMode="auto">
            <a:xfrm>
              <a:off x="558660" y="574290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AI-Augmented Roles</a:t>
              </a:r>
            </a:p>
          </p:txBody>
        </p:sp>
        <p:sp>
          <p:nvSpPr>
            <p:cNvPr id="4" name="TextBox 3">
              <a:extLst>
                <a:ext uri="{FF2B5EF4-FFF2-40B4-BE49-F238E27FC236}">
                  <a16:creationId xmlns:a16="http://schemas.microsoft.com/office/drawing/2014/main" id="{870C858C-0158-B1E8-94F3-66CE2AD9EE75}"/>
                </a:ext>
              </a:extLst>
            </p:cNvPr>
            <p:cNvSpPr txBox="1"/>
            <p:nvPr/>
          </p:nvSpPr>
          <p:spPr>
            <a:xfrm>
              <a:off x="4671220" y="5742906"/>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IN"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rPr>
                <a:t>Roles and workflows are redesigned keeping in mind, an AI-first talent model, with structured capability building &amp; reskilling to enable agent-driven ways of working.</a:t>
              </a:r>
              <a:endParaRPr kumimoji="0" lang="en-AU" sz="1400" b="0" i="0" u="none" strike="noStrike" kern="1200" cap="none" spc="0" normalizeH="0" baseline="0" noProof="0">
                <a:ln>
                  <a:noFill/>
                </a:ln>
                <a:solidFill>
                  <a:srgbClr val="111918"/>
                </a:solidFill>
                <a:effectLst/>
                <a:uLnTx/>
                <a:uFillTx/>
                <a:latin typeface="Tahoma"/>
                <a:ea typeface="+mn-ea"/>
                <a:cs typeface="Tahoma" panose="020B0604030504040204" pitchFamily="34" charset="0"/>
              </a:endParaRPr>
            </a:p>
          </p:txBody>
        </p:sp>
      </p:grpSp>
      <p:grpSp>
        <p:nvGrpSpPr>
          <p:cNvPr id="22" name="Group 21">
            <a:extLst>
              <a:ext uri="{FF2B5EF4-FFF2-40B4-BE49-F238E27FC236}">
                <a16:creationId xmlns:a16="http://schemas.microsoft.com/office/drawing/2014/main" id="{573A8DA5-6807-7108-CA2D-42599EA609A0}"/>
              </a:ext>
            </a:extLst>
          </p:cNvPr>
          <p:cNvGrpSpPr/>
          <p:nvPr/>
        </p:nvGrpSpPr>
        <p:grpSpPr>
          <a:xfrm>
            <a:off x="553052" y="5292271"/>
            <a:ext cx="11080288" cy="0"/>
            <a:chOff x="558660" y="5639523"/>
            <a:chExt cx="11080288" cy="0"/>
          </a:xfrm>
        </p:grpSpPr>
        <p:cxnSp>
          <p:nvCxnSpPr>
            <p:cNvPr id="7" name="Straight Connector 6">
              <a:extLst>
                <a:ext uri="{FF2B5EF4-FFF2-40B4-BE49-F238E27FC236}">
                  <a16:creationId xmlns:a16="http://schemas.microsoft.com/office/drawing/2014/main" id="{818B9C2E-96DF-05A0-5D31-9D5C4BCF2D76}"/>
                </a:ext>
              </a:extLst>
            </p:cNvPr>
            <p:cNvCxnSpPr/>
            <p:nvPr/>
          </p:nvCxnSpPr>
          <p:spPr>
            <a:xfrm>
              <a:off x="4671220" y="563952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7B53557-057B-5058-A070-C4EF00DE1A48}"/>
                </a:ext>
              </a:extLst>
            </p:cNvPr>
            <p:cNvCxnSpPr/>
            <p:nvPr/>
          </p:nvCxnSpPr>
          <p:spPr>
            <a:xfrm>
              <a:off x="558660" y="563952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1" name="5. Source">
            <a:extLst>
              <a:ext uri="{FF2B5EF4-FFF2-40B4-BE49-F238E27FC236}">
                <a16:creationId xmlns:a16="http://schemas.microsoft.com/office/drawing/2014/main" id="{F62C0174-FE9F-D29E-31F2-B0C6D931D17D}"/>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Tree>
    <p:custDataLst>
      <p:tags r:id="rId1"/>
    </p:custDataLst>
    <p:extLst>
      <p:ext uri="{BB962C8B-B14F-4D97-AF65-F5344CB8AC3E}">
        <p14:creationId xmlns:p14="http://schemas.microsoft.com/office/powerpoint/2010/main" val="3666868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02C30-6246-2F3B-0A06-051D71BC73CE}"/>
            </a:ext>
          </a:extLst>
        </p:cNvPr>
        <p:cNvGrpSpPr/>
        <p:nvPr/>
      </p:nvGrpSpPr>
      <p:grpSpPr>
        <a:xfrm>
          <a:off x="0" y="0"/>
          <a:ext cx="0" cy="0"/>
          <a:chOff x="0" y="0"/>
          <a:chExt cx="0" cy="0"/>
        </a:xfrm>
      </p:grpSpPr>
      <p:graphicFrame>
        <p:nvGraphicFramePr>
          <p:cNvPr id="36" name="Object 2" hidden="1">
            <a:extLst>
              <a:ext uri="{FF2B5EF4-FFF2-40B4-BE49-F238E27FC236}">
                <a16:creationId xmlns:a16="http://schemas.microsoft.com/office/drawing/2014/main" id="{DEE984C4-FB8C-256C-42A2-1117E811E79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36" name="Object 2" hidden="1">
                        <a:extLst>
                          <a:ext uri="{FF2B5EF4-FFF2-40B4-BE49-F238E27FC236}">
                            <a16:creationId xmlns:a16="http://schemas.microsoft.com/office/drawing/2014/main" id="{DEE984C4-FB8C-256C-42A2-1117E811E79F}"/>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5" name="Rectangle 1" hidden="1">
            <a:extLst>
              <a:ext uri="{FF2B5EF4-FFF2-40B4-BE49-F238E27FC236}">
                <a16:creationId xmlns:a16="http://schemas.microsoft.com/office/drawing/2014/main" id="{5E07AC90-7FB7-AD98-D6D7-F7FE53CD5AF2}"/>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8" name="Straight Connector 37">
            <a:extLst>
              <a:ext uri="{FF2B5EF4-FFF2-40B4-BE49-F238E27FC236}">
                <a16:creationId xmlns:a16="http://schemas.microsoft.com/office/drawing/2014/main" id="{130ECDC4-68CF-4A5A-AE52-7307DEBBBA29}"/>
              </a:ext>
            </a:extLst>
          </p:cNvPr>
          <p:cNvCxnSpPr/>
          <p:nvPr/>
        </p:nvCxnSpPr>
        <p:spPr>
          <a:xfrm>
            <a:off x="4671220" y="1995113"/>
            <a:ext cx="6967728"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F1E534F-4E8A-E768-0CE3-228F6C2B8DFB}"/>
              </a:ext>
            </a:extLst>
          </p:cNvPr>
          <p:cNvSpPr txBox="1"/>
          <p:nvPr/>
        </p:nvSpPr>
        <p:spPr>
          <a:xfrm>
            <a:off x="558660" y="1669613"/>
            <a:ext cx="3476015"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ea typeface="+mn-ea"/>
                <a:cs typeface="Tahoma" panose="020B0604030504040204" pitchFamily="34" charset="0"/>
              </a:rPr>
              <a:t>Management Practices</a:t>
            </a:r>
          </a:p>
        </p:txBody>
      </p:sp>
      <p:cxnSp>
        <p:nvCxnSpPr>
          <p:cNvPr id="42" name="Straight Connector 41">
            <a:extLst>
              <a:ext uri="{FF2B5EF4-FFF2-40B4-BE49-F238E27FC236}">
                <a16:creationId xmlns:a16="http://schemas.microsoft.com/office/drawing/2014/main" id="{48C50381-974A-DBCF-F207-40EA60ADDE42}"/>
              </a:ext>
            </a:extLst>
          </p:cNvPr>
          <p:cNvCxnSpPr/>
          <p:nvPr/>
        </p:nvCxnSpPr>
        <p:spPr>
          <a:xfrm>
            <a:off x="558660" y="1995113"/>
            <a:ext cx="34760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2. Slide Title">
            <a:extLst>
              <a:ext uri="{FF2B5EF4-FFF2-40B4-BE49-F238E27FC236}">
                <a16:creationId xmlns:a16="http://schemas.microsoft.com/office/drawing/2014/main" id="{326C0CD6-780C-509D-EA06-0DCC1C89208A}"/>
              </a:ext>
            </a:extLst>
          </p:cNvPr>
          <p:cNvSpPr txBox="1">
            <a:spLocks/>
          </p:cNvSpPr>
          <p:nvPr>
            <p:custDataLst>
              <p:tags r:id="rId4"/>
            </p:custDataLst>
          </p:nvPr>
        </p:nvSpPr>
        <p:spPr>
          <a:xfrm>
            <a:off x="554736" y="620764"/>
            <a:ext cx="3465576" cy="369332"/>
          </a:xfrm>
          <a:prstGeom prst="rect">
            <a:avLst/>
          </a:prstGeom>
        </p:spPr>
        <p:txBody>
          <a:bodyPr vert="horz" wrap="square" lIns="0" tIns="0" rIns="0" bIns="0" rtlCol="0" anchor="b" anchorCtr="0">
            <a:spAutoFit/>
          </a:bodyPr>
          <a:lstStyle>
            <a:lvl1pPr>
              <a:lnSpc>
                <a:spcPct val="100000"/>
              </a:lnSpc>
              <a:spcBef>
                <a:spcPct val="0"/>
              </a:spcBef>
              <a:buNone/>
              <a:defRPr lang="ru-RU" sz="2400" b="1" spc="0" baseline="0" dirty="0">
                <a:ln w="6350" cap="flat">
                  <a:noFill/>
                  <a:miter lim="800000"/>
                </a:ln>
                <a:solidFill>
                  <a:srgbClr val="191C1E"/>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a:ln w="6350" cap="flat">
                  <a:noFill/>
                  <a:miter lim="800000"/>
                </a:ln>
                <a:solidFill>
                  <a:srgbClr val="191C1E"/>
                </a:solidFill>
                <a:effectLst/>
                <a:uLnTx/>
                <a:uFillTx/>
                <a:latin typeface="Georgia"/>
                <a:ea typeface="+mj-ea"/>
                <a:cs typeface="Tahoma" panose="020B0604030504040204" pitchFamily="34" charset="0"/>
              </a:rPr>
              <a:t>Operating Model</a:t>
            </a:r>
          </a:p>
        </p:txBody>
      </p:sp>
      <p:sp>
        <p:nvSpPr>
          <p:cNvPr id="2" name="TextBox 1">
            <a:extLst>
              <a:ext uri="{FF2B5EF4-FFF2-40B4-BE49-F238E27FC236}">
                <a16:creationId xmlns:a16="http://schemas.microsoft.com/office/drawing/2014/main" id="{6A03F308-784F-506A-13CF-108A30F2606D}"/>
              </a:ext>
            </a:extLst>
          </p:cNvPr>
          <p:cNvSpPr txBox="1"/>
          <p:nvPr/>
        </p:nvSpPr>
        <p:spPr>
          <a:xfrm>
            <a:off x="4671220" y="1669613"/>
            <a:ext cx="6967728"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ea typeface="+mn-ea"/>
                <a:cs typeface="Tahoma" panose="020B0604030504040204" pitchFamily="34" charset="0"/>
              </a:rPr>
              <a:t>Best practice definitions</a:t>
            </a:r>
          </a:p>
        </p:txBody>
      </p:sp>
      <p:sp>
        <p:nvSpPr>
          <p:cNvPr id="17" name="Text Placeholder 16">
            <a:extLst>
              <a:ext uri="{FF2B5EF4-FFF2-40B4-BE49-F238E27FC236}">
                <a16:creationId xmlns:a16="http://schemas.microsoft.com/office/drawing/2014/main" id="{8C1DDCDE-4AEB-FF0F-4F2A-668DB7D15F10}"/>
              </a:ext>
            </a:extLst>
          </p:cNvPr>
          <p:cNvSpPr>
            <a:spLocks noGrp="1"/>
          </p:cNvSpPr>
          <p:nvPr>
            <p:ph type="body" sz="quarter" idx="10"/>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en-CA">
              <a:latin typeface="+mn-lt"/>
              <a:cs typeface="Tahoma" panose="020B0604030504040204" pitchFamily="34" charset="0"/>
            </a:endParaRPr>
          </a:p>
        </p:txBody>
      </p:sp>
      <p:grpSp>
        <p:nvGrpSpPr>
          <p:cNvPr id="23" name="Group 22">
            <a:extLst>
              <a:ext uri="{FF2B5EF4-FFF2-40B4-BE49-F238E27FC236}">
                <a16:creationId xmlns:a16="http://schemas.microsoft.com/office/drawing/2014/main" id="{0B8AFFC5-26A3-711B-1B9A-6C8A908D6F48}"/>
              </a:ext>
            </a:extLst>
          </p:cNvPr>
          <p:cNvGrpSpPr/>
          <p:nvPr/>
        </p:nvGrpSpPr>
        <p:grpSpPr>
          <a:xfrm>
            <a:off x="553052" y="2079339"/>
            <a:ext cx="11080288" cy="646331"/>
            <a:chOff x="558660" y="2117439"/>
            <a:chExt cx="11080288" cy="646331"/>
          </a:xfrm>
        </p:grpSpPr>
        <p:sp>
          <p:nvSpPr>
            <p:cNvPr id="10" name="Rectangle 286">
              <a:extLst>
                <a:ext uri="{FF2B5EF4-FFF2-40B4-BE49-F238E27FC236}">
                  <a16:creationId xmlns:a16="http://schemas.microsoft.com/office/drawing/2014/main" id="{11525C52-5AB2-5D38-21CF-5E6770043058}"/>
                </a:ext>
              </a:extLst>
            </p:cNvPr>
            <p:cNvSpPr txBox="1">
              <a:spLocks noChangeArrowheads="1"/>
            </p:cNvSpPr>
            <p:nvPr/>
          </p:nvSpPr>
          <p:spPr bwMode="auto">
            <a:xfrm>
              <a:off x="558660" y="211743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Structure and Roles</a:t>
              </a:r>
            </a:p>
          </p:txBody>
        </p:sp>
        <p:sp>
          <p:nvSpPr>
            <p:cNvPr id="39" name="TextBox 38">
              <a:extLst>
                <a:ext uri="{FF2B5EF4-FFF2-40B4-BE49-F238E27FC236}">
                  <a16:creationId xmlns:a16="http://schemas.microsoft.com/office/drawing/2014/main" id="{08E547E2-02AA-671F-E415-E517F22448AA}"/>
                </a:ext>
              </a:extLst>
            </p:cNvPr>
            <p:cNvSpPr txBox="1"/>
            <p:nvPr/>
          </p:nvSpPr>
          <p:spPr>
            <a:xfrm>
              <a:off x="4671220" y="2117439"/>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effectively balance having a “center of gravity” for AI with deep connectivity to business; use cases are delivered by cross-functional adaptive teams structured around products &amp; platforms</a:t>
              </a:r>
            </a:p>
          </p:txBody>
        </p:sp>
      </p:grpSp>
      <p:grpSp>
        <p:nvGrpSpPr>
          <p:cNvPr id="29" name="Group 28">
            <a:extLst>
              <a:ext uri="{FF2B5EF4-FFF2-40B4-BE49-F238E27FC236}">
                <a16:creationId xmlns:a16="http://schemas.microsoft.com/office/drawing/2014/main" id="{3A23F3D7-EC5A-0B73-F9EB-491E85172438}"/>
              </a:ext>
            </a:extLst>
          </p:cNvPr>
          <p:cNvGrpSpPr/>
          <p:nvPr/>
        </p:nvGrpSpPr>
        <p:grpSpPr>
          <a:xfrm>
            <a:off x="553052" y="2966542"/>
            <a:ext cx="11080288" cy="646331"/>
            <a:chOff x="558660" y="3151838"/>
            <a:chExt cx="11080288" cy="646331"/>
          </a:xfrm>
        </p:grpSpPr>
        <p:sp>
          <p:nvSpPr>
            <p:cNvPr id="18" name="Rectangle 286">
              <a:extLst>
                <a:ext uri="{FF2B5EF4-FFF2-40B4-BE49-F238E27FC236}">
                  <a16:creationId xmlns:a16="http://schemas.microsoft.com/office/drawing/2014/main" id="{A9A972C4-29B3-40F1-E756-2B6BB5DD1B12}"/>
                </a:ext>
              </a:extLst>
            </p:cNvPr>
            <p:cNvSpPr txBox="1">
              <a:spLocks noChangeArrowheads="1"/>
            </p:cNvSpPr>
            <p:nvPr/>
          </p:nvSpPr>
          <p:spPr bwMode="auto">
            <a:xfrm>
              <a:off x="558660" y="3151838"/>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lang="en-AU" sz="1400" b="1">
                  <a:solidFill>
                    <a:srgbClr val="111918"/>
                  </a:solidFill>
                  <a:cs typeface="Tahoma" panose="020B0604030504040204" pitchFamily="34" charset="0"/>
                </a:rPr>
                <a:t>Ways of Working</a:t>
              </a:r>
              <a:endParaRPr kumimoji="0" lang="en-AU" sz="1400" b="1" i="0" u="none" strike="noStrike" kern="1200" cap="none" spc="0" normalizeH="0" baseline="0" noProof="0">
                <a:ln>
                  <a:noFill/>
                </a:ln>
                <a:solidFill>
                  <a:srgbClr val="111918"/>
                </a:solidFill>
                <a:effectLst/>
                <a:uLnTx/>
                <a:uFillTx/>
                <a:cs typeface="Tahoma" panose="020B0604030504040204" pitchFamily="34" charset="0"/>
              </a:endParaRPr>
            </a:p>
          </p:txBody>
        </p:sp>
        <p:sp>
          <p:nvSpPr>
            <p:cNvPr id="43" name="TextBox 42">
              <a:extLst>
                <a:ext uri="{FF2B5EF4-FFF2-40B4-BE49-F238E27FC236}">
                  <a16:creationId xmlns:a16="http://schemas.microsoft.com/office/drawing/2014/main" id="{10A09474-29F3-4A02-8893-A0F3E51099B9}"/>
                </a:ext>
              </a:extLst>
            </p:cNvPr>
            <p:cNvSpPr txBox="1"/>
            <p:nvPr/>
          </p:nvSpPr>
          <p:spPr>
            <a:xfrm>
              <a:off x="4671220" y="3151838"/>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Our AI organization is characterized by quick decision-making and autonomy, with ample support for experimentation; the occasional failure is seen as outcome of innovation and an opportunity to learn</a:t>
              </a:r>
            </a:p>
          </p:txBody>
        </p:sp>
      </p:grpSp>
      <p:grpSp>
        <p:nvGrpSpPr>
          <p:cNvPr id="27" name="Group 26">
            <a:extLst>
              <a:ext uri="{FF2B5EF4-FFF2-40B4-BE49-F238E27FC236}">
                <a16:creationId xmlns:a16="http://schemas.microsoft.com/office/drawing/2014/main" id="{0885242C-36C0-45F6-88F9-D13144069AAE}"/>
              </a:ext>
            </a:extLst>
          </p:cNvPr>
          <p:cNvGrpSpPr/>
          <p:nvPr/>
        </p:nvGrpSpPr>
        <p:grpSpPr>
          <a:xfrm>
            <a:off x="553052" y="3853745"/>
            <a:ext cx="11080288" cy="646331"/>
            <a:chOff x="558660" y="4066826"/>
            <a:chExt cx="11080288" cy="646331"/>
          </a:xfrm>
        </p:grpSpPr>
        <p:sp>
          <p:nvSpPr>
            <p:cNvPr id="24" name="Rectangle 286">
              <a:extLst>
                <a:ext uri="{FF2B5EF4-FFF2-40B4-BE49-F238E27FC236}">
                  <a16:creationId xmlns:a16="http://schemas.microsoft.com/office/drawing/2014/main" id="{EA7F321E-BD07-E312-FE68-7B46D5F6F21B}"/>
                </a:ext>
              </a:extLst>
            </p:cNvPr>
            <p:cNvSpPr txBox="1">
              <a:spLocks noChangeArrowheads="1"/>
            </p:cNvSpPr>
            <p:nvPr/>
          </p:nvSpPr>
          <p:spPr bwMode="auto">
            <a:xfrm>
              <a:off x="558660" y="406682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Funding and Governance</a:t>
              </a:r>
            </a:p>
          </p:txBody>
        </p:sp>
        <p:sp>
          <p:nvSpPr>
            <p:cNvPr id="47" name="TextBox 46">
              <a:extLst>
                <a:ext uri="{FF2B5EF4-FFF2-40B4-BE49-F238E27FC236}">
                  <a16:creationId xmlns:a16="http://schemas.microsoft.com/office/drawing/2014/main" id="{7E73BBED-B7EA-077C-A345-2B9FF9DF87F9}"/>
                </a:ext>
              </a:extLst>
            </p:cNvPr>
            <p:cNvSpPr txBox="1"/>
            <p:nvPr/>
          </p:nvSpPr>
          <p:spPr>
            <a:xfrm>
              <a:off x="4671220" y="406682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have a flexible operating model with funding structured around product- and domain-led teams, enabling dynamic reallocation of resources to priority AI initiatives and supporting stable, scalable delivery.</a:t>
              </a:r>
            </a:p>
          </p:txBody>
        </p:sp>
      </p:grpSp>
      <p:grpSp>
        <p:nvGrpSpPr>
          <p:cNvPr id="26" name="Group 25">
            <a:extLst>
              <a:ext uri="{FF2B5EF4-FFF2-40B4-BE49-F238E27FC236}">
                <a16:creationId xmlns:a16="http://schemas.microsoft.com/office/drawing/2014/main" id="{C830A2BB-686A-BC60-BF47-634702571E52}"/>
              </a:ext>
            </a:extLst>
          </p:cNvPr>
          <p:cNvGrpSpPr/>
          <p:nvPr/>
        </p:nvGrpSpPr>
        <p:grpSpPr>
          <a:xfrm>
            <a:off x="553052" y="4740948"/>
            <a:ext cx="11080288" cy="646331"/>
            <a:chOff x="558660" y="5016076"/>
            <a:chExt cx="11080288" cy="646331"/>
          </a:xfrm>
        </p:grpSpPr>
        <p:sp>
          <p:nvSpPr>
            <p:cNvPr id="28" name="Rectangle 286">
              <a:extLst>
                <a:ext uri="{FF2B5EF4-FFF2-40B4-BE49-F238E27FC236}">
                  <a16:creationId xmlns:a16="http://schemas.microsoft.com/office/drawing/2014/main" id="{324A2518-2798-C0A6-1BEA-94E1D9D240B5}"/>
                </a:ext>
              </a:extLst>
            </p:cNvPr>
            <p:cNvSpPr txBox="1">
              <a:spLocks noChangeArrowheads="1"/>
            </p:cNvSpPr>
            <p:nvPr/>
          </p:nvSpPr>
          <p:spPr bwMode="auto">
            <a:xfrm>
              <a:off x="558660" y="501607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Human-AI model</a:t>
              </a:r>
            </a:p>
          </p:txBody>
        </p:sp>
        <p:sp>
          <p:nvSpPr>
            <p:cNvPr id="51" name="TextBox 50">
              <a:extLst>
                <a:ext uri="{FF2B5EF4-FFF2-40B4-BE49-F238E27FC236}">
                  <a16:creationId xmlns:a16="http://schemas.microsoft.com/office/drawing/2014/main" id="{FEE6CD14-1DF1-40E3-A1AB-05F43F079AE2}"/>
                </a:ext>
              </a:extLst>
            </p:cNvPr>
            <p:cNvSpPr txBox="1"/>
            <p:nvPr/>
          </p:nvSpPr>
          <p:spPr>
            <a:xfrm>
              <a:off x="4671220" y="501607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establish a human–AI operating model with clear decision rights, human-in-the-loop oversight, and structured collaboration to enable safe and scalable agent-driven execution.</a:t>
              </a:r>
            </a:p>
          </p:txBody>
        </p:sp>
      </p:grpSp>
      <p:grpSp>
        <p:nvGrpSpPr>
          <p:cNvPr id="19" name="Group 18">
            <a:extLst>
              <a:ext uri="{FF2B5EF4-FFF2-40B4-BE49-F238E27FC236}">
                <a16:creationId xmlns:a16="http://schemas.microsoft.com/office/drawing/2014/main" id="{E6EB7F39-6542-EF9D-7B05-95BAE4B35E94}"/>
              </a:ext>
            </a:extLst>
          </p:cNvPr>
          <p:cNvGrpSpPr/>
          <p:nvPr/>
        </p:nvGrpSpPr>
        <p:grpSpPr>
          <a:xfrm>
            <a:off x="553052" y="2846106"/>
            <a:ext cx="11080288" cy="0"/>
            <a:chOff x="558660" y="3048455"/>
            <a:chExt cx="11080288" cy="0"/>
          </a:xfrm>
        </p:grpSpPr>
        <p:cxnSp>
          <p:nvCxnSpPr>
            <p:cNvPr id="63" name="Straight Connector 62">
              <a:extLst>
                <a:ext uri="{FF2B5EF4-FFF2-40B4-BE49-F238E27FC236}">
                  <a16:creationId xmlns:a16="http://schemas.microsoft.com/office/drawing/2014/main" id="{85E1437B-A744-C58F-81A3-D893C9320126}"/>
                </a:ext>
              </a:extLst>
            </p:cNvPr>
            <p:cNvCxnSpPr/>
            <p:nvPr/>
          </p:nvCxnSpPr>
          <p:spPr>
            <a:xfrm>
              <a:off x="4671220" y="3048455"/>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A5D727D-3782-ED63-A7B3-90BD2D07BEC9}"/>
                </a:ext>
              </a:extLst>
            </p:cNvPr>
            <p:cNvCxnSpPr/>
            <p:nvPr/>
          </p:nvCxnSpPr>
          <p:spPr>
            <a:xfrm>
              <a:off x="558660" y="3048455"/>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37D741D-3334-25FC-B8A7-A2B4110E709B}"/>
              </a:ext>
            </a:extLst>
          </p:cNvPr>
          <p:cNvGrpSpPr/>
          <p:nvPr/>
        </p:nvGrpSpPr>
        <p:grpSpPr>
          <a:xfrm>
            <a:off x="553052" y="3733309"/>
            <a:ext cx="11080288" cy="0"/>
            <a:chOff x="558660" y="3923686"/>
            <a:chExt cx="11080288" cy="0"/>
          </a:xfrm>
        </p:grpSpPr>
        <p:cxnSp>
          <p:nvCxnSpPr>
            <p:cNvPr id="64" name="Straight Connector 63">
              <a:extLst>
                <a:ext uri="{FF2B5EF4-FFF2-40B4-BE49-F238E27FC236}">
                  <a16:creationId xmlns:a16="http://schemas.microsoft.com/office/drawing/2014/main" id="{788DE894-99BB-B3FF-8D0C-AEB5AD4068EA}"/>
                </a:ext>
              </a:extLst>
            </p:cNvPr>
            <p:cNvCxnSpPr/>
            <p:nvPr/>
          </p:nvCxnSpPr>
          <p:spPr>
            <a:xfrm>
              <a:off x="4671220" y="3923686"/>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F1279A7-BCCA-B38E-BF0D-65192EBDE6B4}"/>
                </a:ext>
              </a:extLst>
            </p:cNvPr>
            <p:cNvCxnSpPr/>
            <p:nvPr/>
          </p:nvCxnSpPr>
          <p:spPr>
            <a:xfrm>
              <a:off x="558660" y="3923686"/>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3A07C55B-CE67-5EA1-6C4F-B43D13FC4C27}"/>
              </a:ext>
            </a:extLst>
          </p:cNvPr>
          <p:cNvGrpSpPr/>
          <p:nvPr/>
        </p:nvGrpSpPr>
        <p:grpSpPr>
          <a:xfrm>
            <a:off x="553052" y="4620512"/>
            <a:ext cx="11080288" cy="0"/>
            <a:chOff x="558660" y="4912693"/>
            <a:chExt cx="11080288" cy="0"/>
          </a:xfrm>
        </p:grpSpPr>
        <p:cxnSp>
          <p:nvCxnSpPr>
            <p:cNvPr id="65" name="Straight Connector 64">
              <a:extLst>
                <a:ext uri="{FF2B5EF4-FFF2-40B4-BE49-F238E27FC236}">
                  <a16:creationId xmlns:a16="http://schemas.microsoft.com/office/drawing/2014/main" id="{0A67BD76-0C70-7891-EB00-D6B2E7B0AD4B}"/>
                </a:ext>
              </a:extLst>
            </p:cNvPr>
            <p:cNvCxnSpPr/>
            <p:nvPr/>
          </p:nvCxnSpPr>
          <p:spPr>
            <a:xfrm>
              <a:off x="4671220" y="491269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DC46A08-0803-1685-AECB-3B6EB8E22CC6}"/>
                </a:ext>
              </a:extLst>
            </p:cNvPr>
            <p:cNvCxnSpPr/>
            <p:nvPr/>
          </p:nvCxnSpPr>
          <p:spPr>
            <a:xfrm>
              <a:off x="558660" y="491269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1" name="5. Source">
            <a:extLst>
              <a:ext uri="{FF2B5EF4-FFF2-40B4-BE49-F238E27FC236}">
                <a16:creationId xmlns:a16="http://schemas.microsoft.com/office/drawing/2014/main" id="{558051E7-D769-68B0-F455-A9E384AEC83D}"/>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ea typeface="+mn-ea"/>
                <a:cs typeface="Tahoma" panose="020B0604030504040204" pitchFamily="34" charset="0"/>
              </a:rPr>
              <a:t> Tech &amp; AI Quotient Survey</a:t>
            </a:r>
          </a:p>
        </p:txBody>
      </p:sp>
    </p:spTree>
    <p:custDataLst>
      <p:tags r:id="rId1"/>
    </p:custDataLst>
    <p:extLst>
      <p:ext uri="{BB962C8B-B14F-4D97-AF65-F5344CB8AC3E}">
        <p14:creationId xmlns:p14="http://schemas.microsoft.com/office/powerpoint/2010/main" val="2373741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C113-1D22-3BCE-39E3-83BC0E3DA0A9}"/>
            </a:ext>
          </a:extLst>
        </p:cNvPr>
        <p:cNvGrpSpPr/>
        <p:nvPr/>
      </p:nvGrpSpPr>
      <p:grpSpPr>
        <a:xfrm>
          <a:off x="0" y="0"/>
          <a:ext cx="0" cy="0"/>
          <a:chOff x="0" y="0"/>
          <a:chExt cx="0" cy="0"/>
        </a:xfrm>
      </p:grpSpPr>
      <p:graphicFrame>
        <p:nvGraphicFramePr>
          <p:cNvPr id="36" name="Object 2" hidden="1">
            <a:extLst>
              <a:ext uri="{FF2B5EF4-FFF2-40B4-BE49-F238E27FC236}">
                <a16:creationId xmlns:a16="http://schemas.microsoft.com/office/drawing/2014/main" id="{C4FAC4DD-D8E4-AC38-CBE7-DF00BCC7E1B0}"/>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36" name="Object 2" hidden="1">
                        <a:extLst>
                          <a:ext uri="{FF2B5EF4-FFF2-40B4-BE49-F238E27FC236}">
                            <a16:creationId xmlns:a16="http://schemas.microsoft.com/office/drawing/2014/main" id="{C4FAC4DD-D8E4-AC38-CBE7-DF00BCC7E1B0}"/>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5" name="Rectangle 1" hidden="1">
            <a:extLst>
              <a:ext uri="{FF2B5EF4-FFF2-40B4-BE49-F238E27FC236}">
                <a16:creationId xmlns:a16="http://schemas.microsoft.com/office/drawing/2014/main" id="{8C43FC0C-A167-7CDC-3DA9-95E3308791FF}"/>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8" name="Straight Connector 37">
            <a:extLst>
              <a:ext uri="{FF2B5EF4-FFF2-40B4-BE49-F238E27FC236}">
                <a16:creationId xmlns:a16="http://schemas.microsoft.com/office/drawing/2014/main" id="{DE0F1496-CFCA-CED1-FC63-670928B3EEAE}"/>
              </a:ext>
            </a:extLst>
          </p:cNvPr>
          <p:cNvCxnSpPr/>
          <p:nvPr/>
        </p:nvCxnSpPr>
        <p:spPr>
          <a:xfrm>
            <a:off x="4671220" y="1995113"/>
            <a:ext cx="6967728"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2F60E1A-D5E9-7664-BCF5-243A49B4A70B}"/>
              </a:ext>
            </a:extLst>
          </p:cNvPr>
          <p:cNvSpPr txBox="1"/>
          <p:nvPr/>
        </p:nvSpPr>
        <p:spPr>
          <a:xfrm>
            <a:off x="558660" y="1669613"/>
            <a:ext cx="3476015"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Management Practices</a:t>
            </a:r>
          </a:p>
        </p:txBody>
      </p:sp>
      <p:cxnSp>
        <p:nvCxnSpPr>
          <p:cNvPr id="42" name="Straight Connector 41">
            <a:extLst>
              <a:ext uri="{FF2B5EF4-FFF2-40B4-BE49-F238E27FC236}">
                <a16:creationId xmlns:a16="http://schemas.microsoft.com/office/drawing/2014/main" id="{2E724CD8-7352-090E-84D4-645F6F3CD825}"/>
              </a:ext>
            </a:extLst>
          </p:cNvPr>
          <p:cNvCxnSpPr/>
          <p:nvPr/>
        </p:nvCxnSpPr>
        <p:spPr>
          <a:xfrm>
            <a:off x="558660" y="1995113"/>
            <a:ext cx="34760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2. Slide Title">
            <a:extLst>
              <a:ext uri="{FF2B5EF4-FFF2-40B4-BE49-F238E27FC236}">
                <a16:creationId xmlns:a16="http://schemas.microsoft.com/office/drawing/2014/main" id="{2943B249-78F1-297B-81C9-68BBD4FBBC7B}"/>
              </a:ext>
            </a:extLst>
          </p:cNvPr>
          <p:cNvSpPr txBox="1">
            <a:spLocks/>
          </p:cNvSpPr>
          <p:nvPr>
            <p:custDataLst>
              <p:tags r:id="rId4"/>
            </p:custDataLst>
          </p:nvPr>
        </p:nvSpPr>
        <p:spPr>
          <a:xfrm>
            <a:off x="554736" y="620764"/>
            <a:ext cx="3465576" cy="369332"/>
          </a:xfrm>
          <a:prstGeom prst="rect">
            <a:avLst/>
          </a:prstGeom>
        </p:spPr>
        <p:txBody>
          <a:bodyPr vert="horz" wrap="square" lIns="0" tIns="0" rIns="0" bIns="0" rtlCol="0" anchor="b" anchorCtr="0">
            <a:spAutoFit/>
          </a:bodyPr>
          <a:lstStyle>
            <a:lvl1pPr>
              <a:lnSpc>
                <a:spcPct val="100000"/>
              </a:lnSpc>
              <a:spcBef>
                <a:spcPct val="0"/>
              </a:spcBef>
              <a:buNone/>
              <a:defRPr lang="ru-RU" sz="2400" b="1" spc="0" baseline="0" dirty="0">
                <a:ln w="6350" cap="flat">
                  <a:noFill/>
                  <a:miter lim="800000"/>
                </a:ln>
                <a:solidFill>
                  <a:srgbClr val="191C1E"/>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a:ln w="6350" cap="flat">
                  <a:noFill/>
                  <a:miter lim="800000"/>
                </a:ln>
                <a:solidFill>
                  <a:srgbClr val="191C1E"/>
                </a:solidFill>
                <a:effectLst/>
                <a:uLnTx/>
                <a:uFillTx/>
                <a:latin typeface="Georgia"/>
                <a:ea typeface="+mj-ea"/>
                <a:cs typeface="Tahoma" panose="020B0604030504040204" pitchFamily="34" charset="0"/>
              </a:rPr>
              <a:t>Technology</a:t>
            </a:r>
          </a:p>
        </p:txBody>
      </p:sp>
      <p:sp>
        <p:nvSpPr>
          <p:cNvPr id="2" name="TextBox 1">
            <a:extLst>
              <a:ext uri="{FF2B5EF4-FFF2-40B4-BE49-F238E27FC236}">
                <a16:creationId xmlns:a16="http://schemas.microsoft.com/office/drawing/2014/main" id="{FEE807A8-38AC-211E-16C3-F33E5F0DA84F}"/>
              </a:ext>
            </a:extLst>
          </p:cNvPr>
          <p:cNvSpPr txBox="1"/>
          <p:nvPr/>
        </p:nvSpPr>
        <p:spPr>
          <a:xfrm>
            <a:off x="4671220" y="1669613"/>
            <a:ext cx="6967728"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latin typeface="Tahoma"/>
                <a:ea typeface="+mn-ea"/>
                <a:cs typeface="Tahoma" panose="020B0604030504040204" pitchFamily="34" charset="0"/>
              </a:rPr>
              <a:t>Best practice definitions</a:t>
            </a:r>
          </a:p>
        </p:txBody>
      </p:sp>
      <p:sp>
        <p:nvSpPr>
          <p:cNvPr id="17" name="Text Placeholder 16">
            <a:extLst>
              <a:ext uri="{FF2B5EF4-FFF2-40B4-BE49-F238E27FC236}">
                <a16:creationId xmlns:a16="http://schemas.microsoft.com/office/drawing/2014/main" id="{0DB81CEC-B531-D97F-80AA-071220721312}"/>
              </a:ext>
            </a:extLst>
          </p:cNvPr>
          <p:cNvSpPr>
            <a:spLocks noGrp="1"/>
          </p:cNvSpPr>
          <p:nvPr>
            <p:ph type="body" sz="quarter" idx="10"/>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en-CA">
              <a:cs typeface="Tahoma" panose="020B0604030504040204" pitchFamily="34" charset="0"/>
            </a:endParaRPr>
          </a:p>
        </p:txBody>
      </p:sp>
      <p:grpSp>
        <p:nvGrpSpPr>
          <p:cNvPr id="23" name="Group 22">
            <a:extLst>
              <a:ext uri="{FF2B5EF4-FFF2-40B4-BE49-F238E27FC236}">
                <a16:creationId xmlns:a16="http://schemas.microsoft.com/office/drawing/2014/main" id="{CCE4DFA5-C9D6-CD78-DC37-2F9AB6587042}"/>
              </a:ext>
            </a:extLst>
          </p:cNvPr>
          <p:cNvGrpSpPr/>
          <p:nvPr/>
        </p:nvGrpSpPr>
        <p:grpSpPr>
          <a:xfrm>
            <a:off x="553052" y="2079339"/>
            <a:ext cx="11080288" cy="430887"/>
            <a:chOff x="558660" y="2117439"/>
            <a:chExt cx="11080288" cy="430887"/>
          </a:xfrm>
        </p:grpSpPr>
        <p:sp>
          <p:nvSpPr>
            <p:cNvPr id="10" name="Rectangle 286">
              <a:extLst>
                <a:ext uri="{FF2B5EF4-FFF2-40B4-BE49-F238E27FC236}">
                  <a16:creationId xmlns:a16="http://schemas.microsoft.com/office/drawing/2014/main" id="{B94FBCED-C6AF-F795-3345-12235B2EAEF4}"/>
                </a:ext>
              </a:extLst>
            </p:cNvPr>
            <p:cNvSpPr txBox="1">
              <a:spLocks noChangeArrowheads="1"/>
            </p:cNvSpPr>
            <p:nvPr/>
          </p:nvSpPr>
          <p:spPr bwMode="auto">
            <a:xfrm>
              <a:off x="558660" y="211743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lvl="0">
                <a:buClr>
                  <a:srgbClr val="051C2C"/>
                </a:buClr>
                <a:defRPr/>
              </a:pPr>
              <a:r>
                <a:rPr lang="en-US" sz="1400" b="1">
                  <a:solidFill>
                    <a:srgbClr val="111918"/>
                  </a:solidFill>
                  <a:cs typeface="Tahoma" panose="020B0604030504040204" pitchFamily="34" charset="0"/>
                </a:rPr>
                <a:t>Platform architecture</a:t>
              </a:r>
            </a:p>
          </p:txBody>
        </p:sp>
        <p:sp>
          <p:nvSpPr>
            <p:cNvPr id="39" name="TextBox 38">
              <a:extLst>
                <a:ext uri="{FF2B5EF4-FFF2-40B4-BE49-F238E27FC236}">
                  <a16:creationId xmlns:a16="http://schemas.microsoft.com/office/drawing/2014/main" id="{1B0C6393-9B86-0E9A-FA93-7FA23A341CC1}"/>
                </a:ext>
              </a:extLst>
            </p:cNvPr>
            <p:cNvSpPr txBox="1"/>
            <p:nvPr/>
          </p:nvSpPr>
          <p:spPr>
            <a:xfrm>
              <a:off x="4671220" y="2117439"/>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adopt standardized, reusable interfaces with clear ownership and loosely coupled systems, enabling reuse, faster change, and scalable solutions.</a:t>
              </a:r>
            </a:p>
          </p:txBody>
        </p:sp>
      </p:grpSp>
      <p:grpSp>
        <p:nvGrpSpPr>
          <p:cNvPr id="29" name="Group 28">
            <a:extLst>
              <a:ext uri="{FF2B5EF4-FFF2-40B4-BE49-F238E27FC236}">
                <a16:creationId xmlns:a16="http://schemas.microsoft.com/office/drawing/2014/main" id="{3268134C-96A1-D322-9CB2-3EAED011B0FB}"/>
              </a:ext>
            </a:extLst>
          </p:cNvPr>
          <p:cNvGrpSpPr/>
          <p:nvPr/>
        </p:nvGrpSpPr>
        <p:grpSpPr>
          <a:xfrm>
            <a:off x="553052" y="2966542"/>
            <a:ext cx="11080288" cy="646331"/>
            <a:chOff x="558660" y="3151838"/>
            <a:chExt cx="11080288" cy="646331"/>
          </a:xfrm>
        </p:grpSpPr>
        <p:sp>
          <p:nvSpPr>
            <p:cNvPr id="18" name="Rectangle 286">
              <a:extLst>
                <a:ext uri="{FF2B5EF4-FFF2-40B4-BE49-F238E27FC236}">
                  <a16:creationId xmlns:a16="http://schemas.microsoft.com/office/drawing/2014/main" id="{570822A7-BE6D-5E12-A459-31FC05833F12}"/>
                </a:ext>
              </a:extLst>
            </p:cNvPr>
            <p:cNvSpPr txBox="1">
              <a:spLocks noChangeArrowheads="1"/>
            </p:cNvSpPr>
            <p:nvPr/>
          </p:nvSpPr>
          <p:spPr bwMode="auto">
            <a:xfrm>
              <a:off x="558660" y="3151838"/>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Infrastructure</a:t>
              </a:r>
            </a:p>
          </p:txBody>
        </p:sp>
        <p:sp>
          <p:nvSpPr>
            <p:cNvPr id="43" name="TextBox 42">
              <a:extLst>
                <a:ext uri="{FF2B5EF4-FFF2-40B4-BE49-F238E27FC236}">
                  <a16:creationId xmlns:a16="http://schemas.microsoft.com/office/drawing/2014/main" id="{C67CEF04-6513-3B6A-B85E-A41157CA1217}"/>
                </a:ext>
              </a:extLst>
            </p:cNvPr>
            <p:cNvSpPr txBox="1"/>
            <p:nvPr/>
          </p:nvSpPr>
          <p:spPr>
            <a:xfrm>
              <a:off x="4671220" y="3151838"/>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execute a coordinated modernization roadmap with clear keep, upgrade, wrap, and replace decisions, supported by real-time cost visibility and optimization to enable scalable, cost-efficient AI solutions.</a:t>
              </a:r>
            </a:p>
          </p:txBody>
        </p:sp>
      </p:grpSp>
      <p:grpSp>
        <p:nvGrpSpPr>
          <p:cNvPr id="27" name="Group 26">
            <a:extLst>
              <a:ext uri="{FF2B5EF4-FFF2-40B4-BE49-F238E27FC236}">
                <a16:creationId xmlns:a16="http://schemas.microsoft.com/office/drawing/2014/main" id="{A66853FF-E715-CD18-E5DB-6321847EB063}"/>
              </a:ext>
            </a:extLst>
          </p:cNvPr>
          <p:cNvGrpSpPr/>
          <p:nvPr/>
        </p:nvGrpSpPr>
        <p:grpSpPr>
          <a:xfrm>
            <a:off x="553052" y="3853745"/>
            <a:ext cx="11080288" cy="646331"/>
            <a:chOff x="558660" y="4066826"/>
            <a:chExt cx="11080288" cy="646331"/>
          </a:xfrm>
        </p:grpSpPr>
        <p:sp>
          <p:nvSpPr>
            <p:cNvPr id="24" name="Rectangle 286">
              <a:extLst>
                <a:ext uri="{FF2B5EF4-FFF2-40B4-BE49-F238E27FC236}">
                  <a16:creationId xmlns:a16="http://schemas.microsoft.com/office/drawing/2014/main" id="{6F977E81-910B-15C8-D84F-CCEBAC649ECA}"/>
                </a:ext>
              </a:extLst>
            </p:cNvPr>
            <p:cNvSpPr txBox="1">
              <a:spLocks noChangeArrowheads="1"/>
            </p:cNvSpPr>
            <p:nvPr/>
          </p:nvSpPr>
          <p:spPr bwMode="auto">
            <a:xfrm>
              <a:off x="558660" y="406682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MLOPS/ </a:t>
              </a:r>
              <a:r>
                <a:rPr kumimoji="0" lang="en-AU" sz="1400" b="1" i="0" u="none" strike="noStrike" kern="1200" cap="none" spc="0" normalizeH="0" baseline="0" noProof="0" err="1">
                  <a:ln>
                    <a:noFill/>
                  </a:ln>
                  <a:solidFill>
                    <a:srgbClr val="111918"/>
                  </a:solidFill>
                  <a:effectLst/>
                  <a:uLnTx/>
                  <a:uFillTx/>
                  <a:ea typeface="+mn-ea"/>
                  <a:cs typeface="Tahoma" panose="020B0604030504040204" pitchFamily="34" charset="0"/>
                </a:rPr>
                <a:t>LLMOps</a:t>
              </a:r>
              <a:endPar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endParaRPr>
            </a:p>
          </p:txBody>
        </p:sp>
        <p:sp>
          <p:nvSpPr>
            <p:cNvPr id="47" name="TextBox 46">
              <a:extLst>
                <a:ext uri="{FF2B5EF4-FFF2-40B4-BE49-F238E27FC236}">
                  <a16:creationId xmlns:a16="http://schemas.microsoft.com/office/drawing/2014/main" id="{1CDDD03D-ABEA-D4D6-6343-B3CF4E95ACBD}"/>
                </a:ext>
              </a:extLst>
            </p:cNvPr>
            <p:cNvSpPr txBox="1"/>
            <p:nvPr/>
          </p:nvSpPr>
          <p:spPr>
            <a:xfrm>
              <a:off x="4671220" y="406682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own a scalable, self-service AI platform with standardized tooling, automated deployment and monitoring, and embedded safeguards, enabling reliable, governed, and resilient AI systems at scale.</a:t>
              </a:r>
            </a:p>
          </p:txBody>
        </p:sp>
      </p:grpSp>
      <p:grpSp>
        <p:nvGrpSpPr>
          <p:cNvPr id="26" name="Group 25">
            <a:extLst>
              <a:ext uri="{FF2B5EF4-FFF2-40B4-BE49-F238E27FC236}">
                <a16:creationId xmlns:a16="http://schemas.microsoft.com/office/drawing/2014/main" id="{F79E8348-F1E1-FAFF-7330-7A1C0388CFF9}"/>
              </a:ext>
            </a:extLst>
          </p:cNvPr>
          <p:cNvGrpSpPr/>
          <p:nvPr/>
        </p:nvGrpSpPr>
        <p:grpSpPr>
          <a:xfrm>
            <a:off x="553052" y="4740948"/>
            <a:ext cx="11080288" cy="646331"/>
            <a:chOff x="558660" y="5016076"/>
            <a:chExt cx="11080288" cy="646331"/>
          </a:xfrm>
        </p:grpSpPr>
        <p:sp>
          <p:nvSpPr>
            <p:cNvPr id="28" name="Rectangle 286">
              <a:extLst>
                <a:ext uri="{FF2B5EF4-FFF2-40B4-BE49-F238E27FC236}">
                  <a16:creationId xmlns:a16="http://schemas.microsoft.com/office/drawing/2014/main" id="{61A7BAF8-642C-203F-65BC-94663E3BD61C}"/>
                </a:ext>
              </a:extLst>
            </p:cNvPr>
            <p:cNvSpPr txBox="1">
              <a:spLocks noChangeArrowheads="1"/>
            </p:cNvSpPr>
            <p:nvPr/>
          </p:nvSpPr>
          <p:spPr bwMode="auto">
            <a:xfrm>
              <a:off x="558660" y="501607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AI Enabled SDLC</a:t>
              </a:r>
            </a:p>
          </p:txBody>
        </p:sp>
        <p:sp>
          <p:nvSpPr>
            <p:cNvPr id="51" name="TextBox 50">
              <a:extLst>
                <a:ext uri="{FF2B5EF4-FFF2-40B4-BE49-F238E27FC236}">
                  <a16:creationId xmlns:a16="http://schemas.microsoft.com/office/drawing/2014/main" id="{DE8D52FD-C1B0-982E-5F05-8B46BA241EA9}"/>
                </a:ext>
              </a:extLst>
            </p:cNvPr>
            <p:cNvSpPr txBox="1"/>
            <p:nvPr/>
          </p:nvSpPr>
          <p:spPr>
            <a:xfrm>
              <a:off x="4671220" y="501607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embed AI across the software development lifecycle to augment engineering workflows, improve productivity, and accelerate delivery through standardized tools and practices.</a:t>
              </a:r>
            </a:p>
          </p:txBody>
        </p:sp>
      </p:grpSp>
      <p:grpSp>
        <p:nvGrpSpPr>
          <p:cNvPr id="19" name="Group 18">
            <a:extLst>
              <a:ext uri="{FF2B5EF4-FFF2-40B4-BE49-F238E27FC236}">
                <a16:creationId xmlns:a16="http://schemas.microsoft.com/office/drawing/2014/main" id="{F0798D93-8E7E-CC5D-4E81-1674343DDD51}"/>
              </a:ext>
            </a:extLst>
          </p:cNvPr>
          <p:cNvGrpSpPr/>
          <p:nvPr/>
        </p:nvGrpSpPr>
        <p:grpSpPr>
          <a:xfrm>
            <a:off x="553052" y="2846106"/>
            <a:ext cx="11080288" cy="0"/>
            <a:chOff x="558660" y="3048455"/>
            <a:chExt cx="11080288" cy="0"/>
          </a:xfrm>
        </p:grpSpPr>
        <p:cxnSp>
          <p:nvCxnSpPr>
            <p:cNvPr id="63" name="Straight Connector 62">
              <a:extLst>
                <a:ext uri="{FF2B5EF4-FFF2-40B4-BE49-F238E27FC236}">
                  <a16:creationId xmlns:a16="http://schemas.microsoft.com/office/drawing/2014/main" id="{A4A31DB0-A1B2-4A1B-D802-9DA561FA5A5B}"/>
                </a:ext>
              </a:extLst>
            </p:cNvPr>
            <p:cNvCxnSpPr/>
            <p:nvPr/>
          </p:nvCxnSpPr>
          <p:spPr>
            <a:xfrm>
              <a:off x="4671220" y="3048455"/>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B3A531A-383B-B6A5-9444-7455F85C4C9F}"/>
                </a:ext>
              </a:extLst>
            </p:cNvPr>
            <p:cNvCxnSpPr/>
            <p:nvPr/>
          </p:nvCxnSpPr>
          <p:spPr>
            <a:xfrm>
              <a:off x="558660" y="3048455"/>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09613201-AF72-0493-BCEB-6776B547C164}"/>
              </a:ext>
            </a:extLst>
          </p:cNvPr>
          <p:cNvGrpSpPr/>
          <p:nvPr/>
        </p:nvGrpSpPr>
        <p:grpSpPr>
          <a:xfrm>
            <a:off x="553052" y="3733309"/>
            <a:ext cx="11080288" cy="0"/>
            <a:chOff x="558660" y="3923686"/>
            <a:chExt cx="11080288" cy="0"/>
          </a:xfrm>
        </p:grpSpPr>
        <p:cxnSp>
          <p:nvCxnSpPr>
            <p:cNvPr id="64" name="Straight Connector 63">
              <a:extLst>
                <a:ext uri="{FF2B5EF4-FFF2-40B4-BE49-F238E27FC236}">
                  <a16:creationId xmlns:a16="http://schemas.microsoft.com/office/drawing/2014/main" id="{FC22F8A1-650D-207E-4253-B796FF15F620}"/>
                </a:ext>
              </a:extLst>
            </p:cNvPr>
            <p:cNvCxnSpPr/>
            <p:nvPr/>
          </p:nvCxnSpPr>
          <p:spPr>
            <a:xfrm>
              <a:off x="4671220" y="3923686"/>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E885FAD-DE0A-C15F-662C-5C0E4D59716F}"/>
                </a:ext>
              </a:extLst>
            </p:cNvPr>
            <p:cNvCxnSpPr/>
            <p:nvPr/>
          </p:nvCxnSpPr>
          <p:spPr>
            <a:xfrm>
              <a:off x="558660" y="3923686"/>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75094383-8B9A-2775-A722-0B86467AB704}"/>
              </a:ext>
            </a:extLst>
          </p:cNvPr>
          <p:cNvGrpSpPr/>
          <p:nvPr/>
        </p:nvGrpSpPr>
        <p:grpSpPr>
          <a:xfrm>
            <a:off x="553052" y="4620512"/>
            <a:ext cx="11080288" cy="0"/>
            <a:chOff x="558660" y="4912693"/>
            <a:chExt cx="11080288" cy="0"/>
          </a:xfrm>
        </p:grpSpPr>
        <p:cxnSp>
          <p:nvCxnSpPr>
            <p:cNvPr id="65" name="Straight Connector 64">
              <a:extLst>
                <a:ext uri="{FF2B5EF4-FFF2-40B4-BE49-F238E27FC236}">
                  <a16:creationId xmlns:a16="http://schemas.microsoft.com/office/drawing/2014/main" id="{9F4BA512-E839-9477-AED9-FC7817FD3E2D}"/>
                </a:ext>
              </a:extLst>
            </p:cNvPr>
            <p:cNvCxnSpPr/>
            <p:nvPr/>
          </p:nvCxnSpPr>
          <p:spPr>
            <a:xfrm>
              <a:off x="4671220" y="491269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D722A3E-F767-4A4E-CB02-E8DE1E51F5DA}"/>
                </a:ext>
              </a:extLst>
            </p:cNvPr>
            <p:cNvCxnSpPr/>
            <p:nvPr/>
          </p:nvCxnSpPr>
          <p:spPr>
            <a:xfrm>
              <a:off x="558660" y="491269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8EDF5ED5-90A2-E32F-97ED-D971C241676E}"/>
              </a:ext>
            </a:extLst>
          </p:cNvPr>
          <p:cNvGrpSpPr/>
          <p:nvPr/>
        </p:nvGrpSpPr>
        <p:grpSpPr>
          <a:xfrm>
            <a:off x="553052" y="5637294"/>
            <a:ext cx="11080288" cy="430887"/>
            <a:chOff x="558660" y="5742906"/>
            <a:chExt cx="11080288" cy="430887"/>
          </a:xfrm>
        </p:grpSpPr>
        <p:sp>
          <p:nvSpPr>
            <p:cNvPr id="3" name="Rectangle 286">
              <a:extLst>
                <a:ext uri="{FF2B5EF4-FFF2-40B4-BE49-F238E27FC236}">
                  <a16:creationId xmlns:a16="http://schemas.microsoft.com/office/drawing/2014/main" id="{B4229AEA-D245-8A81-C47E-0E57CB993423}"/>
                </a:ext>
              </a:extLst>
            </p:cNvPr>
            <p:cNvSpPr txBox="1">
              <a:spLocks noChangeArrowheads="1"/>
            </p:cNvSpPr>
            <p:nvPr/>
          </p:nvSpPr>
          <p:spPr bwMode="auto">
            <a:xfrm>
              <a:off x="558660" y="574290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Engineering &amp; Delivery Maturity</a:t>
              </a:r>
            </a:p>
          </p:txBody>
        </p:sp>
        <p:sp>
          <p:nvSpPr>
            <p:cNvPr id="4" name="TextBox 3">
              <a:extLst>
                <a:ext uri="{FF2B5EF4-FFF2-40B4-BE49-F238E27FC236}">
                  <a16:creationId xmlns:a16="http://schemas.microsoft.com/office/drawing/2014/main" id="{4CFE4504-0757-9394-0F7B-BE481C8CB8C6}"/>
                </a:ext>
              </a:extLst>
            </p:cNvPr>
            <p:cNvSpPr txBox="1"/>
            <p:nvPr/>
          </p:nvSpPr>
          <p:spPr>
            <a:xfrm>
              <a:off x="4671220" y="5742906"/>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deliver AI as a product, with strong engineering practices, modular architectures, and performance management, enabling scalable, high-quality, and repeatable delivery.</a:t>
              </a:r>
            </a:p>
          </p:txBody>
        </p:sp>
      </p:grpSp>
      <p:grpSp>
        <p:nvGrpSpPr>
          <p:cNvPr id="22" name="Group 21">
            <a:extLst>
              <a:ext uri="{FF2B5EF4-FFF2-40B4-BE49-F238E27FC236}">
                <a16:creationId xmlns:a16="http://schemas.microsoft.com/office/drawing/2014/main" id="{045C9C56-81F1-6777-4B39-E1B8EEF9AE73}"/>
              </a:ext>
            </a:extLst>
          </p:cNvPr>
          <p:cNvGrpSpPr/>
          <p:nvPr/>
        </p:nvGrpSpPr>
        <p:grpSpPr>
          <a:xfrm>
            <a:off x="553052" y="5516859"/>
            <a:ext cx="11080288" cy="0"/>
            <a:chOff x="558660" y="5639523"/>
            <a:chExt cx="11080288" cy="0"/>
          </a:xfrm>
        </p:grpSpPr>
        <p:cxnSp>
          <p:nvCxnSpPr>
            <p:cNvPr id="7" name="Straight Connector 6">
              <a:extLst>
                <a:ext uri="{FF2B5EF4-FFF2-40B4-BE49-F238E27FC236}">
                  <a16:creationId xmlns:a16="http://schemas.microsoft.com/office/drawing/2014/main" id="{F2570F0E-FE8A-4D1A-0D67-C4CDFAE602AB}"/>
                </a:ext>
              </a:extLst>
            </p:cNvPr>
            <p:cNvCxnSpPr/>
            <p:nvPr/>
          </p:nvCxnSpPr>
          <p:spPr>
            <a:xfrm>
              <a:off x="4671220" y="563952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437EDAA-8492-D785-0D2E-D32C42BA718E}"/>
                </a:ext>
              </a:extLst>
            </p:cNvPr>
            <p:cNvCxnSpPr/>
            <p:nvPr/>
          </p:nvCxnSpPr>
          <p:spPr>
            <a:xfrm>
              <a:off x="558660" y="563952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1" name="5. Source">
            <a:extLst>
              <a:ext uri="{FF2B5EF4-FFF2-40B4-BE49-F238E27FC236}">
                <a16:creationId xmlns:a16="http://schemas.microsoft.com/office/drawing/2014/main" id="{4214C0A6-B343-141D-463D-9165D2C67937}"/>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cs typeface="Tahoma" panose="020B0604030504040204" pitchFamily="34" charset="0"/>
              </a:rPr>
              <a:t> Tech &amp; AI Quotient Survey</a:t>
            </a:r>
          </a:p>
        </p:txBody>
      </p:sp>
    </p:spTree>
    <p:custDataLst>
      <p:tags r:id="rId1"/>
    </p:custDataLst>
    <p:extLst>
      <p:ext uri="{BB962C8B-B14F-4D97-AF65-F5344CB8AC3E}">
        <p14:creationId xmlns:p14="http://schemas.microsoft.com/office/powerpoint/2010/main" val="723761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0B1D9-0BC2-0D31-3D33-3B8F4FA2F592}"/>
            </a:ext>
          </a:extLst>
        </p:cNvPr>
        <p:cNvGrpSpPr/>
        <p:nvPr/>
      </p:nvGrpSpPr>
      <p:grpSpPr>
        <a:xfrm>
          <a:off x="0" y="0"/>
          <a:ext cx="0" cy="0"/>
          <a:chOff x="0" y="0"/>
          <a:chExt cx="0" cy="0"/>
        </a:xfrm>
      </p:grpSpPr>
      <p:graphicFrame>
        <p:nvGraphicFramePr>
          <p:cNvPr id="36" name="Object 2" hidden="1">
            <a:extLst>
              <a:ext uri="{FF2B5EF4-FFF2-40B4-BE49-F238E27FC236}">
                <a16:creationId xmlns:a16="http://schemas.microsoft.com/office/drawing/2014/main" id="{F4318CA9-6CC3-69DC-1B76-E3D47EF712C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36" name="Object 2" hidden="1">
                        <a:extLst>
                          <a:ext uri="{FF2B5EF4-FFF2-40B4-BE49-F238E27FC236}">
                            <a16:creationId xmlns:a16="http://schemas.microsoft.com/office/drawing/2014/main" id="{F4318CA9-6CC3-69DC-1B76-E3D47EF712CF}"/>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5" name="Rectangle 1" hidden="1">
            <a:extLst>
              <a:ext uri="{FF2B5EF4-FFF2-40B4-BE49-F238E27FC236}">
                <a16:creationId xmlns:a16="http://schemas.microsoft.com/office/drawing/2014/main" id="{591F14CA-36F3-2BC3-EA46-2959DD695B92}"/>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8" name="Straight Connector 37">
            <a:extLst>
              <a:ext uri="{FF2B5EF4-FFF2-40B4-BE49-F238E27FC236}">
                <a16:creationId xmlns:a16="http://schemas.microsoft.com/office/drawing/2014/main" id="{AD2609D7-1DB9-BC59-F615-7AF6662393C1}"/>
              </a:ext>
            </a:extLst>
          </p:cNvPr>
          <p:cNvCxnSpPr/>
          <p:nvPr/>
        </p:nvCxnSpPr>
        <p:spPr>
          <a:xfrm>
            <a:off x="4671220" y="1995113"/>
            <a:ext cx="6967728"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0A6AB7E7-3F7D-5647-6FA6-95EF254BB1C9}"/>
              </a:ext>
            </a:extLst>
          </p:cNvPr>
          <p:cNvSpPr txBox="1"/>
          <p:nvPr/>
        </p:nvSpPr>
        <p:spPr>
          <a:xfrm>
            <a:off x="558660" y="1669613"/>
            <a:ext cx="3476015"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ea typeface="+mn-ea"/>
                <a:cs typeface="Tahoma" panose="020B0604030504040204" pitchFamily="34" charset="0"/>
              </a:rPr>
              <a:t>Management Practices</a:t>
            </a:r>
          </a:p>
        </p:txBody>
      </p:sp>
      <p:cxnSp>
        <p:nvCxnSpPr>
          <p:cNvPr id="42" name="Straight Connector 41">
            <a:extLst>
              <a:ext uri="{FF2B5EF4-FFF2-40B4-BE49-F238E27FC236}">
                <a16:creationId xmlns:a16="http://schemas.microsoft.com/office/drawing/2014/main" id="{15CF6A40-A233-F7FB-6C72-C5E2C6CFA2BB}"/>
              </a:ext>
            </a:extLst>
          </p:cNvPr>
          <p:cNvCxnSpPr/>
          <p:nvPr/>
        </p:nvCxnSpPr>
        <p:spPr>
          <a:xfrm>
            <a:off x="558660" y="1995113"/>
            <a:ext cx="34760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2. Slide Title">
            <a:extLst>
              <a:ext uri="{FF2B5EF4-FFF2-40B4-BE49-F238E27FC236}">
                <a16:creationId xmlns:a16="http://schemas.microsoft.com/office/drawing/2014/main" id="{20FFDE5F-5526-EA99-4222-1113EC53784A}"/>
              </a:ext>
            </a:extLst>
          </p:cNvPr>
          <p:cNvSpPr txBox="1">
            <a:spLocks/>
          </p:cNvSpPr>
          <p:nvPr>
            <p:custDataLst>
              <p:tags r:id="rId4"/>
            </p:custDataLst>
          </p:nvPr>
        </p:nvSpPr>
        <p:spPr>
          <a:xfrm>
            <a:off x="554736" y="620764"/>
            <a:ext cx="3465576" cy="369332"/>
          </a:xfrm>
          <a:prstGeom prst="rect">
            <a:avLst/>
          </a:prstGeom>
        </p:spPr>
        <p:txBody>
          <a:bodyPr vert="horz" wrap="square" lIns="0" tIns="0" rIns="0" bIns="0" rtlCol="0" anchor="b" anchorCtr="0">
            <a:spAutoFit/>
          </a:bodyPr>
          <a:lstStyle>
            <a:lvl1pPr>
              <a:lnSpc>
                <a:spcPct val="100000"/>
              </a:lnSpc>
              <a:spcBef>
                <a:spcPct val="0"/>
              </a:spcBef>
              <a:buNone/>
              <a:defRPr lang="ru-RU" sz="2400" b="1" spc="0" baseline="0" dirty="0">
                <a:ln w="6350" cap="flat">
                  <a:noFill/>
                  <a:miter lim="800000"/>
                </a:ln>
                <a:solidFill>
                  <a:srgbClr val="191C1E"/>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a:ln w="6350" cap="flat">
                  <a:noFill/>
                  <a:miter lim="800000"/>
                </a:ln>
                <a:solidFill>
                  <a:srgbClr val="191C1E"/>
                </a:solidFill>
                <a:effectLst/>
                <a:uLnTx/>
                <a:uFillTx/>
                <a:latin typeface="Georgia"/>
                <a:ea typeface="+mj-ea"/>
                <a:cs typeface="Tahoma" panose="020B0604030504040204" pitchFamily="34" charset="0"/>
              </a:rPr>
              <a:t>Data</a:t>
            </a:r>
          </a:p>
        </p:txBody>
      </p:sp>
      <p:sp>
        <p:nvSpPr>
          <p:cNvPr id="2" name="TextBox 1">
            <a:extLst>
              <a:ext uri="{FF2B5EF4-FFF2-40B4-BE49-F238E27FC236}">
                <a16:creationId xmlns:a16="http://schemas.microsoft.com/office/drawing/2014/main" id="{078D5066-4ED8-4630-BA53-4F599EF6E55D}"/>
              </a:ext>
            </a:extLst>
          </p:cNvPr>
          <p:cNvSpPr txBox="1"/>
          <p:nvPr/>
        </p:nvSpPr>
        <p:spPr>
          <a:xfrm>
            <a:off x="4671220" y="1669613"/>
            <a:ext cx="6967728"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ea typeface="+mn-ea"/>
                <a:cs typeface="Tahoma" panose="020B0604030504040204" pitchFamily="34" charset="0"/>
              </a:rPr>
              <a:t>Best practice definitions</a:t>
            </a:r>
          </a:p>
        </p:txBody>
      </p:sp>
      <p:sp>
        <p:nvSpPr>
          <p:cNvPr id="17" name="Text Placeholder 16">
            <a:extLst>
              <a:ext uri="{FF2B5EF4-FFF2-40B4-BE49-F238E27FC236}">
                <a16:creationId xmlns:a16="http://schemas.microsoft.com/office/drawing/2014/main" id="{BA667100-C0DB-B052-68AF-784B61489E2A}"/>
              </a:ext>
            </a:extLst>
          </p:cNvPr>
          <p:cNvSpPr>
            <a:spLocks noGrp="1"/>
          </p:cNvSpPr>
          <p:nvPr>
            <p:ph type="body" sz="quarter" idx="10"/>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en-CA">
              <a:latin typeface="+mn-lt"/>
              <a:cs typeface="Tahoma" panose="020B0604030504040204" pitchFamily="34" charset="0"/>
            </a:endParaRPr>
          </a:p>
        </p:txBody>
      </p:sp>
      <p:grpSp>
        <p:nvGrpSpPr>
          <p:cNvPr id="23" name="Group 22">
            <a:extLst>
              <a:ext uri="{FF2B5EF4-FFF2-40B4-BE49-F238E27FC236}">
                <a16:creationId xmlns:a16="http://schemas.microsoft.com/office/drawing/2014/main" id="{A0ECE171-9F58-4A0B-DD32-5D2EA7A25C16}"/>
              </a:ext>
            </a:extLst>
          </p:cNvPr>
          <p:cNvGrpSpPr/>
          <p:nvPr/>
        </p:nvGrpSpPr>
        <p:grpSpPr>
          <a:xfrm>
            <a:off x="553052" y="2079339"/>
            <a:ext cx="11080288" cy="430887"/>
            <a:chOff x="558660" y="2117439"/>
            <a:chExt cx="11080288" cy="430887"/>
          </a:xfrm>
        </p:grpSpPr>
        <p:sp>
          <p:nvSpPr>
            <p:cNvPr id="10" name="Rectangle 286">
              <a:extLst>
                <a:ext uri="{FF2B5EF4-FFF2-40B4-BE49-F238E27FC236}">
                  <a16:creationId xmlns:a16="http://schemas.microsoft.com/office/drawing/2014/main" id="{E94E2AA9-D540-913F-F6B4-67594A0393A3}"/>
                </a:ext>
              </a:extLst>
            </p:cNvPr>
            <p:cNvSpPr txBox="1">
              <a:spLocks noChangeArrowheads="1"/>
            </p:cNvSpPr>
            <p:nvPr/>
          </p:nvSpPr>
          <p:spPr bwMode="auto">
            <a:xfrm>
              <a:off x="558660" y="211743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Data Strategy</a:t>
              </a:r>
            </a:p>
          </p:txBody>
        </p:sp>
        <p:sp>
          <p:nvSpPr>
            <p:cNvPr id="39" name="TextBox 38">
              <a:extLst>
                <a:ext uri="{FF2B5EF4-FFF2-40B4-BE49-F238E27FC236}">
                  <a16:creationId xmlns:a16="http://schemas.microsoft.com/office/drawing/2014/main" id="{F13E4C97-67A5-7CE9-06AA-4F34EA9C7BFB}"/>
                </a:ext>
              </a:extLst>
            </p:cNvPr>
            <p:cNvSpPr txBox="1"/>
            <p:nvPr/>
          </p:nvSpPr>
          <p:spPr>
            <a:xfrm>
              <a:off x="4671220" y="2117439"/>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Data is core to our business strategy; our data strategy enables our broader AI strategy and creates a competitive advantage</a:t>
              </a:r>
            </a:p>
          </p:txBody>
        </p:sp>
      </p:grpSp>
      <p:grpSp>
        <p:nvGrpSpPr>
          <p:cNvPr id="29" name="Group 28">
            <a:extLst>
              <a:ext uri="{FF2B5EF4-FFF2-40B4-BE49-F238E27FC236}">
                <a16:creationId xmlns:a16="http://schemas.microsoft.com/office/drawing/2014/main" id="{9A3277E5-7666-7DC5-3991-F38D103EAF01}"/>
              </a:ext>
            </a:extLst>
          </p:cNvPr>
          <p:cNvGrpSpPr/>
          <p:nvPr/>
        </p:nvGrpSpPr>
        <p:grpSpPr>
          <a:xfrm>
            <a:off x="553052" y="2966542"/>
            <a:ext cx="11080288" cy="646331"/>
            <a:chOff x="558660" y="3151838"/>
            <a:chExt cx="11080288" cy="646331"/>
          </a:xfrm>
        </p:grpSpPr>
        <p:sp>
          <p:nvSpPr>
            <p:cNvPr id="18" name="Rectangle 286">
              <a:extLst>
                <a:ext uri="{FF2B5EF4-FFF2-40B4-BE49-F238E27FC236}">
                  <a16:creationId xmlns:a16="http://schemas.microsoft.com/office/drawing/2014/main" id="{D4894A4A-2090-1929-7933-5F125FAC845E}"/>
                </a:ext>
              </a:extLst>
            </p:cNvPr>
            <p:cNvSpPr txBox="1">
              <a:spLocks noChangeArrowheads="1"/>
            </p:cNvSpPr>
            <p:nvPr/>
          </p:nvSpPr>
          <p:spPr bwMode="auto">
            <a:xfrm>
              <a:off x="558660" y="3151838"/>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Data Architecture</a:t>
              </a:r>
            </a:p>
          </p:txBody>
        </p:sp>
        <p:sp>
          <p:nvSpPr>
            <p:cNvPr id="43" name="TextBox 42">
              <a:extLst>
                <a:ext uri="{FF2B5EF4-FFF2-40B4-BE49-F238E27FC236}">
                  <a16:creationId xmlns:a16="http://schemas.microsoft.com/office/drawing/2014/main" id="{BE3A187E-8600-CB9E-15CC-72CC50F53E99}"/>
                </a:ext>
              </a:extLst>
            </p:cNvPr>
            <p:cNvSpPr txBox="1"/>
            <p:nvPr/>
          </p:nvSpPr>
          <p:spPr>
            <a:xfrm>
              <a:off x="4671220" y="3151838"/>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enable integrated access to structured and unstructured, AI-ready data across systems, with scalable architectures (e.g., data lake, mesh, or fabric) that support timely ingestion and reuse for AI, GenAI, and agentic use cases.</a:t>
              </a:r>
            </a:p>
          </p:txBody>
        </p:sp>
      </p:grpSp>
      <p:grpSp>
        <p:nvGrpSpPr>
          <p:cNvPr id="27" name="Group 26">
            <a:extLst>
              <a:ext uri="{FF2B5EF4-FFF2-40B4-BE49-F238E27FC236}">
                <a16:creationId xmlns:a16="http://schemas.microsoft.com/office/drawing/2014/main" id="{688B5D82-B748-4500-6B07-878B678A7862}"/>
              </a:ext>
            </a:extLst>
          </p:cNvPr>
          <p:cNvGrpSpPr/>
          <p:nvPr/>
        </p:nvGrpSpPr>
        <p:grpSpPr>
          <a:xfrm>
            <a:off x="553052" y="3853745"/>
            <a:ext cx="11080288" cy="646331"/>
            <a:chOff x="558660" y="4066826"/>
            <a:chExt cx="11080288" cy="646331"/>
          </a:xfrm>
        </p:grpSpPr>
        <p:sp>
          <p:nvSpPr>
            <p:cNvPr id="24" name="Rectangle 286">
              <a:extLst>
                <a:ext uri="{FF2B5EF4-FFF2-40B4-BE49-F238E27FC236}">
                  <a16:creationId xmlns:a16="http://schemas.microsoft.com/office/drawing/2014/main" id="{EC5D790E-3C62-8428-FC88-9DD363BD6731}"/>
                </a:ext>
              </a:extLst>
            </p:cNvPr>
            <p:cNvSpPr txBox="1">
              <a:spLocks noChangeArrowheads="1"/>
            </p:cNvSpPr>
            <p:nvPr/>
          </p:nvSpPr>
          <p:spPr bwMode="auto">
            <a:xfrm>
              <a:off x="558660" y="406682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Data Products</a:t>
              </a:r>
            </a:p>
          </p:txBody>
        </p:sp>
        <p:sp>
          <p:nvSpPr>
            <p:cNvPr id="47" name="TextBox 46">
              <a:extLst>
                <a:ext uri="{FF2B5EF4-FFF2-40B4-BE49-F238E27FC236}">
                  <a16:creationId xmlns:a16="http://schemas.microsoft.com/office/drawing/2014/main" id="{573619A5-4356-C0FA-E260-B5A9DB99CA9D}"/>
                </a:ext>
              </a:extLst>
            </p:cNvPr>
            <p:cNvSpPr txBox="1"/>
            <p:nvPr/>
          </p:nvSpPr>
          <p:spPr>
            <a:xfrm>
              <a:off x="4671220" y="406682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operationalize data as products with clear ownership, defined SLAs, and standardized interfaces, enabling easy consumption and scalable reuse across users, models, and applications.</a:t>
              </a:r>
            </a:p>
          </p:txBody>
        </p:sp>
      </p:grpSp>
      <p:grpSp>
        <p:nvGrpSpPr>
          <p:cNvPr id="26" name="Group 25">
            <a:extLst>
              <a:ext uri="{FF2B5EF4-FFF2-40B4-BE49-F238E27FC236}">
                <a16:creationId xmlns:a16="http://schemas.microsoft.com/office/drawing/2014/main" id="{104B2A0F-3A07-E56D-0AA7-B98745AB556C}"/>
              </a:ext>
            </a:extLst>
          </p:cNvPr>
          <p:cNvGrpSpPr/>
          <p:nvPr/>
        </p:nvGrpSpPr>
        <p:grpSpPr>
          <a:xfrm>
            <a:off x="553052" y="4740948"/>
            <a:ext cx="11080288" cy="646331"/>
            <a:chOff x="558660" y="5016076"/>
            <a:chExt cx="11080288" cy="646331"/>
          </a:xfrm>
        </p:grpSpPr>
        <p:sp>
          <p:nvSpPr>
            <p:cNvPr id="28" name="Rectangle 286">
              <a:extLst>
                <a:ext uri="{FF2B5EF4-FFF2-40B4-BE49-F238E27FC236}">
                  <a16:creationId xmlns:a16="http://schemas.microsoft.com/office/drawing/2014/main" id="{E77058F6-7777-FA79-EC3B-B70EBA20751F}"/>
                </a:ext>
              </a:extLst>
            </p:cNvPr>
            <p:cNvSpPr txBox="1">
              <a:spLocks noChangeArrowheads="1"/>
            </p:cNvSpPr>
            <p:nvPr/>
          </p:nvSpPr>
          <p:spPr bwMode="auto">
            <a:xfrm>
              <a:off x="558660" y="501607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Data Operating Model</a:t>
              </a:r>
            </a:p>
          </p:txBody>
        </p:sp>
        <p:sp>
          <p:nvSpPr>
            <p:cNvPr id="51" name="TextBox 50">
              <a:extLst>
                <a:ext uri="{FF2B5EF4-FFF2-40B4-BE49-F238E27FC236}">
                  <a16:creationId xmlns:a16="http://schemas.microsoft.com/office/drawing/2014/main" id="{3AB1EAA7-ADAF-0DF6-81FF-CAD66B373158}"/>
                </a:ext>
              </a:extLst>
            </p:cNvPr>
            <p:cNvSpPr txBox="1"/>
            <p:nvPr/>
          </p:nvSpPr>
          <p:spPr>
            <a:xfrm>
              <a:off x="4671220" y="501607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Business owns relevant data with support from data owners and stewards; we have comprehensive standards for data quality and a clear RACI to make decisions around data</a:t>
              </a:r>
            </a:p>
          </p:txBody>
        </p:sp>
      </p:grpSp>
      <p:grpSp>
        <p:nvGrpSpPr>
          <p:cNvPr id="19" name="Group 18">
            <a:extLst>
              <a:ext uri="{FF2B5EF4-FFF2-40B4-BE49-F238E27FC236}">
                <a16:creationId xmlns:a16="http://schemas.microsoft.com/office/drawing/2014/main" id="{A766A4F6-40E1-9A8D-021D-F678FC46DFDB}"/>
              </a:ext>
            </a:extLst>
          </p:cNvPr>
          <p:cNvGrpSpPr/>
          <p:nvPr/>
        </p:nvGrpSpPr>
        <p:grpSpPr>
          <a:xfrm>
            <a:off x="553052" y="2846106"/>
            <a:ext cx="11080288" cy="0"/>
            <a:chOff x="558660" y="3048455"/>
            <a:chExt cx="11080288" cy="0"/>
          </a:xfrm>
        </p:grpSpPr>
        <p:cxnSp>
          <p:nvCxnSpPr>
            <p:cNvPr id="63" name="Straight Connector 62">
              <a:extLst>
                <a:ext uri="{FF2B5EF4-FFF2-40B4-BE49-F238E27FC236}">
                  <a16:creationId xmlns:a16="http://schemas.microsoft.com/office/drawing/2014/main" id="{E84C8331-2A46-6D8A-2E1E-9FBAD547E509}"/>
                </a:ext>
              </a:extLst>
            </p:cNvPr>
            <p:cNvCxnSpPr/>
            <p:nvPr/>
          </p:nvCxnSpPr>
          <p:spPr>
            <a:xfrm>
              <a:off x="4671220" y="3048455"/>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304FC3F-64B8-81BF-5F61-D23D1135593A}"/>
                </a:ext>
              </a:extLst>
            </p:cNvPr>
            <p:cNvCxnSpPr/>
            <p:nvPr/>
          </p:nvCxnSpPr>
          <p:spPr>
            <a:xfrm>
              <a:off x="558660" y="3048455"/>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5A9E827B-A84C-BEBA-89B6-2BEDC1A12970}"/>
              </a:ext>
            </a:extLst>
          </p:cNvPr>
          <p:cNvGrpSpPr/>
          <p:nvPr/>
        </p:nvGrpSpPr>
        <p:grpSpPr>
          <a:xfrm>
            <a:off x="553052" y="3733309"/>
            <a:ext cx="11080288" cy="0"/>
            <a:chOff x="558660" y="3923686"/>
            <a:chExt cx="11080288" cy="0"/>
          </a:xfrm>
        </p:grpSpPr>
        <p:cxnSp>
          <p:nvCxnSpPr>
            <p:cNvPr id="64" name="Straight Connector 63">
              <a:extLst>
                <a:ext uri="{FF2B5EF4-FFF2-40B4-BE49-F238E27FC236}">
                  <a16:creationId xmlns:a16="http://schemas.microsoft.com/office/drawing/2014/main" id="{50D9EBD0-857E-9F25-C2AC-F3AF578608FC}"/>
                </a:ext>
              </a:extLst>
            </p:cNvPr>
            <p:cNvCxnSpPr/>
            <p:nvPr/>
          </p:nvCxnSpPr>
          <p:spPr>
            <a:xfrm>
              <a:off x="4671220" y="3923686"/>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9094FDB-420C-2F6C-40D9-C0709C1F07EE}"/>
                </a:ext>
              </a:extLst>
            </p:cNvPr>
            <p:cNvCxnSpPr/>
            <p:nvPr/>
          </p:nvCxnSpPr>
          <p:spPr>
            <a:xfrm>
              <a:off x="558660" y="3923686"/>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1BA9F5CB-816E-1FAC-007B-34EEF15512C4}"/>
              </a:ext>
            </a:extLst>
          </p:cNvPr>
          <p:cNvGrpSpPr/>
          <p:nvPr/>
        </p:nvGrpSpPr>
        <p:grpSpPr>
          <a:xfrm>
            <a:off x="553052" y="4620512"/>
            <a:ext cx="11080288" cy="0"/>
            <a:chOff x="558660" y="4912693"/>
            <a:chExt cx="11080288" cy="0"/>
          </a:xfrm>
        </p:grpSpPr>
        <p:cxnSp>
          <p:nvCxnSpPr>
            <p:cNvPr id="65" name="Straight Connector 64">
              <a:extLst>
                <a:ext uri="{FF2B5EF4-FFF2-40B4-BE49-F238E27FC236}">
                  <a16:creationId xmlns:a16="http://schemas.microsoft.com/office/drawing/2014/main" id="{D361BBE8-EC1D-718C-0510-9D063724FAC2}"/>
                </a:ext>
              </a:extLst>
            </p:cNvPr>
            <p:cNvCxnSpPr/>
            <p:nvPr/>
          </p:nvCxnSpPr>
          <p:spPr>
            <a:xfrm>
              <a:off x="4671220" y="491269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B8018BD-9F27-5DDA-4EDC-5E9E8161F5D3}"/>
                </a:ext>
              </a:extLst>
            </p:cNvPr>
            <p:cNvCxnSpPr/>
            <p:nvPr/>
          </p:nvCxnSpPr>
          <p:spPr>
            <a:xfrm>
              <a:off x="558660" y="491269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A50ABF8A-D027-992E-D8B9-990C7347A077}"/>
              </a:ext>
            </a:extLst>
          </p:cNvPr>
          <p:cNvGrpSpPr/>
          <p:nvPr/>
        </p:nvGrpSpPr>
        <p:grpSpPr>
          <a:xfrm>
            <a:off x="553052" y="5612734"/>
            <a:ext cx="11080288" cy="646331"/>
            <a:chOff x="558660" y="5742906"/>
            <a:chExt cx="11080288" cy="646331"/>
          </a:xfrm>
        </p:grpSpPr>
        <p:sp>
          <p:nvSpPr>
            <p:cNvPr id="3" name="Rectangle 286">
              <a:extLst>
                <a:ext uri="{FF2B5EF4-FFF2-40B4-BE49-F238E27FC236}">
                  <a16:creationId xmlns:a16="http://schemas.microsoft.com/office/drawing/2014/main" id="{81D17265-8EBB-D1E8-3084-707929AD964E}"/>
                </a:ext>
              </a:extLst>
            </p:cNvPr>
            <p:cNvSpPr txBox="1">
              <a:spLocks noChangeArrowheads="1"/>
            </p:cNvSpPr>
            <p:nvPr/>
          </p:nvSpPr>
          <p:spPr bwMode="auto">
            <a:xfrm>
              <a:off x="558660" y="574290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Data Security</a:t>
              </a:r>
            </a:p>
          </p:txBody>
        </p:sp>
        <p:sp>
          <p:nvSpPr>
            <p:cNvPr id="4" name="TextBox 3">
              <a:extLst>
                <a:ext uri="{FF2B5EF4-FFF2-40B4-BE49-F238E27FC236}">
                  <a16:creationId xmlns:a16="http://schemas.microsoft.com/office/drawing/2014/main" id="{7DA05556-FF8E-6A3E-666D-7EDAF470C1B4}"/>
                </a:ext>
              </a:extLst>
            </p:cNvPr>
            <p:cNvSpPr txBox="1"/>
            <p:nvPr/>
          </p:nvSpPr>
          <p:spPr>
            <a:xfrm>
              <a:off x="4671220" y="5742906"/>
              <a:ext cx="6967728" cy="6463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There is comprehensive data protection across AI systems, with automated controls, embedded guardrails, and continuous monitoring to ensure secure, compliant use of data at scale.</a:t>
              </a:r>
            </a:p>
          </p:txBody>
        </p:sp>
      </p:grpSp>
      <p:grpSp>
        <p:nvGrpSpPr>
          <p:cNvPr id="22" name="Group 21">
            <a:extLst>
              <a:ext uri="{FF2B5EF4-FFF2-40B4-BE49-F238E27FC236}">
                <a16:creationId xmlns:a16="http://schemas.microsoft.com/office/drawing/2014/main" id="{4EC4550B-8F5A-C64B-9636-6129226062ED}"/>
              </a:ext>
            </a:extLst>
          </p:cNvPr>
          <p:cNvGrpSpPr/>
          <p:nvPr/>
        </p:nvGrpSpPr>
        <p:grpSpPr>
          <a:xfrm>
            <a:off x="553052" y="5492299"/>
            <a:ext cx="11080288" cy="0"/>
            <a:chOff x="558660" y="5639523"/>
            <a:chExt cx="11080288" cy="0"/>
          </a:xfrm>
        </p:grpSpPr>
        <p:cxnSp>
          <p:nvCxnSpPr>
            <p:cNvPr id="7" name="Straight Connector 6">
              <a:extLst>
                <a:ext uri="{FF2B5EF4-FFF2-40B4-BE49-F238E27FC236}">
                  <a16:creationId xmlns:a16="http://schemas.microsoft.com/office/drawing/2014/main" id="{0C22E8ED-999A-9240-0841-BB65CD3E06B3}"/>
                </a:ext>
              </a:extLst>
            </p:cNvPr>
            <p:cNvCxnSpPr/>
            <p:nvPr/>
          </p:nvCxnSpPr>
          <p:spPr>
            <a:xfrm>
              <a:off x="4671220" y="563952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5F8550A-4C1F-4F2C-9609-5641D3249ADD}"/>
                </a:ext>
              </a:extLst>
            </p:cNvPr>
            <p:cNvCxnSpPr/>
            <p:nvPr/>
          </p:nvCxnSpPr>
          <p:spPr>
            <a:xfrm>
              <a:off x="558660" y="563952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1" name="5. Source">
            <a:extLst>
              <a:ext uri="{FF2B5EF4-FFF2-40B4-BE49-F238E27FC236}">
                <a16:creationId xmlns:a16="http://schemas.microsoft.com/office/drawing/2014/main" id="{2584A77A-EA22-2234-E791-4D963B80553D}"/>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cs typeface="Tahoma" panose="020B0604030504040204" pitchFamily="34" charset="0"/>
              </a:rPr>
              <a:t> Tech &amp; AI Quotient Survey</a:t>
            </a:r>
          </a:p>
        </p:txBody>
      </p:sp>
    </p:spTree>
    <p:custDataLst>
      <p:tags r:id="rId1"/>
    </p:custDataLst>
    <p:extLst>
      <p:ext uri="{BB962C8B-B14F-4D97-AF65-F5344CB8AC3E}">
        <p14:creationId xmlns:p14="http://schemas.microsoft.com/office/powerpoint/2010/main" val="1432402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CA8F-1B1E-AAC7-2ABE-BC1279603BF5}"/>
            </a:ext>
          </a:extLst>
        </p:cNvPr>
        <p:cNvGrpSpPr/>
        <p:nvPr/>
      </p:nvGrpSpPr>
      <p:grpSpPr>
        <a:xfrm>
          <a:off x="0" y="0"/>
          <a:ext cx="0" cy="0"/>
          <a:chOff x="0" y="0"/>
          <a:chExt cx="0" cy="0"/>
        </a:xfrm>
      </p:grpSpPr>
      <p:graphicFrame>
        <p:nvGraphicFramePr>
          <p:cNvPr id="36" name="Object 2" hidden="1">
            <a:extLst>
              <a:ext uri="{FF2B5EF4-FFF2-40B4-BE49-F238E27FC236}">
                <a16:creationId xmlns:a16="http://schemas.microsoft.com/office/drawing/2014/main" id="{B1385B19-1D11-2F5F-947A-C0F484F827C9}"/>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36" name="Object 2" hidden="1">
                        <a:extLst>
                          <a:ext uri="{FF2B5EF4-FFF2-40B4-BE49-F238E27FC236}">
                            <a16:creationId xmlns:a16="http://schemas.microsoft.com/office/drawing/2014/main" id="{B1385B19-1D11-2F5F-947A-C0F484F827C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5" name="Rectangle 1" hidden="1">
            <a:extLst>
              <a:ext uri="{FF2B5EF4-FFF2-40B4-BE49-F238E27FC236}">
                <a16:creationId xmlns:a16="http://schemas.microsoft.com/office/drawing/2014/main" id="{E730F3F7-B874-D427-A0DA-EB6C04D86F94}"/>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AU" sz="2500" b="1" i="0" u="none" strike="noStrike" kern="1200" cap="none" spc="0" normalizeH="0" baseline="0" noProof="0">
              <a:ln>
                <a:noFill/>
              </a:ln>
              <a:solidFill>
                <a:srgbClr val="FFFFFF"/>
              </a:solidFill>
              <a:effectLst/>
              <a:uLnTx/>
              <a:uFillTx/>
              <a:latin typeface="Georgia" panose="02040502050405020303" pitchFamily="18" charset="0"/>
              <a:ea typeface="+mn-ea"/>
              <a:cs typeface="Tahoma" panose="020B0604030504040204" pitchFamily="34" charset="0"/>
              <a:sym typeface="Georgia" panose="02040502050405020303" pitchFamily="18" charset="0"/>
            </a:endParaRPr>
          </a:p>
        </p:txBody>
      </p:sp>
      <p:cxnSp>
        <p:nvCxnSpPr>
          <p:cNvPr id="38" name="Straight Connector 37">
            <a:extLst>
              <a:ext uri="{FF2B5EF4-FFF2-40B4-BE49-F238E27FC236}">
                <a16:creationId xmlns:a16="http://schemas.microsoft.com/office/drawing/2014/main" id="{2F182270-2C52-4D9A-91A4-736D7A120456}"/>
              </a:ext>
            </a:extLst>
          </p:cNvPr>
          <p:cNvCxnSpPr/>
          <p:nvPr/>
        </p:nvCxnSpPr>
        <p:spPr>
          <a:xfrm>
            <a:off x="4671220" y="1995113"/>
            <a:ext cx="6967728"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9D43000-0A92-4D29-B793-137CE527C7DA}"/>
              </a:ext>
            </a:extLst>
          </p:cNvPr>
          <p:cNvSpPr txBox="1"/>
          <p:nvPr/>
        </p:nvSpPr>
        <p:spPr>
          <a:xfrm>
            <a:off x="558660" y="1669613"/>
            <a:ext cx="3476015"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ea typeface="+mn-ea"/>
                <a:cs typeface="Tahoma" panose="020B0604030504040204" pitchFamily="34" charset="0"/>
              </a:rPr>
              <a:t>Management Practices</a:t>
            </a:r>
          </a:p>
        </p:txBody>
      </p:sp>
      <p:cxnSp>
        <p:nvCxnSpPr>
          <p:cNvPr id="42" name="Straight Connector 41">
            <a:extLst>
              <a:ext uri="{FF2B5EF4-FFF2-40B4-BE49-F238E27FC236}">
                <a16:creationId xmlns:a16="http://schemas.microsoft.com/office/drawing/2014/main" id="{00186CD7-72B8-7A04-F049-ADCF438B679B}"/>
              </a:ext>
            </a:extLst>
          </p:cNvPr>
          <p:cNvCxnSpPr/>
          <p:nvPr/>
        </p:nvCxnSpPr>
        <p:spPr>
          <a:xfrm>
            <a:off x="558660" y="1995113"/>
            <a:ext cx="34760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2. Slide Title">
            <a:extLst>
              <a:ext uri="{FF2B5EF4-FFF2-40B4-BE49-F238E27FC236}">
                <a16:creationId xmlns:a16="http://schemas.microsoft.com/office/drawing/2014/main" id="{695BEA17-BA6D-4C19-FE7B-ECEA64FA1850}"/>
              </a:ext>
            </a:extLst>
          </p:cNvPr>
          <p:cNvSpPr txBox="1">
            <a:spLocks/>
          </p:cNvSpPr>
          <p:nvPr>
            <p:custDataLst>
              <p:tags r:id="rId4"/>
            </p:custDataLst>
          </p:nvPr>
        </p:nvSpPr>
        <p:spPr>
          <a:xfrm>
            <a:off x="554736" y="620764"/>
            <a:ext cx="3465576" cy="369332"/>
          </a:xfrm>
          <a:prstGeom prst="rect">
            <a:avLst/>
          </a:prstGeom>
        </p:spPr>
        <p:txBody>
          <a:bodyPr vert="horz" wrap="square" lIns="0" tIns="0" rIns="0" bIns="0" rtlCol="0" anchor="b" anchorCtr="0">
            <a:spAutoFit/>
          </a:bodyPr>
          <a:lstStyle>
            <a:lvl1pPr>
              <a:lnSpc>
                <a:spcPct val="100000"/>
              </a:lnSpc>
              <a:spcBef>
                <a:spcPct val="0"/>
              </a:spcBef>
              <a:buNone/>
              <a:defRPr lang="ru-RU" sz="2400" b="1" spc="0" baseline="0" dirty="0">
                <a:ln w="6350" cap="flat">
                  <a:noFill/>
                  <a:miter lim="800000"/>
                </a:ln>
                <a:solidFill>
                  <a:srgbClr val="191C1E"/>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AU" sz="2400" b="1" i="0" u="none" strike="noStrike" kern="1200" cap="none" spc="0" normalizeH="0" baseline="0" noProof="0">
                <a:ln w="6350" cap="flat">
                  <a:noFill/>
                  <a:miter lim="800000"/>
                </a:ln>
                <a:solidFill>
                  <a:srgbClr val="191C1E"/>
                </a:solidFill>
                <a:effectLst/>
                <a:uLnTx/>
                <a:uFillTx/>
                <a:latin typeface="Georgia"/>
                <a:ea typeface="+mj-ea"/>
                <a:cs typeface="Tahoma" panose="020B0604030504040204" pitchFamily="34" charset="0"/>
              </a:rPr>
              <a:t>Adoption and scaling</a:t>
            </a:r>
          </a:p>
        </p:txBody>
      </p:sp>
      <p:sp>
        <p:nvSpPr>
          <p:cNvPr id="2" name="TextBox 1">
            <a:extLst>
              <a:ext uri="{FF2B5EF4-FFF2-40B4-BE49-F238E27FC236}">
                <a16:creationId xmlns:a16="http://schemas.microsoft.com/office/drawing/2014/main" id="{AEF9C852-2115-E252-D9E4-4E9738C0114A}"/>
              </a:ext>
            </a:extLst>
          </p:cNvPr>
          <p:cNvSpPr txBox="1"/>
          <p:nvPr/>
        </p:nvSpPr>
        <p:spPr>
          <a:xfrm>
            <a:off x="4671220" y="1669613"/>
            <a:ext cx="6967728" cy="2646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8288"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indent="-195987" defTabSz="913526" eaLnBrk="1" hangingPunct="1">
              <a:buClr>
                <a:schemeClr val="accent1"/>
              </a:buClr>
              <a:buSzPct val="125000"/>
              <a:buFont typeface="Trebuchet MS" pitchFamily="34" charset="0"/>
              <a:buChar char="•"/>
              <a:defRPr baseline="0">
                <a:latin typeface="+mn-lt"/>
              </a:defRPr>
            </a:lvl2pPr>
            <a:lvl3pPr marL="457200" indent="-173038" defTabSz="913526" eaLnBrk="1" hangingPunct="1">
              <a:buClr>
                <a:schemeClr val="accent1"/>
              </a:buClr>
              <a:buSzPct val="120000"/>
              <a:buFont typeface="Arial" panose="020B0604020202020204" pitchFamily="34" charset="0"/>
              <a:buChar char="̶"/>
              <a:defRPr baseline="0">
                <a:latin typeface="+mn-lt"/>
              </a:defRPr>
            </a:lvl3pPr>
            <a:lvl4pPr marL="635000" indent="-182563" defTabSz="913526" eaLnBrk="1" hangingPunct="1">
              <a:buClr>
                <a:schemeClr val="accent1"/>
              </a:buClr>
              <a:buSzPct val="90000"/>
              <a:buFont typeface="Wingdings" panose="05000000000000000000" pitchFamily="2" charset="2"/>
              <a:buChar char="§"/>
              <a:defRPr baseline="0">
                <a:latin typeface="+mn-lt"/>
              </a:defRPr>
            </a:lvl4pPr>
            <a:lvl5pPr marL="909638" indent="-214313" defTabSz="913526" eaLnBrk="1" hangingPunct="1">
              <a:buClr>
                <a:schemeClr val="accent1"/>
              </a:buClr>
              <a:buSzPct val="90000"/>
              <a:buFont typeface="Arial" panose="020B0604020202020204" pitchFamily="34" charset="0"/>
              <a:buChar char="̶"/>
              <a:defRPr baseline="0">
                <a:latin typeface="+mn-lt"/>
              </a:defRPr>
            </a:lvl5pPr>
            <a:lvl6pPr marL="765029" indent="-132818" defTabSz="913526" fontAlgn="base">
              <a:spcBef>
                <a:spcPct val="0"/>
              </a:spcBef>
              <a:spcAft>
                <a:spcPct val="0"/>
              </a:spcAft>
              <a:buClr>
                <a:schemeClr val="tx2"/>
              </a:buClr>
              <a:buSzPct val="89000"/>
              <a:buFont typeface="Arial"/>
              <a:buChar char="-"/>
              <a:defRPr baseline="0">
                <a:latin typeface="+mn-lt"/>
              </a:defRPr>
            </a:lvl6pPr>
            <a:lvl7pPr marL="765029" indent="-132818" defTabSz="913526" fontAlgn="base">
              <a:spcBef>
                <a:spcPct val="0"/>
              </a:spcBef>
              <a:spcAft>
                <a:spcPct val="0"/>
              </a:spcAft>
              <a:buClr>
                <a:schemeClr val="tx2"/>
              </a:buClr>
              <a:buSzPct val="89000"/>
              <a:buFont typeface="Arial"/>
              <a:buChar char="-"/>
              <a:defRPr baseline="0">
                <a:latin typeface="+mn-lt"/>
              </a:defRPr>
            </a:lvl7pPr>
            <a:lvl8pPr marL="765029" indent="-132818" defTabSz="913526" fontAlgn="base">
              <a:spcBef>
                <a:spcPct val="0"/>
              </a:spcBef>
              <a:spcAft>
                <a:spcPct val="0"/>
              </a:spcAft>
              <a:buClr>
                <a:schemeClr val="tx2"/>
              </a:buClr>
              <a:buSzPct val="89000"/>
              <a:buFont typeface="Arial"/>
              <a:buChar char="-"/>
              <a:defRPr baseline="0">
                <a:latin typeface="+mn-lt"/>
              </a:defRPr>
            </a:lvl8pPr>
            <a:lvl9pPr marL="765029" indent="-132818" defTabSz="913526" fontAlgn="base">
              <a:spcBef>
                <a:spcPct val="0"/>
              </a:spcBef>
              <a:spcAft>
                <a:spcPct val="0"/>
              </a:spcAft>
              <a:buClr>
                <a:schemeClr val="tx2"/>
              </a:buClr>
              <a:buSzPct val="89000"/>
              <a:buFont typeface="Arial"/>
              <a:buChar char="-"/>
              <a:defRPr baseline="0">
                <a:latin typeface="+mn-lt"/>
              </a:defRPr>
            </a:lvl9pPr>
          </a:lstStyle>
          <a:p>
            <a:pPr marL="0" marR="0" lvl="0" indent="0" algn="l" defTabSz="932071" rtl="0" eaLnBrk="1" fontAlgn="base" latinLnBrk="0" hangingPunct="1">
              <a:lnSpc>
                <a:spcPct val="100000"/>
              </a:lnSpc>
              <a:spcBef>
                <a:spcPct val="0"/>
              </a:spcBef>
              <a:spcAft>
                <a:spcPct val="0"/>
              </a:spcAft>
              <a:buClr>
                <a:srgbClr val="0065BD"/>
              </a:buClr>
              <a:buSzTx/>
              <a:buFontTx/>
              <a:buNone/>
              <a:tabLst/>
              <a:defRPr/>
            </a:pPr>
            <a:r>
              <a:rPr kumimoji="0" lang="en-AU" sz="1600" b="1" i="0" u="none" strike="noStrike" kern="1200" cap="none" spc="0" normalizeH="0" baseline="0" noProof="0">
                <a:ln>
                  <a:noFill/>
                </a:ln>
                <a:solidFill>
                  <a:srgbClr val="111918"/>
                </a:solidFill>
                <a:effectLst/>
                <a:uLnTx/>
                <a:uFillTx/>
                <a:ea typeface="+mn-ea"/>
                <a:cs typeface="Tahoma" panose="020B0604030504040204" pitchFamily="34" charset="0"/>
              </a:rPr>
              <a:t>Best practice definitions</a:t>
            </a:r>
          </a:p>
        </p:txBody>
      </p:sp>
      <p:sp>
        <p:nvSpPr>
          <p:cNvPr id="17" name="Text Placeholder 16">
            <a:extLst>
              <a:ext uri="{FF2B5EF4-FFF2-40B4-BE49-F238E27FC236}">
                <a16:creationId xmlns:a16="http://schemas.microsoft.com/office/drawing/2014/main" id="{BA1B3428-D500-FC1E-F562-14BDB2CA01A6}"/>
              </a:ext>
            </a:extLst>
          </p:cNvPr>
          <p:cNvSpPr>
            <a:spLocks noGrp="1"/>
          </p:cNvSpPr>
          <p:nvPr>
            <p:ph type="body" sz="quarter" idx="10"/>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en-CA">
              <a:cs typeface="Tahoma" panose="020B0604030504040204" pitchFamily="34" charset="0"/>
            </a:endParaRPr>
          </a:p>
        </p:txBody>
      </p:sp>
      <p:grpSp>
        <p:nvGrpSpPr>
          <p:cNvPr id="23" name="Group 22">
            <a:extLst>
              <a:ext uri="{FF2B5EF4-FFF2-40B4-BE49-F238E27FC236}">
                <a16:creationId xmlns:a16="http://schemas.microsoft.com/office/drawing/2014/main" id="{78D88A4F-2502-2830-506F-9D7107E7B135}"/>
              </a:ext>
            </a:extLst>
          </p:cNvPr>
          <p:cNvGrpSpPr/>
          <p:nvPr/>
        </p:nvGrpSpPr>
        <p:grpSpPr>
          <a:xfrm>
            <a:off x="553052" y="2079339"/>
            <a:ext cx="11080288" cy="430887"/>
            <a:chOff x="558660" y="2117439"/>
            <a:chExt cx="11080288" cy="430887"/>
          </a:xfrm>
        </p:grpSpPr>
        <p:sp>
          <p:nvSpPr>
            <p:cNvPr id="10" name="Rectangle 286">
              <a:extLst>
                <a:ext uri="{FF2B5EF4-FFF2-40B4-BE49-F238E27FC236}">
                  <a16:creationId xmlns:a16="http://schemas.microsoft.com/office/drawing/2014/main" id="{FFEF1567-2DB3-84FE-16EE-183896185348}"/>
                </a:ext>
              </a:extLst>
            </p:cNvPr>
            <p:cNvSpPr txBox="1">
              <a:spLocks noChangeArrowheads="1"/>
            </p:cNvSpPr>
            <p:nvPr/>
          </p:nvSpPr>
          <p:spPr bwMode="auto">
            <a:xfrm>
              <a:off x="558660" y="2117439"/>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Talent Planning</a:t>
              </a:r>
            </a:p>
          </p:txBody>
        </p:sp>
        <p:sp>
          <p:nvSpPr>
            <p:cNvPr id="39" name="TextBox 38">
              <a:extLst>
                <a:ext uri="{FF2B5EF4-FFF2-40B4-BE49-F238E27FC236}">
                  <a16:creationId xmlns:a16="http://schemas.microsoft.com/office/drawing/2014/main" id="{2A46DFDD-6505-AB43-935F-C7D60701291E}"/>
                </a:ext>
              </a:extLst>
            </p:cNvPr>
            <p:cNvSpPr txBox="1"/>
            <p:nvPr/>
          </p:nvSpPr>
          <p:spPr>
            <a:xfrm>
              <a:off x="4671220" y="2117439"/>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systematically scale proven AI solutions through modular, </a:t>
              </a:r>
              <a:r>
                <a:rPr lang="en-US" sz="1400" err="1">
                  <a:solidFill>
                    <a:srgbClr val="000000"/>
                  </a:solidFill>
                </a:rPr>
                <a:t>assetized</a:t>
              </a:r>
              <a:r>
                <a:rPr lang="en-US" sz="1400">
                  <a:solidFill>
                    <a:srgbClr val="000000"/>
                  </a:solidFill>
                </a:rPr>
                <a:t> components with clear ownership, enabling rapid reuse and measurable enterprise-wide impact.</a:t>
              </a:r>
            </a:p>
          </p:txBody>
        </p:sp>
      </p:grpSp>
      <p:grpSp>
        <p:nvGrpSpPr>
          <p:cNvPr id="29" name="Group 28">
            <a:extLst>
              <a:ext uri="{FF2B5EF4-FFF2-40B4-BE49-F238E27FC236}">
                <a16:creationId xmlns:a16="http://schemas.microsoft.com/office/drawing/2014/main" id="{D5BA0C2E-B15B-57BF-76A0-707AD37635AC}"/>
              </a:ext>
            </a:extLst>
          </p:cNvPr>
          <p:cNvGrpSpPr/>
          <p:nvPr/>
        </p:nvGrpSpPr>
        <p:grpSpPr>
          <a:xfrm>
            <a:off x="553052" y="2966542"/>
            <a:ext cx="11080288" cy="430887"/>
            <a:chOff x="558660" y="3151838"/>
            <a:chExt cx="11080288" cy="430887"/>
          </a:xfrm>
        </p:grpSpPr>
        <p:sp>
          <p:nvSpPr>
            <p:cNvPr id="18" name="Rectangle 286">
              <a:extLst>
                <a:ext uri="{FF2B5EF4-FFF2-40B4-BE49-F238E27FC236}">
                  <a16:creationId xmlns:a16="http://schemas.microsoft.com/office/drawing/2014/main" id="{2F9424A8-426A-3D54-B9E0-D9A045298292}"/>
                </a:ext>
              </a:extLst>
            </p:cNvPr>
            <p:cNvSpPr txBox="1">
              <a:spLocks noChangeArrowheads="1"/>
            </p:cNvSpPr>
            <p:nvPr/>
          </p:nvSpPr>
          <p:spPr bwMode="auto">
            <a:xfrm>
              <a:off x="558660" y="3151838"/>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Attraction and Onboarding</a:t>
              </a:r>
            </a:p>
          </p:txBody>
        </p:sp>
        <p:sp>
          <p:nvSpPr>
            <p:cNvPr id="43" name="TextBox 42">
              <a:extLst>
                <a:ext uri="{FF2B5EF4-FFF2-40B4-BE49-F238E27FC236}">
                  <a16:creationId xmlns:a16="http://schemas.microsoft.com/office/drawing/2014/main" id="{58F11C71-3A05-EFC8-DCEA-13BA5B6F1B4A}"/>
                </a:ext>
              </a:extLst>
            </p:cNvPr>
            <p:cNvSpPr txBox="1"/>
            <p:nvPr/>
          </p:nvSpPr>
          <p:spPr>
            <a:xfrm>
              <a:off x="4671220" y="3151838"/>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embed AI into core workflows and systems, with strong user co-creation, structured feedback loops, and widespread adoption driving continuous improvement in outcomes</a:t>
              </a:r>
            </a:p>
          </p:txBody>
        </p:sp>
      </p:grpSp>
      <p:grpSp>
        <p:nvGrpSpPr>
          <p:cNvPr id="27" name="Group 26">
            <a:extLst>
              <a:ext uri="{FF2B5EF4-FFF2-40B4-BE49-F238E27FC236}">
                <a16:creationId xmlns:a16="http://schemas.microsoft.com/office/drawing/2014/main" id="{721F84E3-934C-4A2A-DC61-C7999AD6D8CC}"/>
              </a:ext>
            </a:extLst>
          </p:cNvPr>
          <p:cNvGrpSpPr/>
          <p:nvPr/>
        </p:nvGrpSpPr>
        <p:grpSpPr>
          <a:xfrm>
            <a:off x="553052" y="3853745"/>
            <a:ext cx="11080288" cy="430887"/>
            <a:chOff x="558660" y="4066826"/>
            <a:chExt cx="11080288" cy="430887"/>
          </a:xfrm>
        </p:grpSpPr>
        <p:sp>
          <p:nvSpPr>
            <p:cNvPr id="24" name="Rectangle 286">
              <a:extLst>
                <a:ext uri="{FF2B5EF4-FFF2-40B4-BE49-F238E27FC236}">
                  <a16:creationId xmlns:a16="http://schemas.microsoft.com/office/drawing/2014/main" id="{A1A43F49-9C7A-7610-D7E5-EB2493968798}"/>
                </a:ext>
              </a:extLst>
            </p:cNvPr>
            <p:cNvSpPr txBox="1">
              <a:spLocks noChangeArrowheads="1"/>
            </p:cNvSpPr>
            <p:nvPr/>
          </p:nvSpPr>
          <p:spPr bwMode="auto">
            <a:xfrm>
              <a:off x="558660" y="406682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Talent Development</a:t>
              </a:r>
            </a:p>
          </p:txBody>
        </p:sp>
        <p:sp>
          <p:nvSpPr>
            <p:cNvPr id="47" name="TextBox 46">
              <a:extLst>
                <a:ext uri="{FF2B5EF4-FFF2-40B4-BE49-F238E27FC236}">
                  <a16:creationId xmlns:a16="http://schemas.microsoft.com/office/drawing/2014/main" id="{9C1DEE97-1E82-5AAD-E8B8-AE4C868F51F7}"/>
                </a:ext>
              </a:extLst>
            </p:cNvPr>
            <p:cNvSpPr txBox="1"/>
            <p:nvPr/>
          </p:nvSpPr>
          <p:spPr>
            <a:xfrm>
              <a:off x="4671220" y="4066826"/>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drive AI transformation through clear communication, strong leader-ownership, and a governance mechanism that proactively removes bottlenecks and accelerates scaling.</a:t>
              </a:r>
            </a:p>
          </p:txBody>
        </p:sp>
      </p:grpSp>
      <p:grpSp>
        <p:nvGrpSpPr>
          <p:cNvPr id="26" name="Group 25">
            <a:extLst>
              <a:ext uri="{FF2B5EF4-FFF2-40B4-BE49-F238E27FC236}">
                <a16:creationId xmlns:a16="http://schemas.microsoft.com/office/drawing/2014/main" id="{3AD41B77-2D43-1892-A527-3B9B79F61980}"/>
              </a:ext>
            </a:extLst>
          </p:cNvPr>
          <p:cNvGrpSpPr/>
          <p:nvPr/>
        </p:nvGrpSpPr>
        <p:grpSpPr>
          <a:xfrm>
            <a:off x="553052" y="4740948"/>
            <a:ext cx="11080288" cy="430887"/>
            <a:chOff x="558660" y="5016076"/>
            <a:chExt cx="11080288" cy="430887"/>
          </a:xfrm>
        </p:grpSpPr>
        <p:sp>
          <p:nvSpPr>
            <p:cNvPr id="28" name="Rectangle 286">
              <a:extLst>
                <a:ext uri="{FF2B5EF4-FFF2-40B4-BE49-F238E27FC236}">
                  <a16:creationId xmlns:a16="http://schemas.microsoft.com/office/drawing/2014/main" id="{D3524EFB-F1EA-0C0A-6987-8720A73EC396}"/>
                </a:ext>
              </a:extLst>
            </p:cNvPr>
            <p:cNvSpPr txBox="1">
              <a:spLocks noChangeArrowheads="1"/>
            </p:cNvSpPr>
            <p:nvPr/>
          </p:nvSpPr>
          <p:spPr bwMode="auto">
            <a:xfrm>
              <a:off x="558660" y="501607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Talent Management</a:t>
              </a:r>
            </a:p>
          </p:txBody>
        </p:sp>
        <p:sp>
          <p:nvSpPr>
            <p:cNvPr id="51" name="TextBox 50">
              <a:extLst>
                <a:ext uri="{FF2B5EF4-FFF2-40B4-BE49-F238E27FC236}">
                  <a16:creationId xmlns:a16="http://schemas.microsoft.com/office/drawing/2014/main" id="{22A4E73C-41EA-0F82-4C2D-DA474699745F}"/>
                </a:ext>
              </a:extLst>
            </p:cNvPr>
            <p:cNvSpPr txBox="1"/>
            <p:nvPr/>
          </p:nvSpPr>
          <p:spPr>
            <a:xfrm>
              <a:off x="4671220" y="5016076"/>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track clear KPIs and OKRs tied to business outcomes, using them to actively manage performance, address value leakage, and continuously refine priorities and roadmaps.</a:t>
              </a:r>
            </a:p>
          </p:txBody>
        </p:sp>
      </p:grpSp>
      <p:grpSp>
        <p:nvGrpSpPr>
          <p:cNvPr id="19" name="Group 18">
            <a:extLst>
              <a:ext uri="{FF2B5EF4-FFF2-40B4-BE49-F238E27FC236}">
                <a16:creationId xmlns:a16="http://schemas.microsoft.com/office/drawing/2014/main" id="{57C6491B-133D-B56A-1664-43813AC11526}"/>
              </a:ext>
            </a:extLst>
          </p:cNvPr>
          <p:cNvGrpSpPr/>
          <p:nvPr/>
        </p:nvGrpSpPr>
        <p:grpSpPr>
          <a:xfrm>
            <a:off x="553052" y="2846106"/>
            <a:ext cx="11080288" cy="0"/>
            <a:chOff x="558660" y="3048455"/>
            <a:chExt cx="11080288" cy="0"/>
          </a:xfrm>
        </p:grpSpPr>
        <p:cxnSp>
          <p:nvCxnSpPr>
            <p:cNvPr id="63" name="Straight Connector 62">
              <a:extLst>
                <a:ext uri="{FF2B5EF4-FFF2-40B4-BE49-F238E27FC236}">
                  <a16:creationId xmlns:a16="http://schemas.microsoft.com/office/drawing/2014/main" id="{60015CAE-4C28-C15B-65BA-F46180E65086}"/>
                </a:ext>
              </a:extLst>
            </p:cNvPr>
            <p:cNvCxnSpPr/>
            <p:nvPr/>
          </p:nvCxnSpPr>
          <p:spPr>
            <a:xfrm>
              <a:off x="4671220" y="3048455"/>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164D100-238E-B7AF-B003-702253910F4E}"/>
                </a:ext>
              </a:extLst>
            </p:cNvPr>
            <p:cNvCxnSpPr/>
            <p:nvPr/>
          </p:nvCxnSpPr>
          <p:spPr>
            <a:xfrm>
              <a:off x="558660" y="3048455"/>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CDCA6EA2-EE61-4243-08C9-7A6B22CE157F}"/>
              </a:ext>
            </a:extLst>
          </p:cNvPr>
          <p:cNvGrpSpPr/>
          <p:nvPr/>
        </p:nvGrpSpPr>
        <p:grpSpPr>
          <a:xfrm>
            <a:off x="553052" y="3733309"/>
            <a:ext cx="11080288" cy="0"/>
            <a:chOff x="558660" y="3923686"/>
            <a:chExt cx="11080288" cy="0"/>
          </a:xfrm>
        </p:grpSpPr>
        <p:cxnSp>
          <p:nvCxnSpPr>
            <p:cNvPr id="64" name="Straight Connector 63">
              <a:extLst>
                <a:ext uri="{FF2B5EF4-FFF2-40B4-BE49-F238E27FC236}">
                  <a16:creationId xmlns:a16="http://schemas.microsoft.com/office/drawing/2014/main" id="{505A1A36-5585-6C0A-3BAC-289674CE9E38}"/>
                </a:ext>
              </a:extLst>
            </p:cNvPr>
            <p:cNvCxnSpPr/>
            <p:nvPr/>
          </p:nvCxnSpPr>
          <p:spPr>
            <a:xfrm>
              <a:off x="4671220" y="3923686"/>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212811A-BDEE-0BEB-0F87-50E4FCE7987F}"/>
                </a:ext>
              </a:extLst>
            </p:cNvPr>
            <p:cNvCxnSpPr/>
            <p:nvPr/>
          </p:nvCxnSpPr>
          <p:spPr>
            <a:xfrm>
              <a:off x="558660" y="3923686"/>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D0F7B4EA-5B6A-AD98-770F-9193E556C055}"/>
              </a:ext>
            </a:extLst>
          </p:cNvPr>
          <p:cNvGrpSpPr/>
          <p:nvPr/>
        </p:nvGrpSpPr>
        <p:grpSpPr>
          <a:xfrm>
            <a:off x="553052" y="4620512"/>
            <a:ext cx="11080288" cy="0"/>
            <a:chOff x="558660" y="4912693"/>
            <a:chExt cx="11080288" cy="0"/>
          </a:xfrm>
        </p:grpSpPr>
        <p:cxnSp>
          <p:nvCxnSpPr>
            <p:cNvPr id="65" name="Straight Connector 64">
              <a:extLst>
                <a:ext uri="{FF2B5EF4-FFF2-40B4-BE49-F238E27FC236}">
                  <a16:creationId xmlns:a16="http://schemas.microsoft.com/office/drawing/2014/main" id="{DC6407E5-6B66-641D-9578-979CA1593429}"/>
                </a:ext>
              </a:extLst>
            </p:cNvPr>
            <p:cNvCxnSpPr/>
            <p:nvPr/>
          </p:nvCxnSpPr>
          <p:spPr>
            <a:xfrm>
              <a:off x="4671220" y="491269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81B7DB7-CAE9-BE49-7131-A824AA70D049}"/>
                </a:ext>
              </a:extLst>
            </p:cNvPr>
            <p:cNvCxnSpPr/>
            <p:nvPr/>
          </p:nvCxnSpPr>
          <p:spPr>
            <a:xfrm>
              <a:off x="558660" y="491269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84830947-DF46-DBF6-181C-8C22F60DF8D2}"/>
              </a:ext>
            </a:extLst>
          </p:cNvPr>
          <p:cNvGrpSpPr/>
          <p:nvPr/>
        </p:nvGrpSpPr>
        <p:grpSpPr>
          <a:xfrm>
            <a:off x="553052" y="5641310"/>
            <a:ext cx="11080288" cy="430887"/>
            <a:chOff x="558660" y="5742906"/>
            <a:chExt cx="11080288" cy="430887"/>
          </a:xfrm>
        </p:grpSpPr>
        <p:sp>
          <p:nvSpPr>
            <p:cNvPr id="3" name="Rectangle 286">
              <a:extLst>
                <a:ext uri="{FF2B5EF4-FFF2-40B4-BE49-F238E27FC236}">
                  <a16:creationId xmlns:a16="http://schemas.microsoft.com/office/drawing/2014/main" id="{B5F47656-B188-6B0D-4F8D-E1AF73B2ABB4}"/>
                </a:ext>
              </a:extLst>
            </p:cNvPr>
            <p:cNvSpPr txBox="1">
              <a:spLocks noChangeArrowheads="1"/>
            </p:cNvSpPr>
            <p:nvPr/>
          </p:nvSpPr>
          <p:spPr bwMode="auto">
            <a:xfrm>
              <a:off x="558660" y="5742906"/>
              <a:ext cx="347601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a:buChar char="-"/>
                <a:defRPr sz="1600">
                  <a:solidFill>
                    <a:schemeClr val="tx1"/>
                  </a:solidFill>
                  <a:latin typeface="+mn-lt"/>
                </a:defRPr>
              </a:lvl9pPr>
            </a:lstStyle>
            <a:p>
              <a:pPr marL="0" marR="0" lvl="0" indent="0" algn="l" defTabSz="895350" rtl="0" eaLnBrk="1" fontAlgn="base" latinLnBrk="0" hangingPunct="1">
                <a:lnSpc>
                  <a:spcPct val="100000"/>
                </a:lnSpc>
                <a:spcBef>
                  <a:spcPct val="0"/>
                </a:spcBef>
                <a:spcAft>
                  <a:spcPct val="0"/>
                </a:spcAft>
                <a:buClr>
                  <a:srgbClr val="051C2C"/>
                </a:buClr>
                <a:buSzTx/>
                <a:buFontTx/>
                <a:buNone/>
                <a:tabLst/>
                <a:defRPr/>
              </a:pPr>
              <a:r>
                <a:rPr kumimoji="0" lang="en-AU" sz="1400" b="1" i="0" u="none" strike="noStrike" kern="1200" cap="none" spc="0" normalizeH="0" baseline="0" noProof="0">
                  <a:ln>
                    <a:noFill/>
                  </a:ln>
                  <a:solidFill>
                    <a:srgbClr val="111918"/>
                  </a:solidFill>
                  <a:effectLst/>
                  <a:uLnTx/>
                  <a:uFillTx/>
                  <a:ea typeface="+mn-ea"/>
                  <a:cs typeface="Tahoma" panose="020B0604030504040204" pitchFamily="34" charset="0"/>
                </a:rPr>
                <a:t>AI-Augmented Roles</a:t>
              </a:r>
            </a:p>
          </p:txBody>
        </p:sp>
        <p:sp>
          <p:nvSpPr>
            <p:cNvPr id="4" name="TextBox 3">
              <a:extLst>
                <a:ext uri="{FF2B5EF4-FFF2-40B4-BE49-F238E27FC236}">
                  <a16:creationId xmlns:a16="http://schemas.microsoft.com/office/drawing/2014/main" id="{E98EB6E5-BB9F-1F24-1427-534D191BF3FA}"/>
                </a:ext>
              </a:extLst>
            </p:cNvPr>
            <p:cNvSpPr txBox="1"/>
            <p:nvPr/>
          </p:nvSpPr>
          <p:spPr>
            <a:xfrm>
              <a:off x="4671220" y="5742906"/>
              <a:ext cx="69677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ct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ct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ct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5pPr>
              <a:lvl6pPr marL="1085850" lvl="5"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6pPr>
              <a:lvl7pPr marL="1085850" lvl="6"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7pPr>
              <a:lvl8pPr marL="1085850" lvl="7"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8pPr>
              <a:lvl9pPr marL="1085850" lvl="8" indent="-171450">
                <a:lnSpc>
                  <a:spcPct val="100000"/>
                </a:lnSpc>
                <a:spcBef>
                  <a:spcPct val="0"/>
                </a:spcBef>
                <a:spcAft>
                  <a:spcPts val="300"/>
                </a:spcAft>
                <a:buSzTx/>
                <a:buFont typeface="Arial" panose="020B0604020202020204" pitchFamily="34" charset="0"/>
                <a:buChar char="▫"/>
                <a:defRPr sz="1600">
                  <a:cs typeface="Arial" panose="020B0604020202020204" pitchFamily="34" charset="0"/>
                </a:defRPr>
              </a:lvl9pPr>
            </a:lstStyle>
            <a:p>
              <a:pPr lvl="0">
                <a:defRPr/>
              </a:pPr>
              <a:r>
                <a:rPr lang="en-US" sz="1400">
                  <a:solidFill>
                    <a:srgbClr val="000000"/>
                  </a:solidFill>
                </a:rPr>
                <a:t>We operationalize AI trust through lifecycle governance, risk controls, and continuous monitoring, managing risks such as bias, hallucination, privacy, and security at scale.</a:t>
              </a:r>
            </a:p>
          </p:txBody>
        </p:sp>
      </p:grpSp>
      <p:grpSp>
        <p:nvGrpSpPr>
          <p:cNvPr id="22" name="Group 21">
            <a:extLst>
              <a:ext uri="{FF2B5EF4-FFF2-40B4-BE49-F238E27FC236}">
                <a16:creationId xmlns:a16="http://schemas.microsoft.com/office/drawing/2014/main" id="{52EFAAC1-944B-5AEA-1BCC-AD99C6C79DF2}"/>
              </a:ext>
            </a:extLst>
          </p:cNvPr>
          <p:cNvGrpSpPr/>
          <p:nvPr/>
        </p:nvGrpSpPr>
        <p:grpSpPr>
          <a:xfrm>
            <a:off x="553052" y="5520875"/>
            <a:ext cx="11080288" cy="0"/>
            <a:chOff x="558660" y="5639523"/>
            <a:chExt cx="11080288" cy="0"/>
          </a:xfrm>
        </p:grpSpPr>
        <p:cxnSp>
          <p:nvCxnSpPr>
            <p:cNvPr id="7" name="Straight Connector 6">
              <a:extLst>
                <a:ext uri="{FF2B5EF4-FFF2-40B4-BE49-F238E27FC236}">
                  <a16:creationId xmlns:a16="http://schemas.microsoft.com/office/drawing/2014/main" id="{9C4E8226-33BF-08AD-1995-5AAFA6201045}"/>
                </a:ext>
              </a:extLst>
            </p:cNvPr>
            <p:cNvCxnSpPr/>
            <p:nvPr/>
          </p:nvCxnSpPr>
          <p:spPr>
            <a:xfrm>
              <a:off x="4671220" y="5639523"/>
              <a:ext cx="6967728"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D24C11A-C19D-01F6-6A9B-B420C034D737}"/>
                </a:ext>
              </a:extLst>
            </p:cNvPr>
            <p:cNvCxnSpPr/>
            <p:nvPr/>
          </p:nvCxnSpPr>
          <p:spPr>
            <a:xfrm>
              <a:off x="558660" y="5639523"/>
              <a:ext cx="3476015"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1" name="5. Source">
            <a:extLst>
              <a:ext uri="{FF2B5EF4-FFF2-40B4-BE49-F238E27FC236}">
                <a16:creationId xmlns:a16="http://schemas.microsoft.com/office/drawing/2014/main" id="{47FB67FA-851A-2FDE-C50D-B1646FB629A5}"/>
              </a:ext>
            </a:extLst>
          </p:cNvPr>
          <p:cNvSpPr txBox="1">
            <a:spLocks/>
          </p:cNvSpPr>
          <p:nvPr>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111918"/>
                </a:solidFill>
                <a:effectLst/>
                <a:uLnTx/>
                <a:uFillTx/>
                <a:cs typeface="Tahoma" panose="020B0604030504040204" pitchFamily="34" charset="0"/>
              </a:rPr>
              <a:t>Source: </a:t>
            </a:r>
            <a:r>
              <a:rPr lang="en-US">
                <a:solidFill>
                  <a:srgbClr val="111918"/>
                </a:solidFill>
                <a:cs typeface="Tahoma" panose="020B0604030504040204" pitchFamily="34" charset="0"/>
              </a:rPr>
              <a:t>PASHA Bank</a:t>
            </a:r>
            <a:r>
              <a:rPr kumimoji="0" lang="en-US" sz="800" b="0" i="0" u="none" strike="noStrike" kern="1200" cap="none" spc="0" normalizeH="0" baseline="0" noProof="0">
                <a:ln>
                  <a:noFill/>
                </a:ln>
                <a:solidFill>
                  <a:srgbClr val="111918"/>
                </a:solidFill>
                <a:effectLst/>
                <a:uLnTx/>
                <a:uFillTx/>
                <a:cs typeface="Tahoma" panose="020B0604030504040204" pitchFamily="34" charset="0"/>
              </a:rPr>
              <a:t> Tech &amp; AI Quotient Survey</a:t>
            </a:r>
          </a:p>
        </p:txBody>
      </p:sp>
    </p:spTree>
    <p:custDataLst>
      <p:tags r:id="rId1"/>
    </p:custDataLst>
    <p:extLst>
      <p:ext uri="{BB962C8B-B14F-4D97-AF65-F5344CB8AC3E}">
        <p14:creationId xmlns:p14="http://schemas.microsoft.com/office/powerpoint/2010/main" val="3195438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EMPLATELASTEDITED" val="2023-06-27 02:36 PM"/>
  <p:tag name="THINKCELLUNDODONOTDELETE" val="0"/>
  <p:tag name="LINKEDPICTURESLINKREMOVED" val="True"/>
  <p:tag name="THINKCELLPRESENTATIONDONOTDELETE" val="&lt;?xml version=&quot;1.0&quot; encoding=&quot;UTF-16&quot; standalone=&quot;yes&quot;?&gt;&lt;root reqver=&quot;28224&quot;&gt;&lt;version val=&quot;35875&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8&quot;&gt;&lt;elem m_fUsage=&quot;1.70999999999999996447E+00&quot;&gt;&lt;m_msothmcolidx val=&quot;0&quot;/&gt;&lt;m_rgb r=&quot;01&quot; g=&quot;A9&quot; b=&quot;F4&quot;/&gt;&lt;/elem&gt;&lt;elem m_fUsage=&quot;1.06878690000000009519E+00&quot;&gt;&lt;m_msothmcolidx val=&quot;0&quot;/&gt;&lt;m_rgb r=&quot;60&quot; g=&quot;CD&quot; b=&quot;FF&quot;/&gt;&lt;/elem&gt;&lt;elem m_fUsage=&quot;1.00000000000000000000E+00&quot;&gt;&lt;m_msothmcolidx val=&quot;0&quot;/&gt;&lt;m_rgb r=&quot;AB&quot; g=&quot;E6&quot; b=&quot;F0&quot;/&gt;&lt;/elem&gt;&lt;elem m_fUsage=&quot;7.29000000000000092371E-01&quot;&gt;&lt;m_msothmcolidx val=&quot;0&quot;/&gt;&lt;m_rgb r=&quot;00&quot; g=&quot;20&quot; b=&quot;45&quot;/&gt;&lt;/elem&gt;&lt;elem m_fUsage=&quot;6.56100000000000127542E-01&quot;&gt;&lt;m_msothmcolidx val=&quot;0&quot;/&gt;&lt;m_rgb r=&quot;00&quot; g=&quot;22&quot; b=&quot;44&quot;/&gt;&lt;/elem&gt;&lt;elem m_fUsage=&quot;5.31441000000000163261E-01&quot;&gt;&lt;m_msothmcolidx val=&quot;0&quot;/&gt;&lt;m_rgb r=&quot;00&quot; g=&quot;20&quot; b=&quot;43&quot;/&gt;&lt;/elem&gt;&lt;elem m_fUsage=&quot;4.30467210000000155556E-01&quot;&gt;&lt;m_msothmcolidx val=&quot;0&quot;/&gt;&lt;m_rgb r=&quot;02&quot; g=&quot;7F&quot; b=&quot;B7&quot;/&gt;&lt;/elem&gt;&lt;elem m_fUsage=&quot;3.87420489000000145552E-01&quot;&gt;&lt;m_msothmcolidx val=&quot;0&quot;/&gt;&lt;m_rgb r=&quot;27&quot; g=&quot;C9&quot; b=&quot;C5&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5.xml><?xml version="1.0" encoding="utf-8"?>
<p:tagLst xmlns:a="http://schemas.openxmlformats.org/drawingml/2006/main" xmlns:r="http://schemas.openxmlformats.org/officeDocument/2006/relationships" xmlns:p="http://schemas.openxmlformats.org/presentationml/2006/main">
  <p:tag name="SHAPENAME" val="LogoImage"/>
</p:tagLst>
</file>

<file path=ppt/tags/tag26.xml><?xml version="1.0" encoding="utf-8"?>
<p:tagLst xmlns:a="http://schemas.openxmlformats.org/drawingml/2006/main" xmlns:r="http://schemas.openxmlformats.org/officeDocument/2006/relationships" xmlns:p="http://schemas.openxmlformats.org/presentationml/2006/main">
  <p:tag name="SHAPENAME" val="ClientLogo"/>
</p:tagLst>
</file>

<file path=ppt/tags/tag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xml><?xml version="1.0" encoding="utf-8"?>
<p:tagLst xmlns:a="http://schemas.openxmlformats.org/drawingml/2006/main" xmlns:r="http://schemas.openxmlformats.org/officeDocument/2006/relationships" xmlns:p="http://schemas.openxmlformats.org/presentationml/2006/main">
  <p:tag name="SHAPENAME" val="Subtitle"/>
</p:tagLst>
</file>

<file path=ppt/tags/tag29.xml><?xml version="1.0" encoding="utf-8"?>
<p:tagLst xmlns:a="http://schemas.openxmlformats.org/drawingml/2006/main" xmlns:r="http://schemas.openxmlformats.org/officeDocument/2006/relationships" xmlns:p="http://schemas.openxmlformats.org/presentationml/2006/main">
  <p:tag name="SHAPENAME" val="Title"/>
</p:tagLst>
</file>

<file path=ppt/tags/tag3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xml><?xml version="1.0" encoding="utf-8"?>
<p:tagLst xmlns:a="http://schemas.openxmlformats.org/drawingml/2006/main" xmlns:r="http://schemas.openxmlformats.org/officeDocument/2006/relationships" xmlns:p="http://schemas.openxmlformats.org/presentationml/2006/main">
  <p:tag name="SHAPENAME" val="5. Source"/>
</p:tagLst>
</file>

<file path=ppt/tags/tag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xml><?xml version="1.0" encoding="utf-8"?>
<p:tagLst xmlns:a="http://schemas.openxmlformats.org/drawingml/2006/main" xmlns:r="http://schemas.openxmlformats.org/officeDocument/2006/relationships" xmlns:p="http://schemas.openxmlformats.org/presentationml/2006/main">
  <p:tag name="SHAPENAME" val="5. Source"/>
</p:tagLst>
</file>

<file path=ppt/tags/tag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xml><?xml version="1.0" encoding="utf-8"?>
<p:tagLst xmlns:a="http://schemas.openxmlformats.org/drawingml/2006/main" xmlns:r="http://schemas.openxmlformats.org/officeDocument/2006/relationships" xmlns:p="http://schemas.openxmlformats.org/presentationml/2006/main">
  <p:tag name="SHAPENAME" val="5. Source"/>
</p:tagLst>
</file>

<file path=ppt/tags/tag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3. Subtitle"/>
</p:tagLst>
</file>

<file path=ppt/tags/tag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xml><?xml version="1.0" encoding="utf-8"?>
<p:tagLst xmlns:a="http://schemas.openxmlformats.org/drawingml/2006/main" xmlns:r="http://schemas.openxmlformats.org/officeDocument/2006/relationships" xmlns:p="http://schemas.openxmlformats.org/presentationml/2006/main">
  <p:tag name="SHAPENAME" val="5. Source"/>
</p:tagLst>
</file>

<file path=ppt/tags/tag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4.xml><?xml version="1.0" encoding="utf-8"?>
<p:tagLst xmlns:a="http://schemas.openxmlformats.org/drawingml/2006/main" xmlns:r="http://schemas.openxmlformats.org/officeDocument/2006/relationships" xmlns:p="http://schemas.openxmlformats.org/presentationml/2006/main">
  <p:tag name="SHAPENAME" val="3. Subtitle"/>
</p:tagLst>
</file>

<file path=ppt/tags/tag75.xml><?xml version="1.0" encoding="utf-8"?>
<p:tagLst xmlns:a="http://schemas.openxmlformats.org/drawingml/2006/main" xmlns:r="http://schemas.openxmlformats.org/officeDocument/2006/relationships" xmlns:p="http://schemas.openxmlformats.org/presentationml/2006/main">
  <p:tag name="SHAPENAME" val="5. Source"/>
</p:tagLst>
</file>

<file path=ppt/tags/tag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7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2.xml><?xml version="1.0" encoding="utf-8"?>
<p:tagLst xmlns:a="http://schemas.openxmlformats.org/drawingml/2006/main" xmlns:r="http://schemas.openxmlformats.org/officeDocument/2006/relationships" xmlns:p="http://schemas.openxmlformats.org/presentationml/2006/main">
  <p:tag name="SHAPENAME" val="5. Source"/>
</p:tagLst>
</file>

<file path=ppt/tags/tag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1.xml><?xml version="1.0" encoding="utf-8"?>
<p:tagLst xmlns:a="http://schemas.openxmlformats.org/drawingml/2006/main" xmlns:r="http://schemas.openxmlformats.org/officeDocument/2006/relationships" xmlns:p="http://schemas.openxmlformats.org/presentationml/2006/main">
  <p:tag name="SHAPENAME" val="5. Source"/>
</p:tagLst>
</file>

<file path=ppt/tags/tag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5. Source"/>
</p:tagLst>
</file>

<file path=ppt/tags/tag10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5. Source"/>
</p:tagLst>
</file>

<file path=ppt/tags/tag1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SHAPENAME" val="LogoImage"/>
</p:tagLst>
</file>

<file path=ppt/tags/tag115.xml><?xml version="1.0" encoding="utf-8"?>
<p:tagLst xmlns:a="http://schemas.openxmlformats.org/drawingml/2006/main" xmlns:r="http://schemas.openxmlformats.org/officeDocument/2006/relationships" xmlns:p="http://schemas.openxmlformats.org/presentationml/2006/main">
  <p:tag name="SHAPENAME" val="5. Sourc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7.xml><?xml version="1.0" encoding="utf-8"?>
<p:tagLst xmlns:a="http://schemas.openxmlformats.org/drawingml/2006/main" xmlns:r="http://schemas.openxmlformats.org/officeDocument/2006/relationships" xmlns:p="http://schemas.openxmlformats.org/presentationml/2006/main">
  <p:tag name="SHAPENAME" val="5. Source"/>
</p:tagLst>
</file>

<file path=ppt/tags/tag1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1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2.xml><?xml version="1.0" encoding="utf-8"?>
<p:tagLst xmlns:a="http://schemas.openxmlformats.org/drawingml/2006/main" xmlns:r="http://schemas.openxmlformats.org/officeDocument/2006/relationships" xmlns:p="http://schemas.openxmlformats.org/presentationml/2006/main">
  <p:tag name="SHAPENAME" val="Grid"/>
</p:tagLst>
</file>

<file path=ppt/tags/tag13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34.xml><?xml version="1.0" encoding="utf-8"?>
<p:tagLst xmlns:a="http://schemas.openxmlformats.org/drawingml/2006/main" xmlns:r="http://schemas.openxmlformats.org/officeDocument/2006/relationships" xmlns:p="http://schemas.openxmlformats.org/presentationml/2006/main">
  <p:tag name="NAME" val="ACET"/>
</p:tagLst>
</file>

<file path=ppt/tags/tag135.xml><?xml version="1.0" encoding="utf-8"?>
<p:tagLst xmlns:a="http://schemas.openxmlformats.org/drawingml/2006/main" xmlns:r="http://schemas.openxmlformats.org/officeDocument/2006/relationships" xmlns:p="http://schemas.openxmlformats.org/presentationml/2006/main">
  <p:tag name="NAME" val="Logo"/>
</p:tagLst>
</file>

<file path=ppt/tags/tag136.xml><?xml version="1.0" encoding="utf-8"?>
<p:tagLst xmlns:a="http://schemas.openxmlformats.org/drawingml/2006/main" xmlns:r="http://schemas.openxmlformats.org/officeDocument/2006/relationships" xmlns:p="http://schemas.openxmlformats.org/presentationml/2006/main">
  <p:tag name="NAME" val="Moon"/>
</p:tagLst>
</file>

<file path=ppt/tags/tag137.xml><?xml version="1.0" encoding="utf-8"?>
<p:tagLst xmlns:a="http://schemas.openxmlformats.org/drawingml/2006/main" xmlns:r="http://schemas.openxmlformats.org/officeDocument/2006/relationships" xmlns:p="http://schemas.openxmlformats.org/presentationml/2006/main">
  <p:tag name="NAME" val="Moon"/>
</p:tagLst>
</file>

<file path=ppt/tags/tag138.xml><?xml version="1.0" encoding="utf-8"?>
<p:tagLst xmlns:a="http://schemas.openxmlformats.org/drawingml/2006/main" xmlns:r="http://schemas.openxmlformats.org/officeDocument/2006/relationships" xmlns:p="http://schemas.openxmlformats.org/presentationml/2006/main">
  <p:tag name="NAME" val="Moon"/>
</p:tagLst>
</file>

<file path=ppt/tags/tag139.xml><?xml version="1.0" encoding="utf-8"?>
<p:tagLst xmlns:a="http://schemas.openxmlformats.org/drawingml/2006/main" xmlns:r="http://schemas.openxmlformats.org/officeDocument/2006/relationships" xmlns:p="http://schemas.openxmlformats.org/presentationml/2006/main">
  <p:tag name="NAME" val="Moon"/>
</p:tagLst>
</file>

<file path=ppt/tags/tag140.xml><?xml version="1.0" encoding="utf-8"?>
<p:tagLst xmlns:a="http://schemas.openxmlformats.org/drawingml/2006/main" xmlns:r="http://schemas.openxmlformats.org/officeDocument/2006/relationships" xmlns:p="http://schemas.openxmlformats.org/presentationml/2006/main">
  <p:tag name="NAME" val="Moon"/>
</p:tagLst>
</file>

<file path=ppt/tags/tag141.xml><?xml version="1.0" encoding="utf-8"?>
<p:tagLst xmlns:a="http://schemas.openxmlformats.org/drawingml/2006/main" xmlns:r="http://schemas.openxmlformats.org/officeDocument/2006/relationships" xmlns:p="http://schemas.openxmlformats.org/presentationml/2006/main">
  <p:tag name="ANGLE" val="5"/>
</p:tagLst>
</file>

<file path=ppt/tags/tag142.xml><?xml version="1.0" encoding="utf-8"?>
<p:tagLst xmlns:a="http://schemas.openxmlformats.org/drawingml/2006/main" xmlns:r="http://schemas.openxmlformats.org/officeDocument/2006/relationships" xmlns:p="http://schemas.openxmlformats.org/presentationml/2006/main">
  <p:tag name="ANGLE" val="5"/>
</p:tagLst>
</file>

<file path=ppt/tags/tag143.xml><?xml version="1.0" encoding="utf-8"?>
<p:tagLst xmlns:a="http://schemas.openxmlformats.org/drawingml/2006/main" xmlns:r="http://schemas.openxmlformats.org/officeDocument/2006/relationships" xmlns:p="http://schemas.openxmlformats.org/presentationml/2006/main">
  <p:tag name="ANGLE" val="4"/>
</p:tagLst>
</file>

<file path=ppt/tags/tag144.xml><?xml version="1.0" encoding="utf-8"?>
<p:tagLst xmlns:a="http://schemas.openxmlformats.org/drawingml/2006/main" xmlns:r="http://schemas.openxmlformats.org/officeDocument/2006/relationships" xmlns:p="http://schemas.openxmlformats.org/presentationml/2006/main">
  <p:tag name="ANGLE" val="4"/>
</p:tagLst>
</file>

<file path=ppt/tags/tag145.xml><?xml version="1.0" encoding="utf-8"?>
<p:tagLst xmlns:a="http://schemas.openxmlformats.org/drawingml/2006/main" xmlns:r="http://schemas.openxmlformats.org/officeDocument/2006/relationships" xmlns:p="http://schemas.openxmlformats.org/presentationml/2006/main">
  <p:tag name="ANGLE" val="3"/>
</p:tagLst>
</file>

<file path=ppt/tags/tag146.xml><?xml version="1.0" encoding="utf-8"?>
<p:tagLst xmlns:a="http://schemas.openxmlformats.org/drawingml/2006/main" xmlns:r="http://schemas.openxmlformats.org/officeDocument/2006/relationships" xmlns:p="http://schemas.openxmlformats.org/presentationml/2006/main">
  <p:tag name="ANGLE" val="3"/>
</p:tagLst>
</file>

<file path=ppt/tags/tag147.xml><?xml version="1.0" encoding="utf-8"?>
<p:tagLst xmlns:a="http://schemas.openxmlformats.org/drawingml/2006/main" xmlns:r="http://schemas.openxmlformats.org/officeDocument/2006/relationships" xmlns:p="http://schemas.openxmlformats.org/presentationml/2006/main">
  <p:tag name="ANGLE" val="2"/>
</p:tagLst>
</file>

<file path=ppt/tags/tag148.xml><?xml version="1.0" encoding="utf-8"?>
<p:tagLst xmlns:a="http://schemas.openxmlformats.org/drawingml/2006/main" xmlns:r="http://schemas.openxmlformats.org/officeDocument/2006/relationships" xmlns:p="http://schemas.openxmlformats.org/presentationml/2006/main">
  <p:tag name="ANGLE" val="2"/>
</p:tagLst>
</file>

<file path=ppt/tags/tag149.xml><?xml version="1.0" encoding="utf-8"?>
<p:tagLst xmlns:a="http://schemas.openxmlformats.org/drawingml/2006/main" xmlns:r="http://schemas.openxmlformats.org/officeDocument/2006/relationships" xmlns:p="http://schemas.openxmlformats.org/presentationml/2006/main">
  <p:tag name="ANGLE" val="1"/>
</p:tagLst>
</file>

<file path=ppt/tags/tag150.xml><?xml version="1.0" encoding="utf-8"?>
<p:tagLst xmlns:a="http://schemas.openxmlformats.org/drawingml/2006/main" xmlns:r="http://schemas.openxmlformats.org/officeDocument/2006/relationships" xmlns:p="http://schemas.openxmlformats.org/presentationml/2006/main">
  <p:tag name="ANGLE" val="1"/>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SHAPENAME" val="Title"/>
</p:tagLst>
</file>

<file path=ppt/tags/tag15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55.xml><?xml version="1.0" encoding="utf-8"?>
<p:tagLst xmlns:a="http://schemas.openxmlformats.org/drawingml/2006/main" xmlns:r="http://schemas.openxmlformats.org/officeDocument/2006/relationships" xmlns:p="http://schemas.openxmlformats.org/presentationml/2006/main">
  <p:tag name="SHAPENAME" val="Subtitl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SHAPENAME" val="Title"/>
</p:tagLst>
</file>

<file path=ppt/tags/tag15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60.xml><?xml version="1.0" encoding="utf-8"?>
<p:tagLst xmlns:a="http://schemas.openxmlformats.org/drawingml/2006/main" xmlns:r="http://schemas.openxmlformats.org/officeDocument/2006/relationships" xmlns:p="http://schemas.openxmlformats.org/presentationml/2006/main">
  <p:tag name="SHAPENAME" val="Subtitl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SHAPENAME" val="Title"/>
</p:tagLst>
</file>

<file path=ppt/tags/tag16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6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65.xml><?xml version="1.0" encoding="utf-8"?>
<p:tagLst xmlns:a="http://schemas.openxmlformats.org/drawingml/2006/main" xmlns:r="http://schemas.openxmlformats.org/officeDocument/2006/relationships" xmlns:p="http://schemas.openxmlformats.org/presentationml/2006/main">
  <p:tag name="SHAPENAME" val="Subtitl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SHAPENAME" val="Title"/>
</p:tagLst>
</file>

<file path=ppt/tags/tag16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6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70.xml><?xml version="1.0" encoding="utf-8"?>
<p:tagLst xmlns:a="http://schemas.openxmlformats.org/drawingml/2006/main" xmlns:r="http://schemas.openxmlformats.org/officeDocument/2006/relationships" xmlns:p="http://schemas.openxmlformats.org/presentationml/2006/main">
  <p:tag name="SHAPENAME" val="Subtitl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6.xml><?xml version="1.0" encoding="utf-8"?>
<p:tagLst xmlns:a="http://schemas.openxmlformats.org/drawingml/2006/main" xmlns:r="http://schemas.openxmlformats.org/officeDocument/2006/relationships" xmlns:p="http://schemas.openxmlformats.org/presentationml/2006/main">
  <p:tag name="SHAPENAME" val="5. Source"/>
</p:tagLst>
</file>

<file path=ppt/tags/tag1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FWrJZYiK81Dqg3AKqhPXmQ"/>
</p:tagLst>
</file>

<file path=ppt/tags/tag1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2.xml><?xml version="1.0" encoding="utf-8"?>
<p:tagLst xmlns:a="http://schemas.openxmlformats.org/drawingml/2006/main" xmlns:r="http://schemas.openxmlformats.org/officeDocument/2006/relationships" xmlns:p="http://schemas.openxmlformats.org/presentationml/2006/main">
  <p:tag name="SHAPENAME" val="5. Source"/>
</p:tagLst>
</file>

<file path=ppt/tags/tag1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TqRLcqlXddAIBcoL4_FmkA"/>
</p:tagLst>
</file>

<file path=ppt/tags/tag1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8.xml><?xml version="1.0" encoding="utf-8"?>
<p:tagLst xmlns:a="http://schemas.openxmlformats.org/drawingml/2006/main" xmlns:r="http://schemas.openxmlformats.org/officeDocument/2006/relationships" xmlns:p="http://schemas.openxmlformats.org/presentationml/2006/main">
  <p:tag name="SHAPENAME" val="5. Source"/>
</p:tagLst>
</file>

<file path=ppt/tags/tag1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zFTi586bxaRXNGLyq6cjUQ"/>
</p:tagLst>
</file>

<file path=ppt/tags/tag1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4.xml><?xml version="1.0" encoding="utf-8"?>
<p:tagLst xmlns:a="http://schemas.openxmlformats.org/drawingml/2006/main" xmlns:r="http://schemas.openxmlformats.org/officeDocument/2006/relationships" xmlns:p="http://schemas.openxmlformats.org/presentationml/2006/main">
  <p:tag name="SHAPENAME" val="5. Source"/>
</p:tagLst>
</file>

<file path=ppt/tags/tag1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fRnDxEIFDMpZ7XFucXEwcQ"/>
</p:tagLst>
</file>

<file path=ppt/tags/tag1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1.xml><?xml version="1.0" encoding="utf-8"?>
<p:tagLst xmlns:a="http://schemas.openxmlformats.org/drawingml/2006/main" xmlns:r="http://schemas.openxmlformats.org/officeDocument/2006/relationships" xmlns:p="http://schemas.openxmlformats.org/presentationml/2006/main">
  <p:tag name="SHAPENAME" val="5. Sourc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Mlpk7TYHRxaIHe6.SUx9jg"/>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9.xml><?xml version="1.0" encoding="utf-8"?>
<p:tagLst xmlns:a="http://schemas.openxmlformats.org/drawingml/2006/main" xmlns:r="http://schemas.openxmlformats.org/officeDocument/2006/relationships" xmlns:p="http://schemas.openxmlformats.org/presentationml/2006/main">
  <p:tag name="SHAPENAME" val="5. Source"/>
</p:tagLst>
</file>

<file path=ppt/tags/tag2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1.xml><?xml version="1.0" encoding="utf-8"?>
<p:tagLst xmlns:a="http://schemas.openxmlformats.org/drawingml/2006/main" xmlns:r="http://schemas.openxmlformats.org/officeDocument/2006/relationships" xmlns:p="http://schemas.openxmlformats.org/presentationml/2006/main">
  <p:tag name="NAME" val="Logo"/>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yA0evTD9FXplcSqw.av8M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8.xml><?xml version="1.0" encoding="utf-8"?>
<p:tagLst xmlns:a="http://schemas.openxmlformats.org/drawingml/2006/main" xmlns:r="http://schemas.openxmlformats.org/officeDocument/2006/relationships" xmlns:p="http://schemas.openxmlformats.org/presentationml/2006/main">
  <p:tag name="SHAPENAME" val="5. Source"/>
</p:tagLst>
</file>

<file path=ppt/tags/tag2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0.xml><?xml version="1.0" encoding="utf-8"?>
<p:tagLst xmlns:a="http://schemas.openxmlformats.org/drawingml/2006/main" xmlns:r="http://schemas.openxmlformats.org/officeDocument/2006/relationships" xmlns:p="http://schemas.openxmlformats.org/presentationml/2006/main">
  <p:tag name="NAME" val="Logo"/>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7.xml><?xml version="1.0" encoding="utf-8"?>
<p:tagLst xmlns:a="http://schemas.openxmlformats.org/drawingml/2006/main" xmlns:r="http://schemas.openxmlformats.org/officeDocument/2006/relationships" xmlns:p="http://schemas.openxmlformats.org/presentationml/2006/main">
  <p:tag name="SHAPENAME" val="5. Source"/>
</p:tagLst>
</file>

<file path=ppt/tags/tag22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9.xml><?xml version="1.0" encoding="utf-8"?>
<p:tagLst xmlns:a="http://schemas.openxmlformats.org/drawingml/2006/main" xmlns:r="http://schemas.openxmlformats.org/officeDocument/2006/relationships" xmlns:p="http://schemas.openxmlformats.org/presentationml/2006/main">
  <p:tag name="NAME" val="Logo"/>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2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6.xml><?xml version="1.0" encoding="utf-8"?>
<p:tagLst xmlns:a="http://schemas.openxmlformats.org/drawingml/2006/main" xmlns:r="http://schemas.openxmlformats.org/officeDocument/2006/relationships" xmlns:p="http://schemas.openxmlformats.org/presentationml/2006/main">
  <p:tag name="SHAPENAME" val="5. Source"/>
</p:tagLst>
</file>

<file path=ppt/tags/tag2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8.xml><?xml version="1.0" encoding="utf-8"?>
<p:tagLst xmlns:a="http://schemas.openxmlformats.org/drawingml/2006/main" xmlns:r="http://schemas.openxmlformats.org/officeDocument/2006/relationships" xmlns:p="http://schemas.openxmlformats.org/presentationml/2006/main">
  <p:tag name="NAME" val="Logo"/>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5.xml><?xml version="1.0" encoding="utf-8"?>
<p:tagLst xmlns:a="http://schemas.openxmlformats.org/drawingml/2006/main" xmlns:r="http://schemas.openxmlformats.org/officeDocument/2006/relationships" xmlns:p="http://schemas.openxmlformats.org/presentationml/2006/main">
  <p:tag name="SHAPENAME" val="5. Source"/>
</p:tagLst>
</file>

<file path=ppt/tags/tag2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7.xml><?xml version="1.0" encoding="utf-8"?>
<p:tagLst xmlns:a="http://schemas.openxmlformats.org/drawingml/2006/main" xmlns:r="http://schemas.openxmlformats.org/officeDocument/2006/relationships" xmlns:p="http://schemas.openxmlformats.org/presentationml/2006/main">
  <p:tag name="NAME" val="Logo"/>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25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4.xml><?xml version="1.0" encoding="utf-8"?>
<p:tagLst xmlns:a="http://schemas.openxmlformats.org/drawingml/2006/main" xmlns:r="http://schemas.openxmlformats.org/officeDocument/2006/relationships" xmlns:p="http://schemas.openxmlformats.org/presentationml/2006/main">
  <p:tag name="SHAPENAME" val="5. Source"/>
</p:tagLst>
</file>

<file path=ppt/tags/tag2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6.xml><?xml version="1.0" encoding="utf-8"?>
<p:tagLst xmlns:a="http://schemas.openxmlformats.org/drawingml/2006/main" xmlns:r="http://schemas.openxmlformats.org/officeDocument/2006/relationships" xmlns:p="http://schemas.openxmlformats.org/presentationml/2006/main">
  <p:tag name="NAME" val="Logo"/>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259.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1.xml><?xml version="1.0" encoding="utf-8"?>
<p:tagLst xmlns:a="http://schemas.openxmlformats.org/drawingml/2006/main" xmlns:r="http://schemas.openxmlformats.org/officeDocument/2006/relationships" xmlns:p="http://schemas.openxmlformats.org/presentationml/2006/main">
  <p:tag name="SHAPENAME" val="5. Source"/>
</p:tagLst>
</file>

<file path=ppt/tags/tag2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5.xml><?xml version="1.0" encoding="utf-8"?>
<p:tagLst xmlns:a="http://schemas.openxmlformats.org/drawingml/2006/main" xmlns:r="http://schemas.openxmlformats.org/officeDocument/2006/relationships" xmlns:p="http://schemas.openxmlformats.org/presentationml/2006/main">
  <p:tag name="NAME" val="Logo"/>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2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0.xml><?xml version="1.0" encoding="utf-8"?>
<p:tagLst xmlns:a="http://schemas.openxmlformats.org/drawingml/2006/main" xmlns:r="http://schemas.openxmlformats.org/officeDocument/2006/relationships" xmlns:p="http://schemas.openxmlformats.org/presentationml/2006/main">
  <p:tag name="SHAPENAME" val="5. Source"/>
</p:tagLst>
</file>

<file path=ppt/tags/tag27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4.xml><?xml version="1.0" encoding="utf-8"?>
<p:tagLst xmlns:a="http://schemas.openxmlformats.org/drawingml/2006/main" xmlns:r="http://schemas.openxmlformats.org/officeDocument/2006/relationships" xmlns:p="http://schemas.openxmlformats.org/presentationml/2006/main">
  <p:tag name="NAME" val="Logo"/>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Rw4BZlnvKEO9ZCIa9.28.w"/>
</p:tagLst>
</file>

<file path=ppt/tags/tag2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9.xml><?xml version="1.0" encoding="utf-8"?>
<p:tagLst xmlns:a="http://schemas.openxmlformats.org/drawingml/2006/main" xmlns:r="http://schemas.openxmlformats.org/officeDocument/2006/relationships" xmlns:p="http://schemas.openxmlformats.org/presentationml/2006/main">
  <p:tag name="SHAPENAME" val="5. Source"/>
</p:tagLst>
</file>

<file path=ppt/tags/tag2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1.xml><?xml version="1.0" encoding="utf-8"?>
<p:tagLst xmlns:a="http://schemas.openxmlformats.org/drawingml/2006/main" xmlns:r="http://schemas.openxmlformats.org/officeDocument/2006/relationships" xmlns:p="http://schemas.openxmlformats.org/presentationml/2006/main">
  <p:tag name="NAME" val="Logo"/>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SHAPENAME" val="5. Source"/>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8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8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9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9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9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3.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94.xml><?xml version="1.0" encoding="utf-8"?>
<p:tagLst xmlns:a="http://schemas.openxmlformats.org/drawingml/2006/main" xmlns:r="http://schemas.openxmlformats.org/officeDocument/2006/relationships" xmlns:p="http://schemas.openxmlformats.org/presentationml/2006/main">
  <p:tag name="SHAPENAME" val="5. Source"/>
</p:tagLst>
</file>

<file path=ppt/tags/tag2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9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3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4.xml><?xml version="1.0" encoding="utf-8"?>
<p:tagLst xmlns:a="http://schemas.openxmlformats.org/drawingml/2006/main" xmlns:r="http://schemas.openxmlformats.org/officeDocument/2006/relationships" xmlns:p="http://schemas.openxmlformats.org/presentationml/2006/main">
  <p:tag name="SHAPENAME" val="5. Source"/>
</p:tagLst>
</file>

<file path=ppt/tags/tag3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30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9.xml><?xml version="1.0" encoding="utf-8"?>
<p:tagLst xmlns:a="http://schemas.openxmlformats.org/drawingml/2006/main" xmlns:r="http://schemas.openxmlformats.org/officeDocument/2006/relationships" xmlns:p="http://schemas.openxmlformats.org/presentationml/2006/main">
  <p:tag name="SHAPENAME" val="5. Source"/>
</p:tagLst>
</file>

<file path=ppt/tags/tag3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1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8.xml><?xml version="1.0" encoding="utf-8"?>
<p:tagLst xmlns:a="http://schemas.openxmlformats.org/drawingml/2006/main" xmlns:r="http://schemas.openxmlformats.org/officeDocument/2006/relationships" xmlns:p="http://schemas.openxmlformats.org/presentationml/2006/main">
  <p:tag name="SHAPENAME" val="5. Source"/>
</p:tagLst>
</file>

<file path=ppt/tags/tag3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3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4.xml><?xml version="1.0" encoding="utf-8"?>
<p:tagLst xmlns:a="http://schemas.openxmlformats.org/drawingml/2006/main" xmlns:r="http://schemas.openxmlformats.org/officeDocument/2006/relationships" xmlns:p="http://schemas.openxmlformats.org/presentationml/2006/main">
  <p:tag name="SHAPENAME" val="Grid"/>
</p:tagLst>
</file>

<file path=ppt/tags/tag325.xml><?xml version="1.0" encoding="utf-8"?>
<p:tagLst xmlns:a="http://schemas.openxmlformats.org/drawingml/2006/main" xmlns:r="http://schemas.openxmlformats.org/officeDocument/2006/relationships" xmlns:p="http://schemas.openxmlformats.org/presentationml/2006/main">
  <p:tag name="SHAPENAME" val="4. Footnote"/>
</p:tagLst>
</file>

<file path=ppt/tags/tag326.xml><?xml version="1.0" encoding="utf-8"?>
<p:tagLst xmlns:a="http://schemas.openxmlformats.org/drawingml/2006/main" xmlns:r="http://schemas.openxmlformats.org/officeDocument/2006/relationships" xmlns:p="http://schemas.openxmlformats.org/presentationml/2006/main">
  <p:tag name="NAME" val="ACET"/>
</p:tagLst>
</file>

<file path=ppt/tags/tag327.xml><?xml version="1.0" encoding="utf-8"?>
<p:tagLst xmlns:a="http://schemas.openxmlformats.org/drawingml/2006/main" xmlns:r="http://schemas.openxmlformats.org/officeDocument/2006/relationships" xmlns:p="http://schemas.openxmlformats.org/presentationml/2006/main">
  <p:tag name="NAME" val="Logo"/>
</p:tagLst>
</file>

<file path=ppt/tags/tag328.xml><?xml version="1.0" encoding="utf-8"?>
<p:tagLst xmlns:a="http://schemas.openxmlformats.org/drawingml/2006/main" xmlns:r="http://schemas.openxmlformats.org/officeDocument/2006/relationships" xmlns:p="http://schemas.openxmlformats.org/presentationml/2006/main">
  <p:tag name="NAME" val="Moon"/>
</p:tagLst>
</file>

<file path=ppt/tags/tag329.xml><?xml version="1.0" encoding="utf-8"?>
<p:tagLst xmlns:a="http://schemas.openxmlformats.org/drawingml/2006/main" xmlns:r="http://schemas.openxmlformats.org/officeDocument/2006/relationships" xmlns:p="http://schemas.openxmlformats.org/presentationml/2006/main">
  <p:tag name="NAME" val="Moon"/>
</p:tagLst>
</file>

<file path=ppt/tags/tag330.xml><?xml version="1.0" encoding="utf-8"?>
<p:tagLst xmlns:a="http://schemas.openxmlformats.org/drawingml/2006/main" xmlns:r="http://schemas.openxmlformats.org/officeDocument/2006/relationships" xmlns:p="http://schemas.openxmlformats.org/presentationml/2006/main">
  <p:tag name="NAME" val="Moon"/>
</p:tagLst>
</file>

<file path=ppt/tags/tag331.xml><?xml version="1.0" encoding="utf-8"?>
<p:tagLst xmlns:a="http://schemas.openxmlformats.org/drawingml/2006/main" xmlns:r="http://schemas.openxmlformats.org/officeDocument/2006/relationships" xmlns:p="http://schemas.openxmlformats.org/presentationml/2006/main">
  <p:tag name="NAME" val="Moon"/>
</p:tagLst>
</file>

<file path=ppt/tags/tag332.xml><?xml version="1.0" encoding="utf-8"?>
<p:tagLst xmlns:a="http://schemas.openxmlformats.org/drawingml/2006/main" xmlns:r="http://schemas.openxmlformats.org/officeDocument/2006/relationships" xmlns:p="http://schemas.openxmlformats.org/presentationml/2006/main">
  <p:tag name="NAME" val="Moon"/>
</p:tagLst>
</file>

<file path=ppt/tags/tag333.xml><?xml version="1.0" encoding="utf-8"?>
<p:tagLst xmlns:a="http://schemas.openxmlformats.org/drawingml/2006/main" xmlns:r="http://schemas.openxmlformats.org/officeDocument/2006/relationships" xmlns:p="http://schemas.openxmlformats.org/presentationml/2006/main">
  <p:tag name="ANGLE" val="5"/>
</p:tagLst>
</file>

<file path=ppt/tags/tag334.xml><?xml version="1.0" encoding="utf-8"?>
<p:tagLst xmlns:a="http://schemas.openxmlformats.org/drawingml/2006/main" xmlns:r="http://schemas.openxmlformats.org/officeDocument/2006/relationships" xmlns:p="http://schemas.openxmlformats.org/presentationml/2006/main">
  <p:tag name="ANGLE" val="5"/>
</p:tagLst>
</file>

<file path=ppt/tags/tag335.xml><?xml version="1.0" encoding="utf-8"?>
<p:tagLst xmlns:a="http://schemas.openxmlformats.org/drawingml/2006/main" xmlns:r="http://schemas.openxmlformats.org/officeDocument/2006/relationships" xmlns:p="http://schemas.openxmlformats.org/presentationml/2006/main">
  <p:tag name="ANGLE" val="4"/>
</p:tagLst>
</file>

<file path=ppt/tags/tag336.xml><?xml version="1.0" encoding="utf-8"?>
<p:tagLst xmlns:a="http://schemas.openxmlformats.org/drawingml/2006/main" xmlns:r="http://schemas.openxmlformats.org/officeDocument/2006/relationships" xmlns:p="http://schemas.openxmlformats.org/presentationml/2006/main">
  <p:tag name="ANGLE" val="4"/>
</p:tagLst>
</file>

<file path=ppt/tags/tag337.xml><?xml version="1.0" encoding="utf-8"?>
<p:tagLst xmlns:a="http://schemas.openxmlformats.org/drawingml/2006/main" xmlns:r="http://schemas.openxmlformats.org/officeDocument/2006/relationships" xmlns:p="http://schemas.openxmlformats.org/presentationml/2006/main">
  <p:tag name="ANGLE" val="3"/>
</p:tagLst>
</file>

<file path=ppt/tags/tag338.xml><?xml version="1.0" encoding="utf-8"?>
<p:tagLst xmlns:a="http://schemas.openxmlformats.org/drawingml/2006/main" xmlns:r="http://schemas.openxmlformats.org/officeDocument/2006/relationships" xmlns:p="http://schemas.openxmlformats.org/presentationml/2006/main">
  <p:tag name="ANGLE" val="3"/>
</p:tagLst>
</file>

<file path=ppt/tags/tag339.xml><?xml version="1.0" encoding="utf-8"?>
<p:tagLst xmlns:a="http://schemas.openxmlformats.org/drawingml/2006/main" xmlns:r="http://schemas.openxmlformats.org/officeDocument/2006/relationships" xmlns:p="http://schemas.openxmlformats.org/presentationml/2006/main">
  <p:tag name="ANGLE" val="2"/>
</p:tagLst>
</file>

<file path=ppt/tags/tag340.xml><?xml version="1.0" encoding="utf-8"?>
<p:tagLst xmlns:a="http://schemas.openxmlformats.org/drawingml/2006/main" xmlns:r="http://schemas.openxmlformats.org/officeDocument/2006/relationships" xmlns:p="http://schemas.openxmlformats.org/presentationml/2006/main">
  <p:tag name="ANGLE" val="2"/>
</p:tagLst>
</file>

<file path=ppt/tags/tag341.xml><?xml version="1.0" encoding="utf-8"?>
<p:tagLst xmlns:a="http://schemas.openxmlformats.org/drawingml/2006/main" xmlns:r="http://schemas.openxmlformats.org/officeDocument/2006/relationships" xmlns:p="http://schemas.openxmlformats.org/presentationml/2006/main">
  <p:tag name="ANGLE" val="1"/>
</p:tagLst>
</file>

<file path=ppt/tags/tag342.xml><?xml version="1.0" encoding="utf-8"?>
<p:tagLst xmlns:a="http://schemas.openxmlformats.org/drawingml/2006/main" xmlns:r="http://schemas.openxmlformats.org/officeDocument/2006/relationships" xmlns:p="http://schemas.openxmlformats.org/presentationml/2006/main">
  <p:tag name="ANGLE" val="1"/>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4.xml><?xml version="1.0" encoding="utf-8"?>
<p:tagLst xmlns:a="http://schemas.openxmlformats.org/drawingml/2006/main" xmlns:r="http://schemas.openxmlformats.org/officeDocument/2006/relationships" xmlns:p="http://schemas.openxmlformats.org/presentationml/2006/main">
  <p:tag name="SHAPENAME" val="Title"/>
</p:tagLst>
</file>

<file path=ppt/tags/tag34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4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47.xml><?xml version="1.0" encoding="utf-8"?>
<p:tagLst xmlns:a="http://schemas.openxmlformats.org/drawingml/2006/main" xmlns:r="http://schemas.openxmlformats.org/officeDocument/2006/relationships" xmlns:p="http://schemas.openxmlformats.org/presentationml/2006/main">
  <p:tag name="SHAPENAME" val="Subtitle"/>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9.xml><?xml version="1.0" encoding="utf-8"?>
<p:tagLst xmlns:a="http://schemas.openxmlformats.org/drawingml/2006/main" xmlns:r="http://schemas.openxmlformats.org/officeDocument/2006/relationships" xmlns:p="http://schemas.openxmlformats.org/presentationml/2006/main">
  <p:tag name="SHAPENAME" val="Title"/>
</p:tagLst>
</file>

<file path=ppt/tags/tag35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5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2.xml><?xml version="1.0" encoding="utf-8"?>
<p:tagLst xmlns:a="http://schemas.openxmlformats.org/drawingml/2006/main" xmlns:r="http://schemas.openxmlformats.org/officeDocument/2006/relationships" xmlns:p="http://schemas.openxmlformats.org/presentationml/2006/main">
  <p:tag name="SHAPENAME" val="Subtitle"/>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4.xml><?xml version="1.0" encoding="utf-8"?>
<p:tagLst xmlns:a="http://schemas.openxmlformats.org/drawingml/2006/main" xmlns:r="http://schemas.openxmlformats.org/officeDocument/2006/relationships" xmlns:p="http://schemas.openxmlformats.org/presentationml/2006/main">
  <p:tag name="SHAPENAME" val="Title"/>
</p:tagLst>
</file>

<file path=ppt/tags/tag35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5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7.xml><?xml version="1.0" encoding="utf-8"?>
<p:tagLst xmlns:a="http://schemas.openxmlformats.org/drawingml/2006/main" xmlns:r="http://schemas.openxmlformats.org/officeDocument/2006/relationships" xmlns:p="http://schemas.openxmlformats.org/presentationml/2006/main">
  <p:tag name="SHAPENAME" val="Subtitle"/>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9.xml><?xml version="1.0" encoding="utf-8"?>
<p:tagLst xmlns:a="http://schemas.openxmlformats.org/drawingml/2006/main" xmlns:r="http://schemas.openxmlformats.org/officeDocument/2006/relationships" xmlns:p="http://schemas.openxmlformats.org/presentationml/2006/main">
  <p:tag name="SHAPENAME" val="Title"/>
</p:tagLst>
</file>

<file path=ppt/tags/tag36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6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2.xml><?xml version="1.0" encoding="utf-8"?>
<p:tagLst xmlns:a="http://schemas.openxmlformats.org/drawingml/2006/main" xmlns:r="http://schemas.openxmlformats.org/officeDocument/2006/relationships" xmlns:p="http://schemas.openxmlformats.org/presentationml/2006/main">
  <p:tag name="SHAPENAME" val="Subtitle"/>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3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3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8.xml><?xml version="1.0" encoding="utf-8"?>
<p:tagLst xmlns:a="http://schemas.openxmlformats.org/drawingml/2006/main" xmlns:r="http://schemas.openxmlformats.org/officeDocument/2006/relationships" xmlns:p="http://schemas.openxmlformats.org/presentationml/2006/main">
  <p:tag name="SHAPENAME" val="5. Source"/>
</p:tagLst>
</file>

<file path=ppt/tags/tag3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FWrJZYiK81Dqg3AKqhPXmQ"/>
</p:tagLst>
</file>

<file path=ppt/tags/tag3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4.xml><?xml version="1.0" encoding="utf-8"?>
<p:tagLst xmlns:a="http://schemas.openxmlformats.org/drawingml/2006/main" xmlns:r="http://schemas.openxmlformats.org/officeDocument/2006/relationships" xmlns:p="http://schemas.openxmlformats.org/presentationml/2006/main">
  <p:tag name="SHAPENAME" val="5. Source"/>
</p:tagLst>
</file>

<file path=ppt/tags/tag3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TqRLcqlXddAIBcoL4_FmkA"/>
</p:tagLst>
</file>

<file path=ppt/tags/tag3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0.xml><?xml version="1.0" encoding="utf-8"?>
<p:tagLst xmlns:a="http://schemas.openxmlformats.org/drawingml/2006/main" xmlns:r="http://schemas.openxmlformats.org/officeDocument/2006/relationships" xmlns:p="http://schemas.openxmlformats.org/presentationml/2006/main">
  <p:tag name="SHAPENAME" val="5. Source"/>
</p:tagLst>
</file>

<file path=ppt/tags/tag3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zFTi586bxaRXNGLyq6cjUQ"/>
</p:tagLst>
</file>

<file path=ppt/tags/tag3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6.xml><?xml version="1.0" encoding="utf-8"?>
<p:tagLst xmlns:a="http://schemas.openxmlformats.org/drawingml/2006/main" xmlns:r="http://schemas.openxmlformats.org/officeDocument/2006/relationships" xmlns:p="http://schemas.openxmlformats.org/presentationml/2006/main">
  <p:tag name="SHAPENAME" val="5. Source"/>
</p:tagLst>
</file>

<file path=ppt/tags/tag3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fRnDxEIFDMpZ7XFucXEwcQ"/>
</p:tagLst>
</file>

<file path=ppt/tags/tag3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93.xml><?xml version="1.0" encoding="utf-8"?>
<p:tagLst xmlns:a="http://schemas.openxmlformats.org/drawingml/2006/main" xmlns:r="http://schemas.openxmlformats.org/officeDocument/2006/relationships" xmlns:p="http://schemas.openxmlformats.org/presentationml/2006/main">
  <p:tag name="SHAPENAME" val="5. Source"/>
</p:tagLst>
</file>

<file path=ppt/tags/tag3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Mlpk7TYHRxaIHe6.SUx9jg"/>
</p:tagLst>
</file>

<file path=ppt/tags/tag39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401.xml><?xml version="1.0" encoding="utf-8"?>
<p:tagLst xmlns:a="http://schemas.openxmlformats.org/drawingml/2006/main" xmlns:r="http://schemas.openxmlformats.org/officeDocument/2006/relationships" xmlns:p="http://schemas.openxmlformats.org/presentationml/2006/main">
  <p:tag name="SHAPENAME" val="5. Source"/>
</p:tagLst>
</file>

<file path=ppt/tags/tag4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3.xml><?xml version="1.0" encoding="utf-8"?>
<p:tagLst xmlns:a="http://schemas.openxmlformats.org/drawingml/2006/main" xmlns:r="http://schemas.openxmlformats.org/officeDocument/2006/relationships" xmlns:p="http://schemas.openxmlformats.org/presentationml/2006/main">
  <p:tag name="NAME" val="Logo"/>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yA0evTD9FXplcSqw.av8MA"/>
</p:tagLst>
</file>

<file path=ppt/tags/tag40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9.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0.xml><?xml version="1.0" encoding="utf-8"?>
<p:tagLst xmlns:a="http://schemas.openxmlformats.org/drawingml/2006/main" xmlns:r="http://schemas.openxmlformats.org/officeDocument/2006/relationships" xmlns:p="http://schemas.openxmlformats.org/presentationml/2006/main">
  <p:tag name="SHAPENAME" val="5. Source"/>
</p:tagLst>
</file>

<file path=ppt/tags/tag4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12.xml><?xml version="1.0" encoding="utf-8"?>
<p:tagLst xmlns:a="http://schemas.openxmlformats.org/drawingml/2006/main" xmlns:r="http://schemas.openxmlformats.org/officeDocument/2006/relationships" xmlns:p="http://schemas.openxmlformats.org/presentationml/2006/main">
  <p:tag name="NAME" val="Logo"/>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41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9.xml><?xml version="1.0" encoding="utf-8"?>
<p:tagLst xmlns:a="http://schemas.openxmlformats.org/drawingml/2006/main" xmlns:r="http://schemas.openxmlformats.org/officeDocument/2006/relationships" xmlns:p="http://schemas.openxmlformats.org/presentationml/2006/main">
  <p:tag name="SHAPENAME" val="5. Source"/>
</p:tagLst>
</file>

<file path=ppt/tags/tag4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1.xml><?xml version="1.0" encoding="utf-8"?>
<p:tagLst xmlns:a="http://schemas.openxmlformats.org/drawingml/2006/main" xmlns:r="http://schemas.openxmlformats.org/officeDocument/2006/relationships" xmlns:p="http://schemas.openxmlformats.org/presentationml/2006/main">
  <p:tag name="NAME" val="Logo"/>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4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2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27.xml><?xml version="1.0" encoding="utf-8"?>
<p:tagLst xmlns:a="http://schemas.openxmlformats.org/drawingml/2006/main" xmlns:r="http://schemas.openxmlformats.org/officeDocument/2006/relationships" xmlns:p="http://schemas.openxmlformats.org/presentationml/2006/main">
  <p:tag name="SHAPENAME" val="3. Subtitle"/>
</p:tagLst>
</file>

<file path=ppt/tags/tag428.xml><?xml version="1.0" encoding="utf-8"?>
<p:tagLst xmlns:a="http://schemas.openxmlformats.org/drawingml/2006/main" xmlns:r="http://schemas.openxmlformats.org/officeDocument/2006/relationships" xmlns:p="http://schemas.openxmlformats.org/presentationml/2006/main">
  <p:tag name="SHAPENAME" val="5. Source"/>
</p:tagLst>
</file>

<file path=ppt/tags/tag4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0.xml><?xml version="1.0" encoding="utf-8"?>
<p:tagLst xmlns:a="http://schemas.openxmlformats.org/drawingml/2006/main" xmlns:r="http://schemas.openxmlformats.org/officeDocument/2006/relationships" xmlns:p="http://schemas.openxmlformats.org/presentationml/2006/main">
  <p:tag name="NAME" val="Logo"/>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43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37.xml><?xml version="1.0" encoding="utf-8"?>
<p:tagLst xmlns:a="http://schemas.openxmlformats.org/drawingml/2006/main" xmlns:r="http://schemas.openxmlformats.org/officeDocument/2006/relationships" xmlns:p="http://schemas.openxmlformats.org/presentationml/2006/main">
  <p:tag name="SHAPENAME" val="5. Source"/>
</p:tagLst>
</file>

<file path=ppt/tags/tag4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9.xml><?xml version="1.0" encoding="utf-8"?>
<p:tagLst xmlns:a="http://schemas.openxmlformats.org/drawingml/2006/main" xmlns:r="http://schemas.openxmlformats.org/officeDocument/2006/relationships" xmlns:p="http://schemas.openxmlformats.org/presentationml/2006/main">
  <p:tag name="NAME" val="Logo"/>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44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6.xml><?xml version="1.0" encoding="utf-8"?>
<p:tagLst xmlns:a="http://schemas.openxmlformats.org/drawingml/2006/main" xmlns:r="http://schemas.openxmlformats.org/officeDocument/2006/relationships" xmlns:p="http://schemas.openxmlformats.org/presentationml/2006/main">
  <p:tag name="SHAPENAME" val="5. Source"/>
</p:tagLst>
</file>

<file path=ppt/tags/tag4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8.xml><?xml version="1.0" encoding="utf-8"?>
<p:tagLst xmlns:a="http://schemas.openxmlformats.org/drawingml/2006/main" xmlns:r="http://schemas.openxmlformats.org/officeDocument/2006/relationships" xmlns:p="http://schemas.openxmlformats.org/presentationml/2006/main">
  <p:tag name="NAME" val="Logo"/>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45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4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3.xml><?xml version="1.0" encoding="utf-8"?>
<p:tagLst xmlns:a="http://schemas.openxmlformats.org/drawingml/2006/main" xmlns:r="http://schemas.openxmlformats.org/officeDocument/2006/relationships" xmlns:p="http://schemas.openxmlformats.org/presentationml/2006/main">
  <p:tag name="SHAPENAME" val="5. Source"/>
</p:tagLst>
</file>

<file path=ppt/tags/tag4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57.xml><?xml version="1.0" encoding="utf-8"?>
<p:tagLst xmlns:a="http://schemas.openxmlformats.org/drawingml/2006/main" xmlns:r="http://schemas.openxmlformats.org/officeDocument/2006/relationships" xmlns:p="http://schemas.openxmlformats.org/presentationml/2006/main">
  <p:tag name="NAME" val="Logo"/>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46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62.xml><?xml version="1.0" encoding="utf-8"?>
<p:tagLst xmlns:a="http://schemas.openxmlformats.org/drawingml/2006/main" xmlns:r="http://schemas.openxmlformats.org/officeDocument/2006/relationships" xmlns:p="http://schemas.openxmlformats.org/presentationml/2006/main">
  <p:tag name="SHAPENAME" val="5. Source"/>
</p:tagLst>
</file>

<file path=ppt/tags/tag4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66.xml><?xml version="1.0" encoding="utf-8"?>
<p:tagLst xmlns:a="http://schemas.openxmlformats.org/drawingml/2006/main" xmlns:r="http://schemas.openxmlformats.org/officeDocument/2006/relationships" xmlns:p="http://schemas.openxmlformats.org/presentationml/2006/main">
  <p:tag name="NAME" val="Logo"/>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Rw4BZlnvKEO9ZCIa9.28.w"/>
</p:tagLst>
</file>

<file path=ppt/tags/tag4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1.xml><?xml version="1.0" encoding="utf-8"?>
<p:tagLst xmlns:a="http://schemas.openxmlformats.org/drawingml/2006/main" xmlns:r="http://schemas.openxmlformats.org/officeDocument/2006/relationships" xmlns:p="http://schemas.openxmlformats.org/presentationml/2006/main">
  <p:tag name="SHAPENAME" val="5. Source"/>
</p:tagLst>
</file>

<file path=ppt/tags/tag4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3.xml><?xml version="1.0" encoding="utf-8"?>
<p:tagLst xmlns:a="http://schemas.openxmlformats.org/drawingml/2006/main" xmlns:r="http://schemas.openxmlformats.org/officeDocument/2006/relationships" xmlns:p="http://schemas.openxmlformats.org/presentationml/2006/main">
  <p:tag name="NAME" val="Logo"/>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5.xml><?xml version="1.0" encoding="utf-8"?>
<p:tagLst xmlns:a="http://schemas.openxmlformats.org/drawingml/2006/main" xmlns:r="http://schemas.openxmlformats.org/officeDocument/2006/relationships" xmlns:p="http://schemas.openxmlformats.org/presentationml/2006/main">
  <p:tag name="SHAPENAME" val="5. Source"/>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4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8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8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8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85.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486.xml><?xml version="1.0" encoding="utf-8"?>
<p:tagLst xmlns:a="http://schemas.openxmlformats.org/drawingml/2006/main" xmlns:r="http://schemas.openxmlformats.org/officeDocument/2006/relationships" xmlns:p="http://schemas.openxmlformats.org/presentationml/2006/main">
  <p:tag name="SHAPENAME" val="5. Source"/>
</p:tagLst>
</file>

<file path=ppt/tags/tag4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89.xml><?xml version="1.0" encoding="utf-8"?>
<p:tagLst xmlns:a="http://schemas.openxmlformats.org/drawingml/2006/main" xmlns:r="http://schemas.openxmlformats.org/officeDocument/2006/relationships" xmlns:p="http://schemas.openxmlformats.org/presentationml/2006/main">
  <p:tag name="SHAPENAME" val="3. Subtitle"/>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4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96.xml><?xml version="1.0" encoding="utf-8"?>
<p:tagLst xmlns:a="http://schemas.openxmlformats.org/drawingml/2006/main" xmlns:r="http://schemas.openxmlformats.org/officeDocument/2006/relationships" xmlns:p="http://schemas.openxmlformats.org/presentationml/2006/main">
  <p:tag name="SHAPENAME" val="5. Source"/>
</p:tagLst>
</file>

<file path=ppt/tags/tag4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0.xml><?xml version="1.0" encoding="utf-8"?>
<p:tagLst xmlns:a="http://schemas.openxmlformats.org/drawingml/2006/main" xmlns:r="http://schemas.openxmlformats.org/officeDocument/2006/relationships" xmlns:p="http://schemas.openxmlformats.org/presentationml/2006/main">
  <p:tag name="SHAPENAME" val="5. Source"/>
</p:tagLst>
</file>

<file path=ppt/tags/tag5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5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508.xml><?xml version="1.0" encoding="utf-8"?>
<p:tagLst xmlns:a="http://schemas.openxmlformats.org/drawingml/2006/main" xmlns:r="http://schemas.openxmlformats.org/officeDocument/2006/relationships" xmlns:p="http://schemas.openxmlformats.org/presentationml/2006/main">
  <p:tag name="SHAPENAME" val="5. Source"/>
</p:tagLst>
</file>

<file path=ppt/tags/tag5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512.xml><?xml version="1.0" encoding="utf-8"?>
<p:tagLst xmlns:a="http://schemas.openxmlformats.org/drawingml/2006/main" xmlns:r="http://schemas.openxmlformats.org/officeDocument/2006/relationships" xmlns:p="http://schemas.openxmlformats.org/presentationml/2006/main">
  <p:tag name="SHAPENAME" val="4. Footnote"/>
</p:tagLst>
</file>

<file path=ppt/tags/tag5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4.xml><?xml version="1.0" encoding="utf-8"?>
<p:tagLst xmlns:a="http://schemas.openxmlformats.org/drawingml/2006/main" xmlns:r="http://schemas.openxmlformats.org/officeDocument/2006/relationships" xmlns:p="http://schemas.openxmlformats.org/presentationml/2006/main">
  <p:tag name="NAME" val="ACET"/>
</p:tagLst>
</file>

<file path=ppt/tags/tag515.xml><?xml version="1.0" encoding="utf-8"?>
<p:tagLst xmlns:a="http://schemas.openxmlformats.org/drawingml/2006/main" xmlns:r="http://schemas.openxmlformats.org/officeDocument/2006/relationships" xmlns:p="http://schemas.openxmlformats.org/presentationml/2006/main">
  <p:tag name="SHAPENAME" val="5. Source"/>
</p:tagLst>
</file>

<file path=ppt/tags/tag516.xml><?xml version="1.0" encoding="utf-8"?>
<p:tagLst xmlns:a="http://schemas.openxmlformats.org/drawingml/2006/main" xmlns:r="http://schemas.openxmlformats.org/officeDocument/2006/relationships" xmlns:p="http://schemas.openxmlformats.org/presentationml/2006/main">
  <p:tag name="NAME" val="MoonEmpty"/>
</p:tagLst>
</file>

<file path=ppt/tags/tag517.xml><?xml version="1.0" encoding="utf-8"?>
<p:tagLst xmlns:a="http://schemas.openxmlformats.org/drawingml/2006/main" xmlns:r="http://schemas.openxmlformats.org/officeDocument/2006/relationships" xmlns:p="http://schemas.openxmlformats.org/presentationml/2006/main">
  <p:tag name="NAME" val="MoonQuater"/>
</p:tagLst>
</file>

<file path=ppt/tags/tag518.xml><?xml version="1.0" encoding="utf-8"?>
<p:tagLst xmlns:a="http://schemas.openxmlformats.org/drawingml/2006/main" xmlns:r="http://schemas.openxmlformats.org/officeDocument/2006/relationships" xmlns:p="http://schemas.openxmlformats.org/presentationml/2006/main">
  <p:tag name="NAME" val="MoonHalf"/>
</p:tagLst>
</file>

<file path=ppt/tags/tag519.xml><?xml version="1.0" encoding="utf-8"?>
<p:tagLst xmlns:a="http://schemas.openxmlformats.org/drawingml/2006/main" xmlns:r="http://schemas.openxmlformats.org/officeDocument/2006/relationships" xmlns:p="http://schemas.openxmlformats.org/presentationml/2006/main">
  <p:tag name="NAME" val="Moon3Quater"/>
</p:tagLst>
</file>

<file path=ppt/tags/tag520.xml><?xml version="1.0" encoding="utf-8"?>
<p:tagLst xmlns:a="http://schemas.openxmlformats.org/drawingml/2006/main" xmlns:r="http://schemas.openxmlformats.org/officeDocument/2006/relationships" xmlns:p="http://schemas.openxmlformats.org/presentationml/2006/main">
  <p:tag name="NAME" val="Moon"/>
</p:tagLst>
</file>

<file path=ppt/tags/tag521.xml><?xml version="1.0" encoding="utf-8"?>
<p:tagLst xmlns:a="http://schemas.openxmlformats.org/drawingml/2006/main" xmlns:r="http://schemas.openxmlformats.org/officeDocument/2006/relationships" xmlns:p="http://schemas.openxmlformats.org/presentationml/2006/main">
  <p:tag name="ANGLE" val="5"/>
</p:tagLst>
</file>

<file path=ppt/tags/tag522.xml><?xml version="1.0" encoding="utf-8"?>
<p:tagLst xmlns:a="http://schemas.openxmlformats.org/drawingml/2006/main" xmlns:r="http://schemas.openxmlformats.org/officeDocument/2006/relationships" xmlns:p="http://schemas.openxmlformats.org/presentationml/2006/main">
  <p:tag name="ANGLE" val="5"/>
</p:tagLst>
</file>

<file path=ppt/tags/tag523.xml><?xml version="1.0" encoding="utf-8"?>
<p:tagLst xmlns:a="http://schemas.openxmlformats.org/drawingml/2006/main" xmlns:r="http://schemas.openxmlformats.org/officeDocument/2006/relationships" xmlns:p="http://schemas.openxmlformats.org/presentationml/2006/main">
  <p:tag name="ANGLE" val="4"/>
</p:tagLst>
</file>

<file path=ppt/tags/tag524.xml><?xml version="1.0" encoding="utf-8"?>
<p:tagLst xmlns:a="http://schemas.openxmlformats.org/drawingml/2006/main" xmlns:r="http://schemas.openxmlformats.org/officeDocument/2006/relationships" xmlns:p="http://schemas.openxmlformats.org/presentationml/2006/main">
  <p:tag name="ANGLE" val="4"/>
</p:tagLst>
</file>

<file path=ppt/tags/tag525.xml><?xml version="1.0" encoding="utf-8"?>
<p:tagLst xmlns:a="http://schemas.openxmlformats.org/drawingml/2006/main" xmlns:r="http://schemas.openxmlformats.org/officeDocument/2006/relationships" xmlns:p="http://schemas.openxmlformats.org/presentationml/2006/main">
  <p:tag name="ANGLE" val="3"/>
</p:tagLst>
</file>

<file path=ppt/tags/tag526.xml><?xml version="1.0" encoding="utf-8"?>
<p:tagLst xmlns:a="http://schemas.openxmlformats.org/drawingml/2006/main" xmlns:r="http://schemas.openxmlformats.org/officeDocument/2006/relationships" xmlns:p="http://schemas.openxmlformats.org/presentationml/2006/main">
  <p:tag name="ANGLE" val="3"/>
</p:tagLst>
</file>

<file path=ppt/tags/tag527.xml><?xml version="1.0" encoding="utf-8"?>
<p:tagLst xmlns:a="http://schemas.openxmlformats.org/drawingml/2006/main" xmlns:r="http://schemas.openxmlformats.org/officeDocument/2006/relationships" xmlns:p="http://schemas.openxmlformats.org/presentationml/2006/main">
  <p:tag name="ANGLE" val="2"/>
</p:tagLst>
</file>

<file path=ppt/tags/tag528.xml><?xml version="1.0" encoding="utf-8"?>
<p:tagLst xmlns:a="http://schemas.openxmlformats.org/drawingml/2006/main" xmlns:r="http://schemas.openxmlformats.org/officeDocument/2006/relationships" xmlns:p="http://schemas.openxmlformats.org/presentationml/2006/main">
  <p:tag name="ANGLE" val="2"/>
</p:tagLst>
</file>

<file path=ppt/tags/tag529.xml><?xml version="1.0" encoding="utf-8"?>
<p:tagLst xmlns:a="http://schemas.openxmlformats.org/drawingml/2006/main" xmlns:r="http://schemas.openxmlformats.org/officeDocument/2006/relationships" xmlns:p="http://schemas.openxmlformats.org/presentationml/2006/main">
  <p:tag name="ANGLE" val="1"/>
</p:tagLst>
</file>

<file path=ppt/tags/tag530.xml><?xml version="1.0" encoding="utf-8"?>
<p:tagLst xmlns:a="http://schemas.openxmlformats.org/drawingml/2006/main" xmlns:r="http://schemas.openxmlformats.org/officeDocument/2006/relationships" xmlns:p="http://schemas.openxmlformats.org/presentationml/2006/main">
  <p:tag name="ANGLE" val="1"/>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53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534.xml><?xml version="1.0" encoding="utf-8"?>
<p:tagLst xmlns:a="http://schemas.openxmlformats.org/drawingml/2006/main" xmlns:r="http://schemas.openxmlformats.org/officeDocument/2006/relationships" xmlns:p="http://schemas.openxmlformats.org/presentationml/2006/main">
  <p:tag name="SHAPENAME" val="Subtitle"/>
</p:tagLst>
</file>

<file path=ppt/tags/tag535.xml><?xml version="1.0" encoding="utf-8"?>
<p:tagLst xmlns:a="http://schemas.openxmlformats.org/drawingml/2006/main" xmlns:r="http://schemas.openxmlformats.org/officeDocument/2006/relationships" xmlns:p="http://schemas.openxmlformats.org/presentationml/2006/main">
  <p:tag name="SHAPENAME" val="Title"/>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40.xml><?xml version="1.0" encoding="utf-8"?>
<p:tagLst xmlns:a="http://schemas.openxmlformats.org/drawingml/2006/main" xmlns:r="http://schemas.openxmlformats.org/officeDocument/2006/relationships" xmlns:p="http://schemas.openxmlformats.org/presentationml/2006/main">
  <p:tag name="SHAPENAME" val="5. Source"/>
</p:tagLst>
</file>

<file path=ppt/tags/tag5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3.xml><?xml version="1.0" encoding="utf-8"?>
<p:tagLst xmlns:a="http://schemas.openxmlformats.org/drawingml/2006/main" xmlns:r="http://schemas.openxmlformats.org/officeDocument/2006/relationships" xmlns:p="http://schemas.openxmlformats.org/presentationml/2006/main">
  <p:tag name="SHAPENAME" val="4. Footnote"/>
</p:tagLst>
</file>

<file path=ppt/tags/tag5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8.xml><?xml version="1.0" encoding="utf-8"?>
<p:tagLst xmlns:a="http://schemas.openxmlformats.org/drawingml/2006/main" xmlns:r="http://schemas.openxmlformats.org/officeDocument/2006/relationships" xmlns:p="http://schemas.openxmlformats.org/presentationml/2006/main">
  <p:tag name="SHAPENAME" val="5. Source"/>
</p:tagLst>
</file>

<file path=ppt/tags/tag549.xml><?xml version="1.0" encoding="utf-8"?>
<p:tagLst xmlns:a="http://schemas.openxmlformats.org/drawingml/2006/main" xmlns:r="http://schemas.openxmlformats.org/officeDocument/2006/relationships" xmlns:p="http://schemas.openxmlformats.org/presentationml/2006/main">
  <p:tag name="SHAPENAME" val="4. Footnote"/>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4.xml><?xml version="1.0" encoding="utf-8"?>
<p:tagLst xmlns:a="http://schemas.openxmlformats.org/drawingml/2006/main" xmlns:r="http://schemas.openxmlformats.org/officeDocument/2006/relationships" xmlns:p="http://schemas.openxmlformats.org/presentationml/2006/main">
  <p:tag name="SHAPENAME" val="5. Source"/>
</p:tagLst>
</file>

<file path=ppt/tags/tag555.xml><?xml version="1.0" encoding="utf-8"?>
<p:tagLst xmlns:a="http://schemas.openxmlformats.org/drawingml/2006/main" xmlns:r="http://schemas.openxmlformats.org/officeDocument/2006/relationships" xmlns:p="http://schemas.openxmlformats.org/presentationml/2006/main">
  <p:tag name="SHAPENAME" val="4. Footnote"/>
</p:tagLst>
</file>

<file path=ppt/tags/tag5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7.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5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2.xml><?xml version="1.0" encoding="utf-8"?>
<p:tagLst xmlns:a="http://schemas.openxmlformats.org/drawingml/2006/main" xmlns:r="http://schemas.openxmlformats.org/officeDocument/2006/relationships" xmlns:p="http://schemas.openxmlformats.org/presentationml/2006/main">
  <p:tag name="SHAPENAME" val="4. Footnote"/>
</p:tagLst>
</file>

<file path=ppt/tags/tag563.xml><?xml version="1.0" encoding="utf-8"?>
<p:tagLst xmlns:a="http://schemas.openxmlformats.org/drawingml/2006/main" xmlns:r="http://schemas.openxmlformats.org/officeDocument/2006/relationships" xmlns:p="http://schemas.openxmlformats.org/presentationml/2006/main">
  <p:tag name="SHAPENAME" val="5. Source"/>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56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9.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1.xml><?xml version="1.0" encoding="utf-8"?>
<p:tagLst xmlns:a="http://schemas.openxmlformats.org/drawingml/2006/main" xmlns:r="http://schemas.openxmlformats.org/officeDocument/2006/relationships" xmlns:p="http://schemas.openxmlformats.org/presentationml/2006/main">
  <p:tag name="SHAPENAME" val="4. Footnote"/>
</p:tagLst>
</file>

<file path=ppt/tags/tag572.xml><?xml version="1.0" encoding="utf-8"?>
<p:tagLst xmlns:a="http://schemas.openxmlformats.org/drawingml/2006/main" xmlns:r="http://schemas.openxmlformats.org/officeDocument/2006/relationships" xmlns:p="http://schemas.openxmlformats.org/presentationml/2006/main">
  <p:tag name="SHAPENAME" val="5. Source"/>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57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7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0.xml><?xml version="1.0" encoding="utf-8"?>
<p:tagLst xmlns:a="http://schemas.openxmlformats.org/drawingml/2006/main" xmlns:r="http://schemas.openxmlformats.org/officeDocument/2006/relationships" xmlns:p="http://schemas.openxmlformats.org/presentationml/2006/main">
  <p:tag name="SHAPENAME" val="4. Footnote"/>
</p:tagLst>
</file>

<file path=ppt/tags/tag581.xml><?xml version="1.0" encoding="utf-8"?>
<p:tagLst xmlns:a="http://schemas.openxmlformats.org/drawingml/2006/main" xmlns:r="http://schemas.openxmlformats.org/officeDocument/2006/relationships" xmlns:p="http://schemas.openxmlformats.org/presentationml/2006/main">
  <p:tag name="SHAPENAME" val="5. Source"/>
</p:tagLst>
</file>

<file path=ppt/tags/tag5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5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5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9.xml><?xml version="1.0" encoding="utf-8"?>
<p:tagLst xmlns:a="http://schemas.openxmlformats.org/drawingml/2006/main" xmlns:r="http://schemas.openxmlformats.org/officeDocument/2006/relationships" xmlns:p="http://schemas.openxmlformats.org/presentationml/2006/main">
  <p:tag name="SHAPENAME" val="4. Footnote"/>
</p:tagLst>
</file>

<file path=ppt/tags/tag590.xml><?xml version="1.0" encoding="utf-8"?>
<p:tagLst xmlns:a="http://schemas.openxmlformats.org/drawingml/2006/main" xmlns:r="http://schemas.openxmlformats.org/officeDocument/2006/relationships" xmlns:p="http://schemas.openxmlformats.org/presentationml/2006/main">
  <p:tag name="SHAPENAME" val="5. Source"/>
</p:tagLst>
</file>

<file path=ppt/tags/tag5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5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9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8.xml><?xml version="1.0" encoding="utf-8"?>
<p:tagLst xmlns:a="http://schemas.openxmlformats.org/drawingml/2006/main" xmlns:r="http://schemas.openxmlformats.org/officeDocument/2006/relationships" xmlns:p="http://schemas.openxmlformats.org/presentationml/2006/main">
  <p:tag name="SHAPENAME" val="4. Footnote"/>
</p:tagLst>
</file>

<file path=ppt/tags/tag599.xml><?xml version="1.0" encoding="utf-8"?>
<p:tagLst xmlns:a="http://schemas.openxmlformats.org/drawingml/2006/main" xmlns:r="http://schemas.openxmlformats.org/officeDocument/2006/relationships" xmlns:p="http://schemas.openxmlformats.org/presentationml/2006/main">
  <p:tag name="SHAPENAME" val="5. Source"/>
</p:tagLst>
</file>

<file path=ppt/tags/tag6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1.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60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0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7.xml><?xml version="1.0" encoding="utf-8"?>
<p:tagLst xmlns:a="http://schemas.openxmlformats.org/drawingml/2006/main" xmlns:r="http://schemas.openxmlformats.org/officeDocument/2006/relationships" xmlns:p="http://schemas.openxmlformats.org/presentationml/2006/main">
  <p:tag name="SHAPENAME" val="4. Footnote"/>
</p:tagLst>
</file>

<file path=ppt/tags/tag608.xml><?xml version="1.0" encoding="utf-8"?>
<p:tagLst xmlns:a="http://schemas.openxmlformats.org/drawingml/2006/main" xmlns:r="http://schemas.openxmlformats.org/officeDocument/2006/relationships" xmlns:p="http://schemas.openxmlformats.org/presentationml/2006/main">
  <p:tag name="SHAPENAME" val="5. Source"/>
</p:tagLst>
</file>

<file path=ppt/tags/tag6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0.xml><?xml version="1.0" encoding="utf-8"?>
<p:tagLst xmlns:a="http://schemas.openxmlformats.org/drawingml/2006/main" xmlns:r="http://schemas.openxmlformats.org/officeDocument/2006/relationships" xmlns:p="http://schemas.openxmlformats.org/presentationml/2006/main">
  <p:tag name="SHAPENAME" val="4. Footnote"/>
</p:tagLst>
</file>

<file path=ppt/tags/tag611.xml><?xml version="1.0" encoding="utf-8"?>
<p:tagLst xmlns:a="http://schemas.openxmlformats.org/drawingml/2006/main" xmlns:r="http://schemas.openxmlformats.org/officeDocument/2006/relationships" xmlns:p="http://schemas.openxmlformats.org/presentationml/2006/main">
  <p:tag name="SHAPENAME" val="5. Source"/>
</p:tagLst>
</file>

<file path=ppt/tags/tag6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4.xml><?xml version="1.0" encoding="utf-8"?>
<p:tagLst xmlns:a="http://schemas.openxmlformats.org/drawingml/2006/main" xmlns:r="http://schemas.openxmlformats.org/officeDocument/2006/relationships" xmlns:p="http://schemas.openxmlformats.org/presentationml/2006/main">
  <p:tag name="SHAPENAME" val="Title"/>
</p:tagLst>
</file>

<file path=ppt/tags/tag61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61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617.xml><?xml version="1.0" encoding="utf-8"?>
<p:tagLst xmlns:a="http://schemas.openxmlformats.org/drawingml/2006/main" xmlns:r="http://schemas.openxmlformats.org/officeDocument/2006/relationships" xmlns:p="http://schemas.openxmlformats.org/presentationml/2006/main">
  <p:tag name="SHAPENAME" val="Subtitle"/>
</p:tagLst>
</file>

<file path=ppt/tags/tag6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620.xml><?xml version="1.0" encoding="utf-8"?>
<p:tagLst xmlns:a="http://schemas.openxmlformats.org/drawingml/2006/main" xmlns:r="http://schemas.openxmlformats.org/officeDocument/2006/relationships" xmlns:p="http://schemas.openxmlformats.org/presentationml/2006/main">
  <p:tag name="SHAPENAME" val="3. Subtitle"/>
</p:tagLst>
</file>

<file path=ppt/tags/tag6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22.xml><?xml version="1.0" encoding="utf-8"?>
<p:tagLst xmlns:a="http://schemas.openxmlformats.org/drawingml/2006/main" xmlns:r="http://schemas.openxmlformats.org/officeDocument/2006/relationships" xmlns:p="http://schemas.openxmlformats.org/presentationml/2006/main">
  <p:tag name="SHAPENAME" val="5. Source"/>
</p:tagLst>
</file>

<file path=ppt/tags/tag6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24.xml><?xml version="1.0" encoding="utf-8"?>
<p:tagLst xmlns:a="http://schemas.openxmlformats.org/drawingml/2006/main" xmlns:r="http://schemas.openxmlformats.org/officeDocument/2006/relationships" xmlns:p="http://schemas.openxmlformats.org/presentationml/2006/main">
  <p:tag name="SLIDELOOKUP" val="202510081832552792561"/>
</p:tagLst>
</file>

<file path=ppt/tags/tag6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6.xml><?xml version="1.0" encoding="utf-8"?>
<p:tagLst xmlns:a="http://schemas.openxmlformats.org/drawingml/2006/main" xmlns:r="http://schemas.openxmlformats.org/officeDocument/2006/relationships" xmlns:p="http://schemas.openxmlformats.org/presentationml/2006/main">
  <p:tag name="THINKCELLSHAPEDONOTDELETE" val="tdYhlT7lGQomWkE8tnMs3lw"/>
</p:tagLst>
</file>

<file path=ppt/tags/tag6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628.xml><?xml version="1.0" encoding="utf-8"?>
<p:tagLst xmlns:a="http://schemas.openxmlformats.org/drawingml/2006/main" xmlns:r="http://schemas.openxmlformats.org/officeDocument/2006/relationships" xmlns:p="http://schemas.openxmlformats.org/presentationml/2006/main">
  <p:tag name="SHAPENAME" val="Subtitle"/>
</p:tagLst>
</file>

<file path=ppt/tags/tag629.xml><?xml version="1.0" encoding="utf-8"?>
<p:tagLst xmlns:a="http://schemas.openxmlformats.org/drawingml/2006/main" xmlns:r="http://schemas.openxmlformats.org/officeDocument/2006/relationships" xmlns:p="http://schemas.openxmlformats.org/presentationml/2006/main">
  <p:tag name="SHAPENAME" val="Title"/>
</p:tagLst>
</file>

<file path=ppt/tags/tag6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1.xml><?xml version="1.0" encoding="utf-8"?>
<p:tagLst xmlns:a="http://schemas.openxmlformats.org/drawingml/2006/main" xmlns:r="http://schemas.openxmlformats.org/officeDocument/2006/relationships" xmlns:p="http://schemas.openxmlformats.org/presentationml/2006/main">
  <p:tag name="SHAPENAME" val="5. Source"/>
</p:tagLst>
</file>

<file path=ppt/tags/tag632.xml><?xml version="1.0" encoding="utf-8"?>
<p:tagLst xmlns:a="http://schemas.openxmlformats.org/drawingml/2006/main" xmlns:r="http://schemas.openxmlformats.org/officeDocument/2006/relationships" xmlns:p="http://schemas.openxmlformats.org/presentationml/2006/main">
  <p:tag name="SLIDELOOKUP" val="2026010713125905427315"/>
</p:tagLst>
</file>

<file path=ppt/tags/tag6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4.xml><?xml version="1.0" encoding="utf-8"?>
<p:tagLst xmlns:a="http://schemas.openxmlformats.org/drawingml/2006/main" xmlns:r="http://schemas.openxmlformats.org/officeDocument/2006/relationships" xmlns:p="http://schemas.openxmlformats.org/presentationml/2006/main">
  <p:tag name="SHAPENAME" val="5. Source"/>
</p:tagLst>
</file>

<file path=ppt/tags/tag635.xml><?xml version="1.0" encoding="utf-8"?>
<p:tagLst xmlns:a="http://schemas.openxmlformats.org/drawingml/2006/main" xmlns:r="http://schemas.openxmlformats.org/officeDocument/2006/relationships" xmlns:p="http://schemas.openxmlformats.org/presentationml/2006/main">
  <p:tag name="SHAPENAME" val="5. Source"/>
</p:tagLst>
</file>

<file path=ppt/tags/tag6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7.xml><?xml version="1.0" encoding="utf-8"?>
<p:tagLst xmlns:a="http://schemas.openxmlformats.org/drawingml/2006/main" xmlns:r="http://schemas.openxmlformats.org/officeDocument/2006/relationships" xmlns:p="http://schemas.openxmlformats.org/presentationml/2006/main">
  <p:tag name="SLIDELOOKUP" val="202508291208379162592"/>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9.xml><?xml version="1.0" encoding="utf-8"?>
<p:tagLst xmlns:a="http://schemas.openxmlformats.org/drawingml/2006/main" xmlns:r="http://schemas.openxmlformats.org/officeDocument/2006/relationships" xmlns:p="http://schemas.openxmlformats.org/presentationml/2006/main">
  <p:tag name="THINKCELLSHAPEDONOTDELETE" val="thw8hgSdzrrpDd0N.dDsTHw"/>
</p:tagLst>
</file>

<file path=ppt/tags/tag640.xml><?xml version="1.0" encoding="utf-8"?>
<p:tagLst xmlns:a="http://schemas.openxmlformats.org/drawingml/2006/main" xmlns:r="http://schemas.openxmlformats.org/officeDocument/2006/relationships" xmlns:p="http://schemas.openxmlformats.org/presentationml/2006/main">
  <p:tag name="THINKCELLSHAPEDONOTDELETE" val="tgaDm8f3V8n6wBHkaMJUzoA"/>
</p:tagLst>
</file>

<file path=ppt/tags/tag641.xml><?xml version="1.0" encoding="utf-8"?>
<p:tagLst xmlns:a="http://schemas.openxmlformats.org/drawingml/2006/main" xmlns:r="http://schemas.openxmlformats.org/officeDocument/2006/relationships" xmlns:p="http://schemas.openxmlformats.org/presentationml/2006/main">
  <p:tag name="THINKCELLSHAPEDONOTDELETE" val="t2tzzVvVBq775M93yWLkOcg"/>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tgtx20i1gF5gpb7Tjgn3taw"/>
</p:tagLst>
</file>

<file path=ppt/tags/tag643.xml><?xml version="1.0" encoding="utf-8"?>
<p:tagLst xmlns:a="http://schemas.openxmlformats.org/drawingml/2006/main" xmlns:r="http://schemas.openxmlformats.org/officeDocument/2006/relationships" xmlns:p="http://schemas.openxmlformats.org/presentationml/2006/main">
  <p:tag name="THINKCELLSHAPEDONOTDELETE" val="t3Z55Z8YtKP8jNjhPNDKCzw"/>
</p:tagLst>
</file>

<file path=ppt/tags/tag6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5.xml><?xml version="1.0" encoding="utf-8"?>
<p:tagLst xmlns:a="http://schemas.openxmlformats.org/drawingml/2006/main" xmlns:r="http://schemas.openxmlformats.org/officeDocument/2006/relationships" xmlns:p="http://schemas.openxmlformats.org/presentationml/2006/main">
  <p:tag name="THINKCELLSHAPEDONOTDELETE" val="tSYp7dqVdrzDF0IUTjJXI_Q"/>
</p:tagLst>
</file>

<file path=ppt/tags/tag646.xml><?xml version="1.0" encoding="utf-8"?>
<p:tagLst xmlns:a="http://schemas.openxmlformats.org/drawingml/2006/main" xmlns:r="http://schemas.openxmlformats.org/officeDocument/2006/relationships" xmlns:p="http://schemas.openxmlformats.org/presentationml/2006/main">
  <p:tag name="SLIDELOOKUP" val="202508191014052102595"/>
</p:tagLst>
</file>

<file path=ppt/tags/tag6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9.xml><?xml version="1.0" encoding="utf-8"?>
<p:tagLst xmlns:a="http://schemas.openxmlformats.org/drawingml/2006/main" xmlns:r="http://schemas.openxmlformats.org/officeDocument/2006/relationships" xmlns:p="http://schemas.openxmlformats.org/presentationml/2006/main">
  <p:tag name="SHAPENAME" val="5. Source"/>
</p:tagLst>
</file>

<file path=ppt/tags/tag650.xml><?xml version="1.0" encoding="utf-8"?>
<p:tagLst xmlns:a="http://schemas.openxmlformats.org/drawingml/2006/main" xmlns:r="http://schemas.openxmlformats.org/officeDocument/2006/relationships" xmlns:p="http://schemas.openxmlformats.org/presentationml/2006/main">
  <p:tag name="SLIDELOOKUP" val="2025082522382983621474832892"/>
</p:tagLst>
</file>

<file path=ppt/tags/tag6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2.xml><?xml version="1.0" encoding="utf-8"?>
<p:tagLst xmlns:a="http://schemas.openxmlformats.org/drawingml/2006/main" xmlns:r="http://schemas.openxmlformats.org/officeDocument/2006/relationships" xmlns:p="http://schemas.openxmlformats.org/presentationml/2006/main">
  <p:tag name="THINKCELLSHAPEDONOTDELETE" val="ta03bCmYGQtGq5fD9duuFIQ"/>
</p:tagLst>
</file>

<file path=ppt/tags/tag6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4.xml><?xml version="1.0" encoding="utf-8"?>
<p:tagLst xmlns:a="http://schemas.openxmlformats.org/drawingml/2006/main" xmlns:r="http://schemas.openxmlformats.org/officeDocument/2006/relationships" xmlns:p="http://schemas.openxmlformats.org/presentationml/2006/main">
  <p:tag name="SHAPENAME" val="5. Source"/>
</p:tagLst>
</file>

<file path=ppt/tags/tag65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5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5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58.xml><?xml version="1.0" encoding="utf-8"?>
<p:tagLst xmlns:a="http://schemas.openxmlformats.org/drawingml/2006/main" xmlns:r="http://schemas.openxmlformats.org/officeDocument/2006/relationships" xmlns:p="http://schemas.openxmlformats.org/presentationml/2006/main">
  <p:tag name="SLIDELOOKUP" val="202508291205598432565"/>
</p:tagLst>
</file>

<file path=ppt/tags/tag6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1.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2.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3.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4.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5.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6.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7.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668.xml><?xml version="1.0" encoding="utf-8"?>
<p:tagLst xmlns:a="http://schemas.openxmlformats.org/drawingml/2006/main" xmlns:r="http://schemas.openxmlformats.org/officeDocument/2006/relationships" xmlns:p="http://schemas.openxmlformats.org/presentationml/2006/main">
  <p:tag name="SLIDELOOKUP" val="202508291208379162592"/>
</p:tagLst>
</file>

<file path=ppt/tags/tag6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0.xml><?xml version="1.0" encoding="utf-8"?>
<p:tagLst xmlns:a="http://schemas.openxmlformats.org/drawingml/2006/main" xmlns:r="http://schemas.openxmlformats.org/officeDocument/2006/relationships" xmlns:p="http://schemas.openxmlformats.org/presentationml/2006/main">
  <p:tag name="THINKCELLSHAPEDONOTDELETE" val="thw8hgSdzrrpDd0N.dDsTHw"/>
</p:tagLst>
</file>

<file path=ppt/tags/tag671.xml><?xml version="1.0" encoding="utf-8"?>
<p:tagLst xmlns:a="http://schemas.openxmlformats.org/drawingml/2006/main" xmlns:r="http://schemas.openxmlformats.org/officeDocument/2006/relationships" xmlns:p="http://schemas.openxmlformats.org/presentationml/2006/main">
  <p:tag name="THINKCELLSHAPEDONOTDELETE" val="tgaDm8f3V8n6wBHkaMJUzoA"/>
</p:tagLst>
</file>

<file path=ppt/tags/tag672.xml><?xml version="1.0" encoding="utf-8"?>
<p:tagLst xmlns:a="http://schemas.openxmlformats.org/drawingml/2006/main" xmlns:r="http://schemas.openxmlformats.org/officeDocument/2006/relationships" xmlns:p="http://schemas.openxmlformats.org/presentationml/2006/main">
  <p:tag name="THINKCELLSHAPEDONOTDELETE" val="t2tzzVvVBq775M93yWLkOcg"/>
</p:tagLst>
</file>

<file path=ppt/tags/tag673.xml><?xml version="1.0" encoding="utf-8"?>
<p:tagLst xmlns:a="http://schemas.openxmlformats.org/drawingml/2006/main" xmlns:r="http://schemas.openxmlformats.org/officeDocument/2006/relationships" xmlns:p="http://schemas.openxmlformats.org/presentationml/2006/main">
  <p:tag name="THINKCELLSHAPEDONOTDELETE" val="tgtx20i1gF5gpb7Tjgn3taw"/>
</p:tagLst>
</file>

<file path=ppt/tags/tag674.xml><?xml version="1.0" encoding="utf-8"?>
<p:tagLst xmlns:a="http://schemas.openxmlformats.org/drawingml/2006/main" xmlns:r="http://schemas.openxmlformats.org/officeDocument/2006/relationships" xmlns:p="http://schemas.openxmlformats.org/presentationml/2006/main">
  <p:tag name="THINKCELLSHAPEDONOTDELETE" val="t3Z55Z8YtKP8jNjhPNDKCzw"/>
</p:tagLst>
</file>

<file path=ppt/tags/tag6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6.xml><?xml version="1.0" encoding="utf-8"?>
<p:tagLst xmlns:a="http://schemas.openxmlformats.org/drawingml/2006/main" xmlns:r="http://schemas.openxmlformats.org/officeDocument/2006/relationships" xmlns:p="http://schemas.openxmlformats.org/presentationml/2006/main">
  <p:tag name="THINKCELLSHAPEDONOTDELETE" val="tSYp7dqVdrzDF0IUTjJXI_Q"/>
</p:tagLst>
</file>

<file path=ppt/tags/tag677.xml><?xml version="1.0" encoding="utf-8"?>
<p:tagLst xmlns:a="http://schemas.openxmlformats.org/drawingml/2006/main" xmlns:r="http://schemas.openxmlformats.org/officeDocument/2006/relationships" xmlns:p="http://schemas.openxmlformats.org/presentationml/2006/main">
  <p:tag name="SLIDELOOKUP" val="20251029151658392370339-true"/>
</p:tagLst>
</file>

<file path=ppt/tags/tag6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9.xml><?xml version="1.0" encoding="utf-8"?>
<p:tagLst xmlns:a="http://schemas.openxmlformats.org/drawingml/2006/main" xmlns:r="http://schemas.openxmlformats.org/officeDocument/2006/relationships" xmlns:p="http://schemas.openxmlformats.org/presentationml/2006/main">
  <p:tag name="THINKCELLSHAPEDONOTDELETE" val="tu9IKt9NGQxql.w4d85RBZw"/>
</p:tagLst>
</file>

<file path=ppt/tags/tag6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2.xml><?xml version="1.0" encoding="utf-8"?>
<p:tagLst xmlns:a="http://schemas.openxmlformats.org/drawingml/2006/main" xmlns:r="http://schemas.openxmlformats.org/officeDocument/2006/relationships" xmlns:p="http://schemas.openxmlformats.org/presentationml/2006/main">
  <p:tag name="THINKCELLSHAPEDONOTDELETE" val="tDdBM7h6haEwiucaGfRMNdQ"/>
</p:tagLst>
</file>

<file path=ppt/tags/tag683.xml><?xml version="1.0" encoding="utf-8"?>
<p:tagLst xmlns:a="http://schemas.openxmlformats.org/drawingml/2006/main" xmlns:r="http://schemas.openxmlformats.org/officeDocument/2006/relationships" xmlns:p="http://schemas.openxmlformats.org/presentationml/2006/main">
  <p:tag name="THINKCELLSHAPEDONOTDELETE" val="tTAeXhiNvE7yD3mhDnOR._g"/>
</p:tagLst>
</file>

<file path=ppt/tags/tag684.xml><?xml version="1.0" encoding="utf-8"?>
<p:tagLst xmlns:a="http://schemas.openxmlformats.org/drawingml/2006/main" xmlns:r="http://schemas.openxmlformats.org/officeDocument/2006/relationships" xmlns:p="http://schemas.openxmlformats.org/presentationml/2006/main">
  <p:tag name="THINKCELLSHAPEDONOTDELETE" val="tAuyLI.JNWCBct2TxEef9HQ"/>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td476cmUAJWIuw8A1hCozPw"/>
</p:tagLst>
</file>

<file path=ppt/tags/tag686.xml><?xml version="1.0" encoding="utf-8"?>
<p:tagLst xmlns:a="http://schemas.openxmlformats.org/drawingml/2006/main" xmlns:r="http://schemas.openxmlformats.org/officeDocument/2006/relationships" xmlns:p="http://schemas.openxmlformats.org/presentationml/2006/main">
  <p:tag name="THINKCELLSHAPEDONOTDELETE" val="to9fu_uHknm9LCDng6xbr3w"/>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t0abw..unu3AyjD5YJEhaag"/>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tKEkvHpAs6ej.vmIwLdebJA"/>
</p:tagLst>
</file>

<file path=ppt/tags/tag689.xml><?xml version="1.0" encoding="utf-8"?>
<p:tagLst xmlns:a="http://schemas.openxmlformats.org/drawingml/2006/main" xmlns:r="http://schemas.openxmlformats.org/officeDocument/2006/relationships" xmlns:p="http://schemas.openxmlformats.org/presentationml/2006/main">
  <p:tag name="SHAPENAME" val="5. Source"/>
</p:tagLst>
</file>

<file path=ppt/tags/tag690.xml><?xml version="1.0" encoding="utf-8"?>
<p:tagLst xmlns:a="http://schemas.openxmlformats.org/drawingml/2006/main" xmlns:r="http://schemas.openxmlformats.org/officeDocument/2006/relationships" xmlns:p="http://schemas.openxmlformats.org/presentationml/2006/main">
  <p:tag name="SLIDELOOKUP" val="2025082522383121821474832903"/>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tJrr9OF5rhUiIdFocU1jbDQ"/>
</p:tagLst>
</file>

<file path=ppt/tags/tag6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9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9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96.xml><?xml version="1.0" encoding="utf-8"?>
<p:tagLst xmlns:a="http://schemas.openxmlformats.org/drawingml/2006/main" xmlns:r="http://schemas.openxmlformats.org/officeDocument/2006/relationships" xmlns:p="http://schemas.openxmlformats.org/presentationml/2006/main">
  <p:tag name="SHAPENAME" val="5. Source"/>
</p:tagLst>
</file>

<file path=ppt/tags/tag6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8.xml><?xml version="1.0" encoding="utf-8"?>
<p:tagLst xmlns:a="http://schemas.openxmlformats.org/drawingml/2006/main" xmlns:r="http://schemas.openxmlformats.org/officeDocument/2006/relationships" xmlns:p="http://schemas.openxmlformats.org/presentationml/2006/main">
  <p:tag name="SHAPENAME" val="5. Source"/>
</p:tagLst>
</file>

<file path=ppt/tags/tag699.xml><?xml version="1.0" encoding="utf-8"?>
<p:tagLst xmlns:a="http://schemas.openxmlformats.org/drawingml/2006/main" xmlns:r="http://schemas.openxmlformats.org/officeDocument/2006/relationships" xmlns:p="http://schemas.openxmlformats.org/presentationml/2006/main">
  <p:tag name="SHAPENAME" val="4. Footnote"/>
</p:tagLst>
</file>

<file path=ppt/tags/tag700.xml><?xml version="1.0" encoding="utf-8"?>
<p:tagLst xmlns:a="http://schemas.openxmlformats.org/drawingml/2006/main" xmlns:r="http://schemas.openxmlformats.org/officeDocument/2006/relationships" xmlns:p="http://schemas.openxmlformats.org/presentationml/2006/main">
  <p:tag name="SLIDELOOKUP" val="2025082522383328321474832914-true"/>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txE_37CWFOgpKpuYxov1dPQ"/>
</p:tagLst>
</file>

<file path=ppt/tags/tag7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tXFQV7PdzEZYenkWSzmUIuw"/>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tOE22XGb3TLzEEMt26uoU3A"/>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tyvEH5OSB0me9rr9KrGod4Q"/>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tMIssYGETZC_L2HuvbzjZ.A"/>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tFBxbz2Auf85BDIhNBO6V9A"/>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tAiFtW2PoF2ufNHlmiZ7ZaQ"/>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zuBQjoGsmKEWtdcooXPsew"/>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tKHYtmdx2EKI5uIThvL.O6A"/>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tTrydT2wCqyEpES5a0D8xdg"/>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tw_6bRUopce.JIKklVpoRuw"/>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tzTmuVCxMVzoY5A390L0GnQ"/>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T.8Jsx6rAa057JKuDEgg1g"/>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tZ1xNUys2DqTRtFzKSbuk4Q"/>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thuAe1iWqG5vglNGuuOkEMg"/>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tpKitARzMrLWQ1nOzYHfWVg"/>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tsjKlp3pG_M7nescArUJZiA"/>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rr7KrRE08jHNR4Ii7wFbMA"/>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tOqjEVhLgeFzYQFEJDkKSXw"/>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0cb90Q4Dl2MgDpGhqgFcOQ"/>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tPwbgkHzfPjIkpZwEToMp8Q"/>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tr8I8joTupwIQKXmvqM.yIw"/>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t5guVUGxPV5pmBNCQAz6yhg"/>
</p:tagLst>
</file>

<file path=ppt/tags/tag726.xml><?xml version="1.0" encoding="utf-8"?>
<p:tagLst xmlns:a="http://schemas.openxmlformats.org/drawingml/2006/main" xmlns:r="http://schemas.openxmlformats.org/officeDocument/2006/relationships" xmlns:p="http://schemas.openxmlformats.org/presentationml/2006/main">
  <p:tag name="THINKCELLSHAPEDONOTDELETE" val="tWcvaVLyVeThfaMWVXmfP2Q"/>
</p:tagLst>
</file>

<file path=ppt/tags/tag727.xml><?xml version="1.0" encoding="utf-8"?>
<p:tagLst xmlns:a="http://schemas.openxmlformats.org/drawingml/2006/main" xmlns:r="http://schemas.openxmlformats.org/officeDocument/2006/relationships" xmlns:p="http://schemas.openxmlformats.org/presentationml/2006/main">
  <p:tag name="THINKCELLSHAPEDONOTDELETE" val="tW40jsXblmutJUM8S973ezA"/>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tVgLtqO_9anRjilsrF21SNg"/>
</p:tagLst>
</file>

<file path=ppt/tags/tag729.xml><?xml version="1.0" encoding="utf-8"?>
<p:tagLst xmlns:a="http://schemas.openxmlformats.org/drawingml/2006/main" xmlns:r="http://schemas.openxmlformats.org/officeDocument/2006/relationships" xmlns:p="http://schemas.openxmlformats.org/presentationml/2006/main">
  <p:tag name="THINKCELLSHAPEDONOTDELETE" val="tMI96Mnu1r3foOaXK1H_2HQ"/>
</p:tagLst>
</file>

<file path=ppt/tags/tag730.xml><?xml version="1.0" encoding="utf-8"?>
<p:tagLst xmlns:a="http://schemas.openxmlformats.org/drawingml/2006/main" xmlns:r="http://schemas.openxmlformats.org/officeDocument/2006/relationships" xmlns:p="http://schemas.openxmlformats.org/presentationml/2006/main">
  <p:tag name="THINKCELLSHAPEDONOTDELETE" val="to6IvezT7YH0Ja.G4clu9Aw"/>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t1581KxHc1uKfWOARybfm4A"/>
</p:tagLst>
</file>

<file path=ppt/tags/tag732.xml><?xml version="1.0" encoding="utf-8"?>
<p:tagLst xmlns:a="http://schemas.openxmlformats.org/drawingml/2006/main" xmlns:r="http://schemas.openxmlformats.org/officeDocument/2006/relationships" xmlns:p="http://schemas.openxmlformats.org/presentationml/2006/main">
  <p:tag name="THINKCELLSHAPEDONOTDELETE" val="t_j3C7qzqCDa2iiyS28cSYQ"/>
</p:tagLst>
</file>

<file path=ppt/tags/tag733.xml><?xml version="1.0" encoding="utf-8"?>
<p:tagLst xmlns:a="http://schemas.openxmlformats.org/drawingml/2006/main" xmlns:r="http://schemas.openxmlformats.org/officeDocument/2006/relationships" xmlns:p="http://schemas.openxmlformats.org/presentationml/2006/main">
  <p:tag name="THINKCELLSHAPEDONOTDELETE" val="t30VR2kmbjrW3T9cz8lKBMg"/>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tvyNkYHhW2exnKDD2cw88Iw"/>
</p:tagLst>
</file>

<file path=ppt/tags/tag735.xml><?xml version="1.0" encoding="utf-8"?>
<p:tagLst xmlns:a="http://schemas.openxmlformats.org/drawingml/2006/main" xmlns:r="http://schemas.openxmlformats.org/officeDocument/2006/relationships" xmlns:p="http://schemas.openxmlformats.org/presentationml/2006/main">
  <p:tag name="THINKCELLSHAPEDONOTDELETE" val="tjHCV_193YGjUkf4jQJwyhA"/>
</p:tagLst>
</file>

<file path=ppt/tags/tag736.xml><?xml version="1.0" encoding="utf-8"?>
<p:tagLst xmlns:a="http://schemas.openxmlformats.org/drawingml/2006/main" xmlns:r="http://schemas.openxmlformats.org/officeDocument/2006/relationships" xmlns:p="http://schemas.openxmlformats.org/presentationml/2006/main">
  <p:tag name="THINKCELLSHAPEDONOTDELETE" val="ti_H1SGvl2Ez2BKOhX4KpMA"/>
</p:tagLst>
</file>

<file path=ppt/tags/tag737.xml><?xml version="1.0" encoding="utf-8"?>
<p:tagLst xmlns:a="http://schemas.openxmlformats.org/drawingml/2006/main" xmlns:r="http://schemas.openxmlformats.org/officeDocument/2006/relationships" xmlns:p="http://schemas.openxmlformats.org/presentationml/2006/main">
  <p:tag name="THINKCELLSHAPEDONOTDELETE" val="tdqkPwQLyf0A2OsXjI7ngMw"/>
</p:tagLst>
</file>

<file path=ppt/tags/tag738.xml><?xml version="1.0" encoding="utf-8"?>
<p:tagLst xmlns:a="http://schemas.openxmlformats.org/drawingml/2006/main" xmlns:r="http://schemas.openxmlformats.org/officeDocument/2006/relationships" xmlns:p="http://schemas.openxmlformats.org/presentationml/2006/main">
  <p:tag name="THINKCELLSHAPEDONOTDELETE" val="ttMYzIXlfARFtIqvFgNhUiQ"/>
</p:tagLst>
</file>

<file path=ppt/tags/tag739.xml><?xml version="1.0" encoding="utf-8"?>
<p:tagLst xmlns:a="http://schemas.openxmlformats.org/drawingml/2006/main" xmlns:r="http://schemas.openxmlformats.org/officeDocument/2006/relationships" xmlns:p="http://schemas.openxmlformats.org/presentationml/2006/main">
  <p:tag name="THINKCELLSHAPEDONOTDELETE" val="tbZNqy2War3Z_CFljEGpcow"/>
</p:tagLst>
</file>

<file path=ppt/tags/tag740.xml><?xml version="1.0" encoding="utf-8"?>
<p:tagLst xmlns:a="http://schemas.openxmlformats.org/drawingml/2006/main" xmlns:r="http://schemas.openxmlformats.org/officeDocument/2006/relationships" xmlns:p="http://schemas.openxmlformats.org/presentationml/2006/main">
  <p:tag name="THINKCELLSHAPEDONOTDELETE" val="tNltil5cHsz.O_Q2UINCpRg"/>
</p:tagLst>
</file>

<file path=ppt/tags/tag741.xml><?xml version="1.0" encoding="utf-8"?>
<p:tagLst xmlns:a="http://schemas.openxmlformats.org/drawingml/2006/main" xmlns:r="http://schemas.openxmlformats.org/officeDocument/2006/relationships" xmlns:p="http://schemas.openxmlformats.org/presentationml/2006/main">
  <p:tag name="THINKCELLSHAPEDONOTDELETE" val="tpaSW4oWKEEtKRpK34llzyg"/>
</p:tagLst>
</file>

<file path=ppt/tags/tag742.xml><?xml version="1.0" encoding="utf-8"?>
<p:tagLst xmlns:a="http://schemas.openxmlformats.org/drawingml/2006/main" xmlns:r="http://schemas.openxmlformats.org/officeDocument/2006/relationships" xmlns:p="http://schemas.openxmlformats.org/presentationml/2006/main">
  <p:tag name="THINKCELLSHAPEDONOTDELETE" val="t9iAWLrBZomxlNib2isTWUg"/>
</p:tagLst>
</file>

<file path=ppt/tags/tag743.xml><?xml version="1.0" encoding="utf-8"?>
<p:tagLst xmlns:a="http://schemas.openxmlformats.org/drawingml/2006/main" xmlns:r="http://schemas.openxmlformats.org/officeDocument/2006/relationships" xmlns:p="http://schemas.openxmlformats.org/presentationml/2006/main">
  <p:tag name="THINKCELLSHAPEDONOTDELETE" val="tyhoUDe9uytBtvV0lyXnVjg"/>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tfCOnR5g6No5T4gveaspWHQ"/>
</p:tagLst>
</file>

<file path=ppt/tags/tag74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46.xml><?xml version="1.0" encoding="utf-8"?>
<p:tagLst xmlns:a="http://schemas.openxmlformats.org/drawingml/2006/main" xmlns:r="http://schemas.openxmlformats.org/officeDocument/2006/relationships" xmlns:p="http://schemas.openxmlformats.org/presentationml/2006/main">
  <p:tag name="SHAPENAME" val="5. Source"/>
</p:tagLst>
</file>

<file path=ppt/tags/tag747.xml><?xml version="1.0" encoding="utf-8"?>
<p:tagLst xmlns:a="http://schemas.openxmlformats.org/drawingml/2006/main" xmlns:r="http://schemas.openxmlformats.org/officeDocument/2006/relationships" xmlns:p="http://schemas.openxmlformats.org/presentationml/2006/main">
  <p:tag name="SLIDELOOKUP" val="2025082522385765121474832925"/>
</p:tagLst>
</file>

<file path=ppt/tags/tag7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tJrr9OF5rhUiIdFocU1jbDQ"/>
</p:tagLst>
</file>

<file path=ppt/tags/tag7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1.xml><?xml version="1.0" encoding="utf-8"?>
<p:tagLst xmlns:a="http://schemas.openxmlformats.org/drawingml/2006/main" xmlns:r="http://schemas.openxmlformats.org/officeDocument/2006/relationships" xmlns:p="http://schemas.openxmlformats.org/presentationml/2006/main">
  <p:tag name="SHAPENAME" val="5. Source"/>
</p:tagLst>
</file>

<file path=ppt/tags/tag752.xml><?xml version="1.0" encoding="utf-8"?>
<p:tagLst xmlns:a="http://schemas.openxmlformats.org/drawingml/2006/main" xmlns:r="http://schemas.openxmlformats.org/officeDocument/2006/relationships" xmlns:p="http://schemas.openxmlformats.org/presentationml/2006/main">
  <p:tag name="SLIDELOOKUP" val="2025082912060404426310"/>
</p:tagLst>
</file>

<file path=ppt/tags/tag7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4.xml><?xml version="1.0" encoding="utf-8"?>
<p:tagLst xmlns:a="http://schemas.openxmlformats.org/drawingml/2006/main" xmlns:r="http://schemas.openxmlformats.org/officeDocument/2006/relationships" xmlns:p="http://schemas.openxmlformats.org/presentationml/2006/main">
  <p:tag name="THINKCELLSHAPEDONOTDELETE" val="tJrr9OF5rhUiIdFocU1jbDQ"/>
</p:tagLst>
</file>

<file path=ppt/tags/tag7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6.xml><?xml version="1.0" encoding="utf-8"?>
<p:tagLst xmlns:a="http://schemas.openxmlformats.org/drawingml/2006/main" xmlns:r="http://schemas.openxmlformats.org/officeDocument/2006/relationships" xmlns:p="http://schemas.openxmlformats.org/presentationml/2006/main">
  <p:tag name="SHAPENAME" val="5. Source"/>
</p:tagLst>
</file>

<file path=ppt/tags/tag757.xml><?xml version="1.0" encoding="utf-8"?>
<p:tagLst xmlns:a="http://schemas.openxmlformats.org/drawingml/2006/main" xmlns:r="http://schemas.openxmlformats.org/officeDocument/2006/relationships" xmlns:p="http://schemas.openxmlformats.org/presentationml/2006/main">
  <p:tag name="SLIDELOOKUP" val="2025082912060809225812-true"/>
</p:tagLst>
</file>

<file path=ppt/tags/tag7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9.xml><?xml version="1.0" encoding="utf-8"?>
<p:tagLst xmlns:a="http://schemas.openxmlformats.org/drawingml/2006/main" xmlns:r="http://schemas.openxmlformats.org/officeDocument/2006/relationships" xmlns:p="http://schemas.openxmlformats.org/presentationml/2006/main">
  <p:tag name="THINKCELLSHAPEDONOTDELETE" val="tJrr9OF5rhUiIdFocU1jbDQ"/>
</p:tagLst>
</file>

<file path=ppt/tags/tag760.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1.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2.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3.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4.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5.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6.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7.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8.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69.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0.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1.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2.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3.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4.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5.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6.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7.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8.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79.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0.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1.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2.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3.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4.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5.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786.xml><?xml version="1.0" encoding="utf-8"?>
<p:tagLst xmlns:a="http://schemas.openxmlformats.org/drawingml/2006/main" xmlns:r="http://schemas.openxmlformats.org/officeDocument/2006/relationships" xmlns:p="http://schemas.openxmlformats.org/presentationml/2006/main">
  <p:tag name="MTNUMBER" val="0.168786612883576"/>
  <p:tag name="MTTABLE" val="HTitleDiv"/>
</p:tagLst>
</file>

<file path=ppt/tags/tag787.xml><?xml version="1.0" encoding="utf-8"?>
<p:tagLst xmlns:a="http://schemas.openxmlformats.org/drawingml/2006/main" xmlns:r="http://schemas.openxmlformats.org/officeDocument/2006/relationships" xmlns:p="http://schemas.openxmlformats.org/presentationml/2006/main">
  <p:tag name="THINKCELLSHAPEDONOTDELETE" val="t0.Eq75pVMa2CD_yVu3KrIQ"/>
</p:tagLst>
</file>

<file path=ppt/tags/tag788.xml><?xml version="1.0" encoding="utf-8"?>
<p:tagLst xmlns:a="http://schemas.openxmlformats.org/drawingml/2006/main" xmlns:r="http://schemas.openxmlformats.org/officeDocument/2006/relationships" xmlns:p="http://schemas.openxmlformats.org/presentationml/2006/main">
  <p:tag name="HEIGHT" val="-1.21172"/>
  <p:tag name="LEFT" val="45"/>
  <p:tag name="MTNUMBER" val="0.168786612883576"/>
  <p:tag name="MTTABLE" val="Cell"/>
  <p:tag name="TOP" val="288.775"/>
  <p:tag name="WIDTH" val="128.3333"/>
</p:tagLst>
</file>

<file path=ppt/tags/tag789.xml><?xml version="1.0" encoding="utf-8"?>
<p:tagLst xmlns:a="http://schemas.openxmlformats.org/drawingml/2006/main" xmlns:r="http://schemas.openxmlformats.org/officeDocument/2006/relationships" xmlns:p="http://schemas.openxmlformats.org/presentationml/2006/main">
  <p:tag name="HEIGHT" val="-1.21172"/>
  <p:tag name="LEFT" val="45"/>
  <p:tag name="MTNUMBER" val="0.168786612883576"/>
  <p:tag name="MTTABLE" val="Cell"/>
  <p:tag name="TOP" val="348.775"/>
  <p:tag name="WIDTH" val="128.3333"/>
</p:tagLst>
</file>

<file path=ppt/tags/tag790.xml><?xml version="1.0" encoding="utf-8"?>
<p:tagLst xmlns:a="http://schemas.openxmlformats.org/drawingml/2006/main" xmlns:r="http://schemas.openxmlformats.org/officeDocument/2006/relationships" xmlns:p="http://schemas.openxmlformats.org/presentationml/2006/main">
  <p:tag name="HEIGHT" val="-1.21172"/>
  <p:tag name="LEFT" val="45"/>
  <p:tag name="MTNUMBER" val="0.168786612883576"/>
  <p:tag name="MTTABLE" val="Cell"/>
  <p:tag name="TOP" val="388.775"/>
  <p:tag name="WIDTH" val="128.3333"/>
</p:tagLst>
</file>

<file path=ppt/tags/tag791.xml><?xml version="1.0" encoding="utf-8"?>
<p:tagLst xmlns:a="http://schemas.openxmlformats.org/drawingml/2006/main" xmlns:r="http://schemas.openxmlformats.org/officeDocument/2006/relationships" xmlns:p="http://schemas.openxmlformats.org/presentationml/2006/main">
  <p:tag name="HEIGHT" val="-1.21172"/>
  <p:tag name="LEFT" val="45"/>
  <p:tag name="MTNUMBER" val="0.168786612883576"/>
  <p:tag name="MTTABLE" val="Cell"/>
  <p:tag name="TOP" val="228.775"/>
  <p:tag name="WIDTH" val="128.3333"/>
</p:tagLst>
</file>

<file path=ppt/tags/tag792.xml><?xml version="1.0" encoding="utf-8"?>
<p:tagLst xmlns:a="http://schemas.openxmlformats.org/drawingml/2006/main" xmlns:r="http://schemas.openxmlformats.org/officeDocument/2006/relationships" xmlns:p="http://schemas.openxmlformats.org/presentationml/2006/main">
  <p:tag name="HEIGHT" val="-1.21172"/>
  <p:tag name="LEFT" val="45"/>
  <p:tag name="MTNUMBER" val="0.168786612883576"/>
  <p:tag name="MTTABLE" val="Cell"/>
  <p:tag name="TOP" val="438.775"/>
  <p:tag name="WIDTH" val="128.3333"/>
</p:tagLst>
</file>

<file path=ppt/tags/tag793.xml><?xml version="1.0" encoding="utf-8"?>
<p:tagLst xmlns:a="http://schemas.openxmlformats.org/drawingml/2006/main" xmlns:r="http://schemas.openxmlformats.org/officeDocument/2006/relationships" xmlns:p="http://schemas.openxmlformats.org/presentationml/2006/main">
  <p:tag name="HEIGHT" val="-1.21172"/>
  <p:tag name="LEFT" val="45"/>
  <p:tag name="MTNUMBER" val="0.168786612883576"/>
  <p:tag name="MTTABLE" val="Cell"/>
  <p:tag name="TOP" val="158.775"/>
  <p:tag name="WIDTH" val="128.3333"/>
</p:tagLst>
</file>

<file path=ppt/tags/tag794.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158.775"/>
  <p:tag name="WIDTH" val="128.3333"/>
</p:tagLst>
</file>

<file path=ppt/tags/tag795.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168.775"/>
  <p:tag name="WIDTH" val="128.3333"/>
</p:tagLst>
</file>

<file path=ppt/tags/tag796.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198.775"/>
  <p:tag name="WIDTH" val="128.3333"/>
</p:tagLst>
</file>

<file path=ppt/tags/tag797.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08.775"/>
  <p:tag name="WIDTH" val="128.3333"/>
</p:tagLst>
</file>

<file path=ppt/tags/tag798.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18.775"/>
  <p:tag name="WIDTH" val="128.3333"/>
</p:tagLst>
</file>

<file path=ppt/tags/tag799.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38.775"/>
  <p:tag name="WIDTH" val="128.3333"/>
</p:tagLst>
</file>

<file path=ppt/tags/tag800.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48.775"/>
  <p:tag name="WIDTH" val="128.3333"/>
</p:tagLst>
</file>

<file path=ppt/tags/tag801.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58.775"/>
  <p:tag name="WIDTH" val="128.3333"/>
</p:tagLst>
</file>

<file path=ppt/tags/tag802.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78.775"/>
  <p:tag name="WIDTH" val="128.3333"/>
</p:tagLst>
</file>

<file path=ppt/tags/tag803.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88.775"/>
  <p:tag name="WIDTH" val="128.3333"/>
</p:tagLst>
</file>

<file path=ppt/tags/tag804.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98.775"/>
  <p:tag name="WIDTH" val="128.3333"/>
</p:tagLst>
</file>

<file path=ppt/tags/tag805.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08.775"/>
  <p:tag name="WIDTH" val="128.3333"/>
</p:tagLst>
</file>

<file path=ppt/tags/tag806.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28.775"/>
  <p:tag name="WIDTH" val="128.3333"/>
</p:tagLst>
</file>

<file path=ppt/tags/tag807.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38.775"/>
  <p:tag name="WIDTH" val="128.3333"/>
</p:tagLst>
</file>

<file path=ppt/tags/tag808.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48.775"/>
  <p:tag name="WIDTH" val="128.3333"/>
</p:tagLst>
</file>

<file path=ppt/tags/tag809.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68.775"/>
  <p:tag name="WIDTH" val="128.3333"/>
</p:tagLst>
</file>

<file path=ppt/tags/tag810.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98.775"/>
  <p:tag name="WIDTH" val="128.3333"/>
</p:tagLst>
</file>

<file path=ppt/tags/tag811.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08.775"/>
  <p:tag name="WIDTH" val="128.3333"/>
</p:tagLst>
</file>

<file path=ppt/tags/tag812.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18.775"/>
  <p:tag name="WIDTH" val="128.3333"/>
</p:tagLst>
</file>

<file path=ppt/tags/tag813.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88.775"/>
  <p:tag name="WIDTH" val="128.3333"/>
</p:tagLst>
</file>

<file path=ppt/tags/tag814.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28.775"/>
  <p:tag name="WIDTH" val="128.3333"/>
</p:tagLst>
</file>

<file path=ppt/tags/tag815.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48.775"/>
  <p:tag name="WIDTH" val="128.3333"/>
</p:tagLst>
</file>

<file path=ppt/tags/tag816.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58.775"/>
  <p:tag name="WIDTH" val="128.3333"/>
</p:tagLst>
</file>

<file path=ppt/tags/tag817.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68.775"/>
  <p:tag name="WIDTH" val="128.3333"/>
</p:tagLst>
</file>

<file path=ppt/tags/tag818.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28.775"/>
  <p:tag name="WIDTH" val="128.3333"/>
</p:tagLst>
</file>

<file path=ppt/tags/tag819.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38.775"/>
  <p:tag name="WIDTH" val="128.3333"/>
</p:tagLst>
</file>

<file path=ppt/tags/tag820.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468.775"/>
  <p:tag name="WIDTH" val="128.3333"/>
</p:tagLst>
</file>

<file path=ppt/tags/tag821.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822.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198.775"/>
  <p:tag name="WIDTH" val="128.3333"/>
</p:tagLst>
</file>

<file path=ppt/tags/tag823.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824.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258.775"/>
  <p:tag name="WIDTH" val="128.3333"/>
</p:tagLst>
</file>

<file path=ppt/tags/tag825.xml><?xml version="1.0" encoding="utf-8"?>
<p:tagLst xmlns:a="http://schemas.openxmlformats.org/drawingml/2006/main" xmlns:r="http://schemas.openxmlformats.org/officeDocument/2006/relationships" xmlns:p="http://schemas.openxmlformats.org/presentationml/2006/main">
  <p:tag name="MTNUMBER" val="0.168786612883576"/>
  <p:tag name="MTTABLE" val="HDiv"/>
</p:tagLst>
</file>

<file path=ppt/tags/tag826.xml><?xml version="1.0" encoding="utf-8"?>
<p:tagLst xmlns:a="http://schemas.openxmlformats.org/drawingml/2006/main" xmlns:r="http://schemas.openxmlformats.org/officeDocument/2006/relationships" xmlns:p="http://schemas.openxmlformats.org/presentationml/2006/main">
  <p:tag name="HEIGHT" val="-1.21172"/>
  <p:tag name="LEFT" val="193.3333"/>
  <p:tag name="MTNUMBER" val="0.168786612883576"/>
  <p:tag name="MTTABLE" val="Cell"/>
  <p:tag name="TOP" val="398.775"/>
  <p:tag name="WIDTH" val="128.3333"/>
</p:tagLst>
</file>

<file path=ppt/tags/tag827.xml><?xml version="1.0" encoding="utf-8"?>
<p:tagLst xmlns:a="http://schemas.openxmlformats.org/drawingml/2006/main" xmlns:r="http://schemas.openxmlformats.org/officeDocument/2006/relationships" xmlns:p="http://schemas.openxmlformats.org/presentationml/2006/main">
  <p:tag name="SHAPENAME" val="5. Source"/>
</p:tagLst>
</file>

<file path=ppt/tags/tag8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0.xml><?xml version="1.0" encoding="utf-8"?>
<p:tagLst xmlns:a="http://schemas.openxmlformats.org/drawingml/2006/main" xmlns:r="http://schemas.openxmlformats.org/officeDocument/2006/relationships" xmlns:p="http://schemas.openxmlformats.org/presentationml/2006/main">
  <p:tag name="SHAPENAME" val="5. Source"/>
</p:tagLst>
</file>

<file path=ppt/tags/tag831.xml><?xml version="1.0" encoding="utf-8"?>
<p:tagLst xmlns:a="http://schemas.openxmlformats.org/drawingml/2006/main" xmlns:r="http://schemas.openxmlformats.org/officeDocument/2006/relationships" xmlns:p="http://schemas.openxmlformats.org/presentationml/2006/main">
  <p:tag name="NAME" val="LineBasicImpact"/>
</p:tagLst>
</file>

<file path=ppt/tags/tag832.xml><?xml version="1.0" encoding="utf-8"?>
<p:tagLst xmlns:a="http://schemas.openxmlformats.org/drawingml/2006/main" xmlns:r="http://schemas.openxmlformats.org/officeDocument/2006/relationships" xmlns:p="http://schemas.openxmlformats.org/presentationml/2006/main">
  <p:tag name="SHAPENAME" val="5. Source"/>
</p:tagLst>
</file>

<file path=ppt/tags/tag833.xml><?xml version="1.0" encoding="utf-8"?>
<p:tagLst xmlns:a="http://schemas.openxmlformats.org/drawingml/2006/main" xmlns:r="http://schemas.openxmlformats.org/officeDocument/2006/relationships" xmlns:p="http://schemas.openxmlformats.org/presentationml/2006/main">
  <p:tag name="SHP_MARVIN_VG_TB_SLIDE_IDENTIFIER" val="203aa875f25da59838f26f699c261a71"/>
  <p:tag name="SLIDELOOKUP" val="2025090117435678926715"/>
</p:tagLst>
</file>

<file path=ppt/tags/tag8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6.xml><?xml version="1.0" encoding="utf-8"?>
<p:tagLst xmlns:a="http://schemas.openxmlformats.org/drawingml/2006/main" xmlns:r="http://schemas.openxmlformats.org/officeDocument/2006/relationships" xmlns:p="http://schemas.openxmlformats.org/presentationml/2006/main">
  <p:tag name="THINKCELLSHAPEDONOTDELETE" val="tX56MmAyyCTEkeaJiAMT7uA"/>
</p:tagLst>
</file>

<file path=ppt/tags/tag837.xml><?xml version="1.0" encoding="utf-8"?>
<p:tagLst xmlns:a="http://schemas.openxmlformats.org/drawingml/2006/main" xmlns:r="http://schemas.openxmlformats.org/officeDocument/2006/relationships" xmlns:p="http://schemas.openxmlformats.org/presentationml/2006/main">
  <p:tag name="NAME" val="LineBasicImpact"/>
</p:tagLst>
</file>

<file path=ppt/tags/tag838.xml><?xml version="1.0" encoding="utf-8"?>
<p:tagLst xmlns:a="http://schemas.openxmlformats.org/drawingml/2006/main" xmlns:r="http://schemas.openxmlformats.org/officeDocument/2006/relationships" xmlns:p="http://schemas.openxmlformats.org/presentationml/2006/main">
  <p:tag name="SHAPENAME" val="5. Source"/>
</p:tagLst>
</file>

<file path=ppt/tags/tag839.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0.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1.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2.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3.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4.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5.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6.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7.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48.xml><?xml version="1.0" encoding="utf-8"?>
<p:tagLst xmlns:a="http://schemas.openxmlformats.org/drawingml/2006/main" xmlns:r="http://schemas.openxmlformats.org/officeDocument/2006/relationships" xmlns:p="http://schemas.openxmlformats.org/presentationml/2006/main">
  <p:tag name="SHP_MARVIN_VG_TB_SLIDE_IDENTIFIER" val="203aa875f25da59838f26f699c261a71"/>
  <p:tag name="SLIDELOOKUP" val="2025090117435678926715"/>
</p:tagLst>
</file>

<file path=ppt/tags/tag8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51.xml><?xml version="1.0" encoding="utf-8"?>
<p:tagLst xmlns:a="http://schemas.openxmlformats.org/drawingml/2006/main" xmlns:r="http://schemas.openxmlformats.org/officeDocument/2006/relationships" xmlns:p="http://schemas.openxmlformats.org/presentationml/2006/main">
  <p:tag name="THINKCELLSHAPEDONOTDELETE" val="tX56MmAyyCTEkeaJiAMT7uA"/>
</p:tagLst>
</file>

<file path=ppt/tags/tag852.xml><?xml version="1.0" encoding="utf-8"?>
<p:tagLst xmlns:a="http://schemas.openxmlformats.org/drawingml/2006/main" xmlns:r="http://schemas.openxmlformats.org/officeDocument/2006/relationships" xmlns:p="http://schemas.openxmlformats.org/presentationml/2006/main">
  <p:tag name="NAME" val="LineBasicImpact"/>
</p:tagLst>
</file>

<file path=ppt/tags/tag853.xml><?xml version="1.0" encoding="utf-8"?>
<p:tagLst xmlns:a="http://schemas.openxmlformats.org/drawingml/2006/main" xmlns:r="http://schemas.openxmlformats.org/officeDocument/2006/relationships" xmlns:p="http://schemas.openxmlformats.org/presentationml/2006/main">
  <p:tag name="SHAPENAME" val="5. Source"/>
</p:tagLst>
</file>

<file path=ppt/tags/tag854.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55.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56.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57.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58.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59.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60.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61.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62.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63.xml><?xml version="1.0" encoding="utf-8"?>
<p:tagLst xmlns:a="http://schemas.openxmlformats.org/drawingml/2006/main" xmlns:r="http://schemas.openxmlformats.org/officeDocument/2006/relationships" xmlns:p="http://schemas.openxmlformats.org/presentationml/2006/main">
  <p:tag name="SHP_MARVIN_VG_TB_SLIDE_IDENTIFIER" val="203aa875f25da59838f26f699c261a71"/>
  <p:tag name="SLIDELOOKUP" val="2025090117435678926715"/>
</p:tagLst>
</file>

<file path=ppt/tags/tag8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6.xml><?xml version="1.0" encoding="utf-8"?>
<p:tagLst xmlns:a="http://schemas.openxmlformats.org/drawingml/2006/main" xmlns:r="http://schemas.openxmlformats.org/officeDocument/2006/relationships" xmlns:p="http://schemas.openxmlformats.org/presentationml/2006/main">
  <p:tag name="THINKCELLSHAPEDONOTDELETE" val="tX56MmAyyCTEkeaJiAMT7uA"/>
</p:tagLst>
</file>

<file path=ppt/tags/tag867.xml><?xml version="1.0" encoding="utf-8"?>
<p:tagLst xmlns:a="http://schemas.openxmlformats.org/drawingml/2006/main" xmlns:r="http://schemas.openxmlformats.org/officeDocument/2006/relationships" xmlns:p="http://schemas.openxmlformats.org/presentationml/2006/main">
  <p:tag name="NAME" val="LineBasicImpact"/>
</p:tagLst>
</file>

<file path=ppt/tags/tag868.xml><?xml version="1.0" encoding="utf-8"?>
<p:tagLst xmlns:a="http://schemas.openxmlformats.org/drawingml/2006/main" xmlns:r="http://schemas.openxmlformats.org/officeDocument/2006/relationships" xmlns:p="http://schemas.openxmlformats.org/presentationml/2006/main">
  <p:tag name="SHAPENAME" val="5. Source"/>
</p:tagLst>
</file>

<file path=ppt/tags/tag869.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0.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1.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2.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3.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4.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5.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6.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7.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78.xml><?xml version="1.0" encoding="utf-8"?>
<p:tagLst xmlns:a="http://schemas.openxmlformats.org/drawingml/2006/main" xmlns:r="http://schemas.openxmlformats.org/officeDocument/2006/relationships" xmlns:p="http://schemas.openxmlformats.org/presentationml/2006/main">
  <p:tag name="SHP_MARVIN_VG_TB_SLIDE_IDENTIFIER" val="203aa875f25da59838f26f699c261a71"/>
  <p:tag name="SLIDELOOKUP" val="2025090117435678926715"/>
</p:tagLst>
</file>

<file path=ppt/tags/tag8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81.xml><?xml version="1.0" encoding="utf-8"?>
<p:tagLst xmlns:a="http://schemas.openxmlformats.org/drawingml/2006/main" xmlns:r="http://schemas.openxmlformats.org/officeDocument/2006/relationships" xmlns:p="http://schemas.openxmlformats.org/presentationml/2006/main">
  <p:tag name="THINKCELLSHAPEDONOTDELETE" val="tX56MmAyyCTEkeaJiAMT7uA"/>
</p:tagLst>
</file>

<file path=ppt/tags/tag882.xml><?xml version="1.0" encoding="utf-8"?>
<p:tagLst xmlns:a="http://schemas.openxmlformats.org/drawingml/2006/main" xmlns:r="http://schemas.openxmlformats.org/officeDocument/2006/relationships" xmlns:p="http://schemas.openxmlformats.org/presentationml/2006/main">
  <p:tag name="NAME" val="LineBasicImpact"/>
</p:tagLst>
</file>

<file path=ppt/tags/tag883.xml><?xml version="1.0" encoding="utf-8"?>
<p:tagLst xmlns:a="http://schemas.openxmlformats.org/drawingml/2006/main" xmlns:r="http://schemas.openxmlformats.org/officeDocument/2006/relationships" xmlns:p="http://schemas.openxmlformats.org/presentationml/2006/main">
  <p:tag name="SHAPENAME" val="5. Source"/>
</p:tagLst>
</file>

<file path=ppt/tags/tag884.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85.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86.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87.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88.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89.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90.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91.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92.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893.xml><?xml version="1.0" encoding="utf-8"?>
<p:tagLst xmlns:a="http://schemas.openxmlformats.org/drawingml/2006/main" xmlns:r="http://schemas.openxmlformats.org/officeDocument/2006/relationships" xmlns:p="http://schemas.openxmlformats.org/presentationml/2006/main">
  <p:tag name="SHP_MARVIN_VG_TB_SLIDE_IDENTIFIER" val="203aa875f25da59838f26f699c261a71"/>
  <p:tag name="SLIDELOOKUP" val="2025090117435678926715"/>
</p:tagLst>
</file>

<file path=ppt/tags/tag8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96.xml><?xml version="1.0" encoding="utf-8"?>
<p:tagLst xmlns:a="http://schemas.openxmlformats.org/drawingml/2006/main" xmlns:r="http://schemas.openxmlformats.org/officeDocument/2006/relationships" xmlns:p="http://schemas.openxmlformats.org/presentationml/2006/main">
  <p:tag name="THINKCELLSHAPEDONOTDELETE" val="tX56MmAyyCTEkeaJiAMT7uA"/>
</p:tagLst>
</file>

<file path=ppt/tags/tag897.xml><?xml version="1.0" encoding="utf-8"?>
<p:tagLst xmlns:a="http://schemas.openxmlformats.org/drawingml/2006/main" xmlns:r="http://schemas.openxmlformats.org/officeDocument/2006/relationships" xmlns:p="http://schemas.openxmlformats.org/presentationml/2006/main">
  <p:tag name="NAME" val="LineBasicImpact"/>
</p:tagLst>
</file>

<file path=ppt/tags/tag898.xml><?xml version="1.0" encoding="utf-8"?>
<p:tagLst xmlns:a="http://schemas.openxmlformats.org/drawingml/2006/main" xmlns:r="http://schemas.openxmlformats.org/officeDocument/2006/relationships" xmlns:p="http://schemas.openxmlformats.org/presentationml/2006/main">
  <p:tag name="SHAPENAME" val="5. Source"/>
</p:tagLst>
</file>

<file path=ppt/tags/tag899.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0.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1.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2.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3.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4.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5.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6.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7.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08.xml><?xml version="1.0" encoding="utf-8"?>
<p:tagLst xmlns:a="http://schemas.openxmlformats.org/drawingml/2006/main" xmlns:r="http://schemas.openxmlformats.org/officeDocument/2006/relationships" xmlns:p="http://schemas.openxmlformats.org/presentationml/2006/main">
  <p:tag name="SHP_MARVIN_VG_TB_SLIDE_IDENTIFIER" val="203aa875f25da59838f26f699c261a71"/>
  <p:tag name="SLIDELOOKUP" val="2025090117435678926715"/>
</p:tagLst>
</file>

<file path=ppt/tags/tag9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11.xml><?xml version="1.0" encoding="utf-8"?>
<p:tagLst xmlns:a="http://schemas.openxmlformats.org/drawingml/2006/main" xmlns:r="http://schemas.openxmlformats.org/officeDocument/2006/relationships" xmlns:p="http://schemas.openxmlformats.org/presentationml/2006/main">
  <p:tag name="THINKCELLSHAPEDONOTDELETE" val="tX56MmAyyCTEkeaJiAMT7uA"/>
</p:tagLst>
</file>

<file path=ppt/tags/tag912.xml><?xml version="1.0" encoding="utf-8"?>
<p:tagLst xmlns:a="http://schemas.openxmlformats.org/drawingml/2006/main" xmlns:r="http://schemas.openxmlformats.org/officeDocument/2006/relationships" xmlns:p="http://schemas.openxmlformats.org/presentationml/2006/main">
  <p:tag name="NAME" val="LineBasicImpact"/>
</p:tagLst>
</file>

<file path=ppt/tags/tag913.xml><?xml version="1.0" encoding="utf-8"?>
<p:tagLst xmlns:a="http://schemas.openxmlformats.org/drawingml/2006/main" xmlns:r="http://schemas.openxmlformats.org/officeDocument/2006/relationships" xmlns:p="http://schemas.openxmlformats.org/presentationml/2006/main">
  <p:tag name="SHAPENAME" val="5. Source"/>
</p:tagLst>
</file>

<file path=ppt/tags/tag914.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15.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16.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17.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18.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19.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20.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21.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22.xml><?xml version="1.0" encoding="utf-8"?>
<p:tagLst xmlns:a="http://schemas.openxmlformats.org/drawingml/2006/main" xmlns:r="http://schemas.openxmlformats.org/officeDocument/2006/relationships" xmlns:p="http://schemas.openxmlformats.org/presentationml/2006/main">
  <p:tag name="1LEVEL" val="0.5"/>
  <p:tag name="2LEVEL" val="0.25"/>
  <p:tag name="3LEVEL" val="0.12"/>
  <p:tag name="4LEVEL" val="0.06"/>
  <p:tag name="5LEVEL" val="0.03"/>
</p:tagLst>
</file>

<file path=ppt/tags/tag923.xml><?xml version="1.0" encoding="utf-8"?>
<p:tagLst xmlns:a="http://schemas.openxmlformats.org/drawingml/2006/main" xmlns:r="http://schemas.openxmlformats.org/officeDocument/2006/relationships" xmlns:p="http://schemas.openxmlformats.org/presentationml/2006/main">
  <p:tag name="SLIDELOOKUP" val="202508291208379162592"/>
</p:tagLst>
</file>

<file path=ppt/tags/tag9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5.xml><?xml version="1.0" encoding="utf-8"?>
<p:tagLst xmlns:a="http://schemas.openxmlformats.org/drawingml/2006/main" xmlns:r="http://schemas.openxmlformats.org/officeDocument/2006/relationships" xmlns:p="http://schemas.openxmlformats.org/presentationml/2006/main">
  <p:tag name="THINKCELLSHAPEDONOTDELETE" val="thw8hgSdzrrpDd0N.dDsTHw"/>
</p:tagLst>
</file>

<file path=ppt/tags/tag926.xml><?xml version="1.0" encoding="utf-8"?>
<p:tagLst xmlns:a="http://schemas.openxmlformats.org/drawingml/2006/main" xmlns:r="http://schemas.openxmlformats.org/officeDocument/2006/relationships" xmlns:p="http://schemas.openxmlformats.org/presentationml/2006/main">
  <p:tag name="THINKCELLSHAPEDONOTDELETE" val="tgaDm8f3V8n6wBHkaMJUzoA"/>
</p:tagLst>
</file>

<file path=ppt/tags/tag927.xml><?xml version="1.0" encoding="utf-8"?>
<p:tagLst xmlns:a="http://schemas.openxmlformats.org/drawingml/2006/main" xmlns:r="http://schemas.openxmlformats.org/officeDocument/2006/relationships" xmlns:p="http://schemas.openxmlformats.org/presentationml/2006/main">
  <p:tag name="THINKCELLSHAPEDONOTDELETE" val="t2tzzVvVBq775M93yWLkOcg"/>
</p:tagLst>
</file>

<file path=ppt/tags/tag928.xml><?xml version="1.0" encoding="utf-8"?>
<p:tagLst xmlns:a="http://schemas.openxmlformats.org/drawingml/2006/main" xmlns:r="http://schemas.openxmlformats.org/officeDocument/2006/relationships" xmlns:p="http://schemas.openxmlformats.org/presentationml/2006/main">
  <p:tag name="THINKCELLSHAPEDONOTDELETE" val="tgtx20i1gF5gpb7Tjgn3taw"/>
</p:tagLst>
</file>

<file path=ppt/tags/tag929.xml><?xml version="1.0" encoding="utf-8"?>
<p:tagLst xmlns:a="http://schemas.openxmlformats.org/drawingml/2006/main" xmlns:r="http://schemas.openxmlformats.org/officeDocument/2006/relationships" xmlns:p="http://schemas.openxmlformats.org/presentationml/2006/main">
  <p:tag name="THINKCELLSHAPEDONOTDELETE" val="t3Z55Z8YtKP8jNjhPNDKCzw"/>
</p:tagLst>
</file>

<file path=ppt/tags/tag9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1.xml><?xml version="1.0" encoding="utf-8"?>
<p:tagLst xmlns:a="http://schemas.openxmlformats.org/drawingml/2006/main" xmlns:r="http://schemas.openxmlformats.org/officeDocument/2006/relationships" xmlns:p="http://schemas.openxmlformats.org/presentationml/2006/main">
  <p:tag name="THINKCELLSHAPEDONOTDELETE" val="tSYp7dqVdrzDF0IUTjJXI_Q"/>
</p:tagLst>
</file>

<file path=ppt/tags/tag9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3.xml><?xml version="1.0" encoding="utf-8"?>
<p:tagLst xmlns:a="http://schemas.openxmlformats.org/drawingml/2006/main" xmlns:r="http://schemas.openxmlformats.org/officeDocument/2006/relationships" xmlns:p="http://schemas.openxmlformats.org/presentationml/2006/main">
  <p:tag name="SHAPENAME" val="5. Source"/>
</p:tagLst>
</file>

<file path=ppt/tags/tag934.xml><?xml version="1.0" encoding="utf-8"?>
<p:tagLst xmlns:a="http://schemas.openxmlformats.org/drawingml/2006/main" xmlns:r="http://schemas.openxmlformats.org/officeDocument/2006/relationships" xmlns:p="http://schemas.openxmlformats.org/presentationml/2006/main">
  <p:tag name="1LEVEL" val="5"/>
  <p:tag name="2LEVEL" val="2.5"/>
  <p:tag name="3LEVEL" val="1.25"/>
  <p:tag name="4LEVEL" val="0.62"/>
  <p:tag name="5LEVEL" val="0.31"/>
</p:tagLst>
</file>

<file path=ppt/tags/tag935.xml><?xml version="1.0" encoding="utf-8"?>
<p:tagLst xmlns:a="http://schemas.openxmlformats.org/drawingml/2006/main" xmlns:r="http://schemas.openxmlformats.org/officeDocument/2006/relationships" xmlns:p="http://schemas.openxmlformats.org/presentationml/2006/main">
  <p:tag name="1LEVEL" val="5"/>
  <p:tag name="2LEVEL" val="2.5"/>
  <p:tag name="3LEVEL" val="1.25"/>
  <p:tag name="4LEVEL" val="0.62"/>
  <p:tag name="5LEVEL" val="0.31"/>
</p:tagLst>
</file>

<file path=ppt/tags/tag936.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937.xml><?xml version="1.0" encoding="utf-8"?>
<p:tagLst xmlns:a="http://schemas.openxmlformats.org/drawingml/2006/main" xmlns:r="http://schemas.openxmlformats.org/officeDocument/2006/relationships" xmlns:p="http://schemas.openxmlformats.org/presentationml/2006/main">
  <p:tag name="SHAPENAME" val="4. Footnote"/>
</p:tagLst>
</file>

<file path=ppt/tags/tag938.xml><?xml version="1.0" encoding="utf-8"?>
<p:tagLst xmlns:a="http://schemas.openxmlformats.org/drawingml/2006/main" xmlns:r="http://schemas.openxmlformats.org/officeDocument/2006/relationships" xmlns:p="http://schemas.openxmlformats.org/presentationml/2006/main">
  <p:tag name="SLIDELOOKUP" val="2026010713125905427315"/>
</p:tagLst>
</file>

<file path=ppt/tags/tag9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1.xml><?xml version="1.0" encoding="utf-8"?>
<p:tagLst xmlns:a="http://schemas.openxmlformats.org/drawingml/2006/main" xmlns:r="http://schemas.openxmlformats.org/officeDocument/2006/relationships" xmlns:p="http://schemas.openxmlformats.org/presentationml/2006/main">
  <p:tag name="SHAPENAME" val="5. Source"/>
</p:tagLst>
</file>

<file path=ppt/tags/tag942.xml><?xml version="1.0" encoding="utf-8"?>
<p:tagLst xmlns:a="http://schemas.openxmlformats.org/drawingml/2006/main" xmlns:r="http://schemas.openxmlformats.org/officeDocument/2006/relationships" xmlns:p="http://schemas.openxmlformats.org/presentationml/2006/main">
  <p:tag name="SHAPENAME" val="5. Source"/>
</p:tagLst>
</file>

<file path=ppt/tags/tag943.xml><?xml version="1.0" encoding="utf-8"?>
<p:tagLst xmlns:a="http://schemas.openxmlformats.org/drawingml/2006/main" xmlns:r="http://schemas.openxmlformats.org/officeDocument/2006/relationships" xmlns:p="http://schemas.openxmlformats.org/presentationml/2006/main">
  <p:tag name="SLIDELOOKUP" val="202508291208379162592"/>
</p:tagLst>
</file>

<file path=ppt/tags/tag9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5.xml><?xml version="1.0" encoding="utf-8"?>
<p:tagLst xmlns:a="http://schemas.openxmlformats.org/drawingml/2006/main" xmlns:r="http://schemas.openxmlformats.org/officeDocument/2006/relationships" xmlns:p="http://schemas.openxmlformats.org/presentationml/2006/main">
  <p:tag name="THINKCELLSHAPEDONOTDELETE" val="thw8hgSdzrrpDd0N.dDsTHw"/>
</p:tagLst>
</file>

<file path=ppt/tags/tag946.xml><?xml version="1.0" encoding="utf-8"?>
<p:tagLst xmlns:a="http://schemas.openxmlformats.org/drawingml/2006/main" xmlns:r="http://schemas.openxmlformats.org/officeDocument/2006/relationships" xmlns:p="http://schemas.openxmlformats.org/presentationml/2006/main">
  <p:tag name="THINKCELLSHAPEDONOTDELETE" val="tgaDm8f3V8n6wBHkaMJUzoA"/>
</p:tagLst>
</file>

<file path=ppt/tags/tag947.xml><?xml version="1.0" encoding="utf-8"?>
<p:tagLst xmlns:a="http://schemas.openxmlformats.org/drawingml/2006/main" xmlns:r="http://schemas.openxmlformats.org/officeDocument/2006/relationships" xmlns:p="http://schemas.openxmlformats.org/presentationml/2006/main">
  <p:tag name="THINKCELLSHAPEDONOTDELETE" val="t2tzzVvVBq775M93yWLkOcg"/>
</p:tagLst>
</file>

<file path=ppt/tags/tag948.xml><?xml version="1.0" encoding="utf-8"?>
<p:tagLst xmlns:a="http://schemas.openxmlformats.org/drawingml/2006/main" xmlns:r="http://schemas.openxmlformats.org/officeDocument/2006/relationships" xmlns:p="http://schemas.openxmlformats.org/presentationml/2006/main">
  <p:tag name="THINKCELLSHAPEDONOTDELETE" val="tgtx20i1gF5gpb7Tjgn3taw"/>
</p:tagLst>
</file>

<file path=ppt/tags/tag949.xml><?xml version="1.0" encoding="utf-8"?>
<p:tagLst xmlns:a="http://schemas.openxmlformats.org/drawingml/2006/main" xmlns:r="http://schemas.openxmlformats.org/officeDocument/2006/relationships" xmlns:p="http://schemas.openxmlformats.org/presentationml/2006/main">
  <p:tag name="THINKCELLSHAPEDONOTDELETE" val="t3Z55Z8YtKP8jNjhPNDKCzw"/>
</p:tagLst>
</file>

<file path=ppt/tags/tag9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51.xml><?xml version="1.0" encoding="utf-8"?>
<p:tagLst xmlns:a="http://schemas.openxmlformats.org/drawingml/2006/main" xmlns:r="http://schemas.openxmlformats.org/officeDocument/2006/relationships" xmlns:p="http://schemas.openxmlformats.org/presentationml/2006/main">
  <p:tag name="THINKCELLSHAPEDONOTDELETE" val="tSYp7dqVdrzDF0IUTjJXI_Q"/>
</p:tagLst>
</file>

<file path=ppt/tags/tag952.xml><?xml version="1.0" encoding="utf-8"?>
<p:tagLst xmlns:a="http://schemas.openxmlformats.org/drawingml/2006/main" xmlns:r="http://schemas.openxmlformats.org/officeDocument/2006/relationships" xmlns:p="http://schemas.openxmlformats.org/presentationml/2006/main">
  <p:tag name="SLIDELOOKUP" val="2026010713134912726028-true"/>
</p:tagLst>
</file>

<file path=ppt/tags/tag9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4.xml><?xml version="1.0" encoding="utf-8"?>
<p:tagLst xmlns:a="http://schemas.openxmlformats.org/drawingml/2006/main" xmlns:r="http://schemas.openxmlformats.org/officeDocument/2006/relationships" xmlns:p="http://schemas.openxmlformats.org/presentationml/2006/main">
  <p:tag name="THINKCELLSHAPEDONOTDELETE" val="tmHeWB3KAW0SIC.Hj3HhK5w"/>
</p:tagLst>
</file>

<file path=ppt/tags/tag955.xml><?xml version="1.0" encoding="utf-8"?>
<p:tagLst xmlns:a="http://schemas.openxmlformats.org/drawingml/2006/main" xmlns:r="http://schemas.openxmlformats.org/officeDocument/2006/relationships" xmlns:p="http://schemas.openxmlformats.org/presentationml/2006/main">
  <p:tag name="SHAPENAME" val="5. Source"/>
</p:tagLst>
</file>

<file path=ppt/tags/tag956.xml><?xml version="1.0" encoding="utf-8"?>
<p:tagLst xmlns:a="http://schemas.openxmlformats.org/drawingml/2006/main" xmlns:r="http://schemas.openxmlformats.org/officeDocument/2006/relationships" xmlns:p="http://schemas.openxmlformats.org/presentationml/2006/main">
  <p:tag name="THINKCELLSHAPEDONOTDELETE" val="tJqnMGe2YhWa7i5RmmJi.cQ"/>
</p:tagLst>
</file>

<file path=ppt/tags/tag957.xml><?xml version="1.0" encoding="utf-8"?>
<p:tagLst xmlns:a="http://schemas.openxmlformats.org/drawingml/2006/main" xmlns:r="http://schemas.openxmlformats.org/officeDocument/2006/relationships" xmlns:p="http://schemas.openxmlformats.org/presentationml/2006/main">
  <p:tag name="THINKCELLSHAPEDONOTDELETE" val="t3DVKIpPrjbT8MZJfIrNMxw"/>
</p:tagLst>
</file>

<file path=ppt/tags/tag958.xml><?xml version="1.0" encoding="utf-8"?>
<p:tagLst xmlns:a="http://schemas.openxmlformats.org/drawingml/2006/main" xmlns:r="http://schemas.openxmlformats.org/officeDocument/2006/relationships" xmlns:p="http://schemas.openxmlformats.org/presentationml/2006/main">
  <p:tag name="THINKCELLSHAPEDONOTDELETE" val="toNXduR8aazznTlGMsHC8nA"/>
</p:tagLst>
</file>

<file path=ppt/tags/tag959.xml><?xml version="1.0" encoding="utf-8"?>
<p:tagLst xmlns:a="http://schemas.openxmlformats.org/drawingml/2006/main" xmlns:r="http://schemas.openxmlformats.org/officeDocument/2006/relationships" xmlns:p="http://schemas.openxmlformats.org/presentationml/2006/main">
  <p:tag name="THINKCELLSHAPEDONOTDELETE" val="tFJbmsrx9BhWUDwcOfp.HFQ"/>
</p:tagLst>
</file>

<file path=ppt/tags/tag960.xml><?xml version="1.0" encoding="utf-8"?>
<p:tagLst xmlns:a="http://schemas.openxmlformats.org/drawingml/2006/main" xmlns:r="http://schemas.openxmlformats.org/officeDocument/2006/relationships" xmlns:p="http://schemas.openxmlformats.org/presentationml/2006/main">
  <p:tag name="THINKCELLSHAPEDONOTDELETE" val="tQrsiIpV5lvBk1GSVYZX8fg"/>
</p:tagLst>
</file>

<file path=ppt/tags/tag961.xml><?xml version="1.0" encoding="utf-8"?>
<p:tagLst xmlns:a="http://schemas.openxmlformats.org/drawingml/2006/main" xmlns:r="http://schemas.openxmlformats.org/officeDocument/2006/relationships" xmlns:p="http://schemas.openxmlformats.org/presentationml/2006/main">
  <p:tag name="THINKCELLSHAPEDONOTDELETE" val="tJUUqxB7zCo96.uhFWEwVrA"/>
</p:tagLst>
</file>

<file path=ppt/tags/tag962.xml><?xml version="1.0" encoding="utf-8"?>
<p:tagLst xmlns:a="http://schemas.openxmlformats.org/drawingml/2006/main" xmlns:r="http://schemas.openxmlformats.org/officeDocument/2006/relationships" xmlns:p="http://schemas.openxmlformats.org/presentationml/2006/main">
  <p:tag name="THINKCELLSHAPEDONOTDELETE" val="tVY1EO9FE860QQNxAnb2NWA"/>
</p:tagLst>
</file>

<file path=ppt/tags/tag963.xml><?xml version="1.0" encoding="utf-8"?>
<p:tagLst xmlns:a="http://schemas.openxmlformats.org/drawingml/2006/main" xmlns:r="http://schemas.openxmlformats.org/officeDocument/2006/relationships" xmlns:p="http://schemas.openxmlformats.org/presentationml/2006/main">
  <p:tag name="THINKCELLSHAPEDONOTDELETE" val="tEMMuE3.Jk5IpveysyYM09w"/>
</p:tagLst>
</file>

<file path=ppt/tags/tag964.xml><?xml version="1.0" encoding="utf-8"?>
<p:tagLst xmlns:a="http://schemas.openxmlformats.org/drawingml/2006/main" xmlns:r="http://schemas.openxmlformats.org/officeDocument/2006/relationships" xmlns:p="http://schemas.openxmlformats.org/presentationml/2006/main">
  <p:tag name="THINKCELLSHAPEDONOTDELETE" val="tjNmQ54_2UdKK7OBTsaJ4nA"/>
</p:tagLst>
</file>

<file path=ppt/tags/tag965.xml><?xml version="1.0" encoding="utf-8"?>
<p:tagLst xmlns:a="http://schemas.openxmlformats.org/drawingml/2006/main" xmlns:r="http://schemas.openxmlformats.org/officeDocument/2006/relationships" xmlns:p="http://schemas.openxmlformats.org/presentationml/2006/main">
  <p:tag name="THINKCELLSHAPEDONOTDELETE" val="tikRamoi78b1zxvCL2QLZlQ"/>
</p:tagLst>
</file>

<file path=ppt/tags/tag966.xml><?xml version="1.0" encoding="utf-8"?>
<p:tagLst xmlns:a="http://schemas.openxmlformats.org/drawingml/2006/main" xmlns:r="http://schemas.openxmlformats.org/officeDocument/2006/relationships" xmlns:p="http://schemas.openxmlformats.org/presentationml/2006/main">
  <p:tag name="THINKCELLSHAPEDONOTDELETE" val="tImiplTdpiEZyHfwCyIWWcQ"/>
</p:tagLst>
</file>

<file path=ppt/tags/tag967.xml><?xml version="1.0" encoding="utf-8"?>
<p:tagLst xmlns:a="http://schemas.openxmlformats.org/drawingml/2006/main" xmlns:r="http://schemas.openxmlformats.org/officeDocument/2006/relationships" xmlns:p="http://schemas.openxmlformats.org/presentationml/2006/main">
  <p:tag name="THINKCELLSHAPEDONOTDELETE" val="tQaPWAsp3xkbCX54T31GBLg"/>
</p:tagLst>
</file>

<file path=ppt/tags/tag968.xml><?xml version="1.0" encoding="utf-8"?>
<p:tagLst xmlns:a="http://schemas.openxmlformats.org/drawingml/2006/main" xmlns:r="http://schemas.openxmlformats.org/officeDocument/2006/relationships" xmlns:p="http://schemas.openxmlformats.org/presentationml/2006/main">
  <p:tag name="THINKCELLSHAPEDONOTDELETE" val="tzVfJkdFP0vHhQLKgiAnPbA"/>
</p:tagLst>
</file>

<file path=ppt/tags/tag969.xml><?xml version="1.0" encoding="utf-8"?>
<p:tagLst xmlns:a="http://schemas.openxmlformats.org/drawingml/2006/main" xmlns:r="http://schemas.openxmlformats.org/officeDocument/2006/relationships" xmlns:p="http://schemas.openxmlformats.org/presentationml/2006/main">
  <p:tag name="THINKCELLSHAPEDONOTDELETE" val="tVOJJE3Y1OmF0wbh3Gg84aQ"/>
</p:tagLst>
</file>

<file path=ppt/tags/tag970.xml><?xml version="1.0" encoding="utf-8"?>
<p:tagLst xmlns:a="http://schemas.openxmlformats.org/drawingml/2006/main" xmlns:r="http://schemas.openxmlformats.org/officeDocument/2006/relationships" xmlns:p="http://schemas.openxmlformats.org/presentationml/2006/main">
  <p:tag name="THINKCELLSHAPEDONOTDELETE" val="tL.uuU2Jj.zphK08pQeSF6w"/>
</p:tagLst>
</file>

<file path=ppt/tags/tag971.xml><?xml version="1.0" encoding="utf-8"?>
<p:tagLst xmlns:a="http://schemas.openxmlformats.org/drawingml/2006/main" xmlns:r="http://schemas.openxmlformats.org/officeDocument/2006/relationships" xmlns:p="http://schemas.openxmlformats.org/presentationml/2006/main">
  <p:tag name="THINKCELLSHAPEDONOTDELETE" val="tzklBviQWPHDaWOiG4saTUA"/>
</p:tagLst>
</file>

<file path=ppt/tags/tag972.xml><?xml version="1.0" encoding="utf-8"?>
<p:tagLst xmlns:a="http://schemas.openxmlformats.org/drawingml/2006/main" xmlns:r="http://schemas.openxmlformats.org/officeDocument/2006/relationships" xmlns:p="http://schemas.openxmlformats.org/presentationml/2006/main">
  <p:tag name="THINKCELLSHAPEDONOTDELETE" val="tPWNlwJ2mrDEzI3hnQkbJVw"/>
</p:tagLst>
</file>

<file path=ppt/tags/tag973.xml><?xml version="1.0" encoding="utf-8"?>
<p:tagLst xmlns:a="http://schemas.openxmlformats.org/drawingml/2006/main" xmlns:r="http://schemas.openxmlformats.org/officeDocument/2006/relationships" xmlns:p="http://schemas.openxmlformats.org/presentationml/2006/main">
  <p:tag name="THINKCELLSHAPEDONOTDELETE" val="tSAdjmIkKqwOgNEVHgPBS3Q"/>
</p:tagLst>
</file>

<file path=ppt/tags/tag974.xml><?xml version="1.0" encoding="utf-8"?>
<p:tagLst xmlns:a="http://schemas.openxmlformats.org/drawingml/2006/main" xmlns:r="http://schemas.openxmlformats.org/officeDocument/2006/relationships" xmlns:p="http://schemas.openxmlformats.org/presentationml/2006/main">
  <p:tag name="THINKCELLSHAPEDONOTDELETE" val="tIEHekSkELuX3KZh.011JNw"/>
</p:tagLst>
</file>

<file path=ppt/tags/tag975.xml><?xml version="1.0" encoding="utf-8"?>
<p:tagLst xmlns:a="http://schemas.openxmlformats.org/drawingml/2006/main" xmlns:r="http://schemas.openxmlformats.org/officeDocument/2006/relationships" xmlns:p="http://schemas.openxmlformats.org/presentationml/2006/main">
  <p:tag name="THINKCELLSHAPEDONOTDELETE" val="tg29p3hOWBhc6_8ehUFFJEw"/>
</p:tagLst>
</file>

<file path=ppt/tags/tag976.xml><?xml version="1.0" encoding="utf-8"?>
<p:tagLst xmlns:a="http://schemas.openxmlformats.org/drawingml/2006/main" xmlns:r="http://schemas.openxmlformats.org/officeDocument/2006/relationships" xmlns:p="http://schemas.openxmlformats.org/presentationml/2006/main">
  <p:tag name="THINKCELLSHAPEDONOTDELETE" val="t_by2AOhOGuDM_kEhNXIRQw"/>
</p:tagLst>
</file>

<file path=ppt/tags/tag977.xml><?xml version="1.0" encoding="utf-8"?>
<p:tagLst xmlns:a="http://schemas.openxmlformats.org/drawingml/2006/main" xmlns:r="http://schemas.openxmlformats.org/officeDocument/2006/relationships" xmlns:p="http://schemas.openxmlformats.org/presentationml/2006/main">
  <p:tag name="THINKCELLSHAPEDONOTDELETE" val="t8htEPDjTmkH4wa8WYJNUeA"/>
</p:tagLst>
</file>

<file path=ppt/tags/tag978.xml><?xml version="1.0" encoding="utf-8"?>
<p:tagLst xmlns:a="http://schemas.openxmlformats.org/drawingml/2006/main" xmlns:r="http://schemas.openxmlformats.org/officeDocument/2006/relationships" xmlns:p="http://schemas.openxmlformats.org/presentationml/2006/main">
  <p:tag name="NAME" val="LineBasicImpact"/>
</p:tagLst>
</file>

<file path=ppt/tags/tag979.xml><?xml version="1.0" encoding="utf-8"?>
<p:tagLst xmlns:a="http://schemas.openxmlformats.org/drawingml/2006/main" xmlns:r="http://schemas.openxmlformats.org/officeDocument/2006/relationships" xmlns:p="http://schemas.openxmlformats.org/presentationml/2006/main">
  <p:tag name="NAME" val="LineBasicImpact"/>
</p:tagLst>
</file>

<file path=ppt/tags/tag980.xml><?xml version="1.0" encoding="utf-8"?>
<p:tagLst xmlns:a="http://schemas.openxmlformats.org/drawingml/2006/main" xmlns:r="http://schemas.openxmlformats.org/officeDocument/2006/relationships" xmlns:p="http://schemas.openxmlformats.org/presentationml/2006/main">
  <p:tag name="NAME" val="CustomIcon"/>
</p:tagLst>
</file>

<file path=ppt/tags/tag981.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982.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983.xml><?xml version="1.0" encoding="utf-8"?>
<p:tagLst xmlns:a="http://schemas.openxmlformats.org/drawingml/2006/main" xmlns:r="http://schemas.openxmlformats.org/officeDocument/2006/relationships" xmlns:p="http://schemas.openxmlformats.org/presentationml/2006/main">
  <p:tag name="NAME" val="CustomIcon"/>
</p:tagLst>
</file>

<file path=ppt/tags/tag984.xml><?xml version="1.0" encoding="utf-8"?>
<p:tagLst xmlns:a="http://schemas.openxmlformats.org/drawingml/2006/main" xmlns:r="http://schemas.openxmlformats.org/officeDocument/2006/relationships" xmlns:p="http://schemas.openxmlformats.org/presentationml/2006/main">
  <p:tag name="SLIDELOOKUP" val="2026010713134912726028-true"/>
</p:tagLst>
</file>

<file path=ppt/tags/tag9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6.xml><?xml version="1.0" encoding="utf-8"?>
<p:tagLst xmlns:a="http://schemas.openxmlformats.org/drawingml/2006/main" xmlns:r="http://schemas.openxmlformats.org/officeDocument/2006/relationships" xmlns:p="http://schemas.openxmlformats.org/presentationml/2006/main">
  <p:tag name="THINKCELLSHAPEDONOTDELETE" val="tmHeWB3KAW0SIC.Hj3HhK5w"/>
</p:tagLst>
</file>

<file path=ppt/tags/tag987.xml><?xml version="1.0" encoding="utf-8"?>
<p:tagLst xmlns:a="http://schemas.openxmlformats.org/drawingml/2006/main" xmlns:r="http://schemas.openxmlformats.org/officeDocument/2006/relationships" xmlns:p="http://schemas.openxmlformats.org/presentationml/2006/main">
  <p:tag name="NAME" val="LineBasicImpact"/>
</p:tagLst>
</file>

<file path=ppt/tags/tag988.xml><?xml version="1.0" encoding="utf-8"?>
<p:tagLst xmlns:a="http://schemas.openxmlformats.org/drawingml/2006/main" xmlns:r="http://schemas.openxmlformats.org/officeDocument/2006/relationships" xmlns:p="http://schemas.openxmlformats.org/presentationml/2006/main">
  <p:tag name="THINKCELLSHAPEDONOTDELETE" val="t.A.AzKYULWe1TRS1ZVOzKg"/>
</p:tagLst>
</file>

<file path=ppt/tags/tag989.xml><?xml version="1.0" encoding="utf-8"?>
<p:tagLst xmlns:a="http://schemas.openxmlformats.org/drawingml/2006/main" xmlns:r="http://schemas.openxmlformats.org/officeDocument/2006/relationships" xmlns:p="http://schemas.openxmlformats.org/presentationml/2006/main">
  <p:tag name="THINKCELLSHAPEDONOTDELETE" val="tNjO3R6KkTn7J1w3IYsc5QQ"/>
</p:tagLst>
</file>

<file path=ppt/tags/tag990.xml><?xml version="1.0" encoding="utf-8"?>
<p:tagLst xmlns:a="http://schemas.openxmlformats.org/drawingml/2006/main" xmlns:r="http://schemas.openxmlformats.org/officeDocument/2006/relationships" xmlns:p="http://schemas.openxmlformats.org/presentationml/2006/main">
  <p:tag name="THINKCELLSHAPEDONOTDELETE" val="tshzG_hCibvYbfC3p4GX6og"/>
</p:tagLst>
</file>

<file path=ppt/tags/tag991.xml><?xml version="1.0" encoding="utf-8"?>
<p:tagLst xmlns:a="http://schemas.openxmlformats.org/drawingml/2006/main" xmlns:r="http://schemas.openxmlformats.org/officeDocument/2006/relationships" xmlns:p="http://schemas.openxmlformats.org/presentationml/2006/main">
  <p:tag name="THINKCELLSHAPEDONOTDELETE" val="tqCIQi2qiPaXzF6x5Pyku7g"/>
</p:tagLst>
</file>

<file path=ppt/tags/tag992.xml><?xml version="1.0" encoding="utf-8"?>
<p:tagLst xmlns:a="http://schemas.openxmlformats.org/drawingml/2006/main" xmlns:r="http://schemas.openxmlformats.org/officeDocument/2006/relationships" xmlns:p="http://schemas.openxmlformats.org/presentationml/2006/main">
  <p:tag name="THINKCELLSHAPEDONOTDELETE" val="t_iBSW8hSY.QmmGCWNmfhWg"/>
</p:tagLst>
</file>

<file path=ppt/tags/tag993.xml><?xml version="1.0" encoding="utf-8"?>
<p:tagLst xmlns:a="http://schemas.openxmlformats.org/drawingml/2006/main" xmlns:r="http://schemas.openxmlformats.org/officeDocument/2006/relationships" xmlns:p="http://schemas.openxmlformats.org/presentationml/2006/main">
  <p:tag name="THINKCELLSHAPEDONOTDELETE" val="tbDj597n2WuUalyXf1ygL9g"/>
</p:tagLst>
</file>

<file path=ppt/tags/tag994.xml><?xml version="1.0" encoding="utf-8"?>
<p:tagLst xmlns:a="http://schemas.openxmlformats.org/drawingml/2006/main" xmlns:r="http://schemas.openxmlformats.org/officeDocument/2006/relationships" xmlns:p="http://schemas.openxmlformats.org/presentationml/2006/main">
  <p:tag name="THINKCELLSHAPEDONOTDELETE" val="tlZd4BT2w7jIt09neB5mVqg"/>
</p:tagLst>
</file>

<file path=ppt/tags/tag995.xml><?xml version="1.0" encoding="utf-8"?>
<p:tagLst xmlns:a="http://schemas.openxmlformats.org/drawingml/2006/main" xmlns:r="http://schemas.openxmlformats.org/officeDocument/2006/relationships" xmlns:p="http://schemas.openxmlformats.org/presentationml/2006/main">
  <p:tag name="THINKCELLSHAPEDONOTDELETE" val="tPoT52GLyAgfJvaLGiEQR4w"/>
</p:tagLst>
</file>

<file path=ppt/tags/tag996.xml><?xml version="1.0" encoding="utf-8"?>
<p:tagLst xmlns:a="http://schemas.openxmlformats.org/drawingml/2006/main" xmlns:r="http://schemas.openxmlformats.org/officeDocument/2006/relationships" xmlns:p="http://schemas.openxmlformats.org/presentationml/2006/main">
  <p:tag name="THINKCELLSHAPEDONOTDELETE" val="thkvAwwEvPpHlYAjI_tgRwA"/>
</p:tagLst>
</file>

<file path=ppt/tags/tag997.xml><?xml version="1.0" encoding="utf-8"?>
<p:tagLst xmlns:a="http://schemas.openxmlformats.org/drawingml/2006/main" xmlns:r="http://schemas.openxmlformats.org/officeDocument/2006/relationships" xmlns:p="http://schemas.openxmlformats.org/presentationml/2006/main">
  <p:tag name="THINKCELLSHAPEDONOTDELETE" val="tqqjjgfFrVTKdkmzG5koHqQ"/>
</p:tagLst>
</file>

<file path=ppt/tags/tag998.xml><?xml version="1.0" encoding="utf-8"?>
<p:tagLst xmlns:a="http://schemas.openxmlformats.org/drawingml/2006/main" xmlns:r="http://schemas.openxmlformats.org/officeDocument/2006/relationships" xmlns:p="http://schemas.openxmlformats.org/presentationml/2006/main">
  <p:tag name="THINKCELLSHAPEDONOTDELETE" val="tRN2G.Iog0aOrt2W3WFuUZg"/>
</p:tagLst>
</file>

<file path=ppt/tags/tag999.xml><?xml version="1.0" encoding="utf-8"?>
<p:tagLst xmlns:a="http://schemas.openxmlformats.org/drawingml/2006/main" xmlns:r="http://schemas.openxmlformats.org/officeDocument/2006/relationships" xmlns:p="http://schemas.openxmlformats.org/presentationml/2006/main">
  <p:tag name="THINKCELLSHAPEDONOTDELETE" val="tUYVM8kI5yATJVCMhknzySQ"/>
</p:tagLst>
</file>

<file path=ppt/tags/tag1000.xml><?xml version="1.0" encoding="utf-8"?>
<p:tagLst xmlns:a="http://schemas.openxmlformats.org/drawingml/2006/main" xmlns:r="http://schemas.openxmlformats.org/officeDocument/2006/relationships" xmlns:p="http://schemas.openxmlformats.org/presentationml/2006/main">
  <p:tag name="THINKCELLSHAPEDONOTDELETE" val="t.WV9h1jtGFJY.gj7BH4R3Q"/>
</p:tagLst>
</file>

<file path=ppt/tags/tag1001.xml><?xml version="1.0" encoding="utf-8"?>
<p:tagLst xmlns:a="http://schemas.openxmlformats.org/drawingml/2006/main" xmlns:r="http://schemas.openxmlformats.org/officeDocument/2006/relationships" xmlns:p="http://schemas.openxmlformats.org/presentationml/2006/main">
  <p:tag name="THINKCELLSHAPEDONOTDELETE" val="t5kOZrnfEzBczv0xKj7PoHQ"/>
</p:tagLst>
</file>

<file path=ppt/tags/tag1002.xml><?xml version="1.0" encoding="utf-8"?>
<p:tagLst xmlns:a="http://schemas.openxmlformats.org/drawingml/2006/main" xmlns:r="http://schemas.openxmlformats.org/officeDocument/2006/relationships" xmlns:p="http://schemas.openxmlformats.org/presentationml/2006/main">
  <p:tag name="THINKCELLSHAPEDONOTDELETE" val="tBLSQH0.oBqft_ojw8InQVA"/>
</p:tagLst>
</file>

<file path=ppt/tags/tag1003.xml><?xml version="1.0" encoding="utf-8"?>
<p:tagLst xmlns:a="http://schemas.openxmlformats.org/drawingml/2006/main" xmlns:r="http://schemas.openxmlformats.org/officeDocument/2006/relationships" xmlns:p="http://schemas.openxmlformats.org/presentationml/2006/main">
  <p:tag name="THINKCELLSHAPEDONOTDELETE" val="tF99JV22KRUDl5JrCd4nb9w"/>
</p:tagLst>
</file>

<file path=ppt/tags/tag1004.xml><?xml version="1.0" encoding="utf-8"?>
<p:tagLst xmlns:a="http://schemas.openxmlformats.org/drawingml/2006/main" xmlns:r="http://schemas.openxmlformats.org/officeDocument/2006/relationships" xmlns:p="http://schemas.openxmlformats.org/presentationml/2006/main">
  <p:tag name="THINKCELLSHAPEDONOTDELETE" val="tDvrjh8pcTsqK9pNhW5KF2w"/>
</p:tagLst>
</file>

<file path=ppt/tags/tag1005.xml><?xml version="1.0" encoding="utf-8"?>
<p:tagLst xmlns:a="http://schemas.openxmlformats.org/drawingml/2006/main" xmlns:r="http://schemas.openxmlformats.org/officeDocument/2006/relationships" xmlns:p="http://schemas.openxmlformats.org/presentationml/2006/main">
  <p:tag name="THINKCELLSHAPEDONOTDELETE" val="txRhzpsBabXMn1RZuNvnHsg"/>
</p:tagLst>
</file>

<file path=ppt/tags/tag1006.xml><?xml version="1.0" encoding="utf-8"?>
<p:tagLst xmlns:a="http://schemas.openxmlformats.org/drawingml/2006/main" xmlns:r="http://schemas.openxmlformats.org/officeDocument/2006/relationships" xmlns:p="http://schemas.openxmlformats.org/presentationml/2006/main">
  <p:tag name="THINKCELLSHAPEDONOTDELETE" val="tGPmy5A9iEk_0hQ0EBlEqgg"/>
</p:tagLst>
</file>

<file path=ppt/tags/tag1007.xml><?xml version="1.0" encoding="utf-8"?>
<p:tagLst xmlns:a="http://schemas.openxmlformats.org/drawingml/2006/main" xmlns:r="http://schemas.openxmlformats.org/officeDocument/2006/relationships" xmlns:p="http://schemas.openxmlformats.org/presentationml/2006/main">
  <p:tag name="THINKCELLSHAPEDONOTDELETE" val="tV.2kN7GmjQ.NlVbd7MzUbQ"/>
</p:tagLst>
</file>

<file path=ppt/tags/tag1008.xml><?xml version="1.0" encoding="utf-8"?>
<p:tagLst xmlns:a="http://schemas.openxmlformats.org/drawingml/2006/main" xmlns:r="http://schemas.openxmlformats.org/officeDocument/2006/relationships" xmlns:p="http://schemas.openxmlformats.org/presentationml/2006/main">
  <p:tag name="THINKCELLSHAPEDONOTDELETE" val="tb5p1zJGS.jklQAbuMW4XyQ"/>
</p:tagLst>
</file>

<file path=ppt/tags/tag1009.xml><?xml version="1.0" encoding="utf-8"?>
<p:tagLst xmlns:a="http://schemas.openxmlformats.org/drawingml/2006/main" xmlns:r="http://schemas.openxmlformats.org/officeDocument/2006/relationships" xmlns:p="http://schemas.openxmlformats.org/presentationml/2006/main">
  <p:tag name="THINKCELLSHAPEDONOTDELETE" val="tNJW9a2I9cxYBne1eWFs6gA"/>
</p:tagLst>
</file>

<file path=ppt/tags/tag101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1.xml><?xml version="1.0" encoding="utf-8"?>
<p:tagLst xmlns:a="http://schemas.openxmlformats.org/drawingml/2006/main" xmlns:r="http://schemas.openxmlformats.org/officeDocument/2006/relationships" xmlns:p="http://schemas.openxmlformats.org/presentationml/2006/main">
  <p:tag name="NAME" val="CustomIcon"/>
</p:tagLst>
</file>

<file path=ppt/tags/tag1012.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1013.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1014.xml><?xml version="1.0" encoding="utf-8"?>
<p:tagLst xmlns:a="http://schemas.openxmlformats.org/drawingml/2006/main" xmlns:r="http://schemas.openxmlformats.org/officeDocument/2006/relationships" xmlns:p="http://schemas.openxmlformats.org/presentationml/2006/main">
  <p:tag name="NAME" val="CustomIcon"/>
</p:tagLst>
</file>

<file path=ppt/tags/tag1015.xml><?xml version="1.0" encoding="utf-8"?>
<p:tagLst xmlns:a="http://schemas.openxmlformats.org/drawingml/2006/main" xmlns:r="http://schemas.openxmlformats.org/officeDocument/2006/relationships" xmlns:p="http://schemas.openxmlformats.org/presentationml/2006/main">
  <p:tag name="SLIDELOOKUP" val="202508291208379162592"/>
</p:tagLst>
</file>

<file path=ppt/tags/tag10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7.xml><?xml version="1.0" encoding="utf-8"?>
<p:tagLst xmlns:a="http://schemas.openxmlformats.org/drawingml/2006/main" xmlns:r="http://schemas.openxmlformats.org/officeDocument/2006/relationships" xmlns:p="http://schemas.openxmlformats.org/presentationml/2006/main">
  <p:tag name="THINKCELLSHAPEDONOTDELETE" val="thw8hgSdzrrpDd0N.dDsTHw"/>
</p:tagLst>
</file>

<file path=ppt/tags/tag1018.xml><?xml version="1.0" encoding="utf-8"?>
<p:tagLst xmlns:a="http://schemas.openxmlformats.org/drawingml/2006/main" xmlns:r="http://schemas.openxmlformats.org/officeDocument/2006/relationships" xmlns:p="http://schemas.openxmlformats.org/presentationml/2006/main">
  <p:tag name="THINKCELLSHAPEDONOTDELETE" val="tgaDm8f3V8n6wBHkaMJUzoA"/>
</p:tagLst>
</file>

<file path=ppt/tags/tag1019.xml><?xml version="1.0" encoding="utf-8"?>
<p:tagLst xmlns:a="http://schemas.openxmlformats.org/drawingml/2006/main" xmlns:r="http://schemas.openxmlformats.org/officeDocument/2006/relationships" xmlns:p="http://schemas.openxmlformats.org/presentationml/2006/main">
  <p:tag name="THINKCELLSHAPEDONOTDELETE" val="t2tzzVvVBq775M93yWLkOcg"/>
</p:tagLst>
</file>

<file path=ppt/tags/tag1020.xml><?xml version="1.0" encoding="utf-8"?>
<p:tagLst xmlns:a="http://schemas.openxmlformats.org/drawingml/2006/main" xmlns:r="http://schemas.openxmlformats.org/officeDocument/2006/relationships" xmlns:p="http://schemas.openxmlformats.org/presentationml/2006/main">
  <p:tag name="THINKCELLSHAPEDONOTDELETE" val="tgtx20i1gF5gpb7Tjgn3taw"/>
</p:tagLst>
</file>

<file path=ppt/tags/tag1021.xml><?xml version="1.0" encoding="utf-8"?>
<p:tagLst xmlns:a="http://schemas.openxmlformats.org/drawingml/2006/main" xmlns:r="http://schemas.openxmlformats.org/officeDocument/2006/relationships" xmlns:p="http://schemas.openxmlformats.org/presentationml/2006/main">
  <p:tag name="THINKCELLSHAPEDONOTDELETE" val="t3Z55Z8YtKP8jNjhPNDKCzw"/>
</p:tagLst>
</file>

<file path=ppt/tags/tag102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23.xml><?xml version="1.0" encoding="utf-8"?>
<p:tagLst xmlns:a="http://schemas.openxmlformats.org/drawingml/2006/main" xmlns:r="http://schemas.openxmlformats.org/officeDocument/2006/relationships" xmlns:p="http://schemas.openxmlformats.org/presentationml/2006/main">
  <p:tag name="THINKCELLSHAPEDONOTDELETE" val="tSYp7dqVdrzDF0IUTjJXI_Q"/>
</p:tagLst>
</file>

<file path=ppt/tags/tag1024.xml><?xml version="1.0" encoding="utf-8"?>
<p:tagLst xmlns:a="http://schemas.openxmlformats.org/drawingml/2006/main" xmlns:r="http://schemas.openxmlformats.org/officeDocument/2006/relationships" xmlns:p="http://schemas.openxmlformats.org/presentationml/2006/main">
  <p:tag name="SLIDELOOKUP" val="2025082912111324526633"/>
</p:tagLst>
</file>

<file path=ppt/tags/tag10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6.xml><?xml version="1.0" encoding="utf-8"?>
<p:tagLst xmlns:a="http://schemas.openxmlformats.org/drawingml/2006/main" xmlns:r="http://schemas.openxmlformats.org/officeDocument/2006/relationships" xmlns:p="http://schemas.openxmlformats.org/presentationml/2006/main">
  <p:tag name="THINKCELLSHAPEDONOTDELETE" val="tG4pXqkuKQeVKgqLlQ47aWg"/>
</p:tagLst>
</file>

<file path=ppt/tags/tag10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28.xml><?xml version="1.0" encoding="utf-8"?>
<p:tagLst xmlns:a="http://schemas.openxmlformats.org/drawingml/2006/main" xmlns:r="http://schemas.openxmlformats.org/officeDocument/2006/relationships" xmlns:p="http://schemas.openxmlformats.org/presentationml/2006/main">
  <p:tag name="SHAPENAME" val="5. Source"/>
</p:tagLst>
</file>

<file path=ppt/tags/tag1029.xml><?xml version="1.0" encoding="utf-8"?>
<p:tagLst xmlns:a="http://schemas.openxmlformats.org/drawingml/2006/main" xmlns:r="http://schemas.openxmlformats.org/officeDocument/2006/relationships" xmlns:p="http://schemas.openxmlformats.org/presentationml/2006/main">
  <p:tag name="SLIDELOOKUP" val="2025082912111365027034"/>
</p:tagLst>
</file>

<file path=ppt/tags/tag10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1.xml><?xml version="1.0" encoding="utf-8"?>
<p:tagLst xmlns:a="http://schemas.openxmlformats.org/drawingml/2006/main" xmlns:r="http://schemas.openxmlformats.org/officeDocument/2006/relationships" xmlns:p="http://schemas.openxmlformats.org/presentationml/2006/main">
  <p:tag name="THINKCELLSHAPEDONOTDELETE" val="tG4pXqkuKQeVKgqLlQ47aWg"/>
</p:tagLst>
</file>

<file path=ppt/tags/tag10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3.xml><?xml version="1.0" encoding="utf-8"?>
<p:tagLst xmlns:a="http://schemas.openxmlformats.org/drawingml/2006/main" xmlns:r="http://schemas.openxmlformats.org/officeDocument/2006/relationships" xmlns:p="http://schemas.openxmlformats.org/presentationml/2006/main">
  <p:tag name="SHAPENAME" val="5. Source"/>
</p:tagLst>
</file>

<file path=ppt/tags/tag1034.xml><?xml version="1.0" encoding="utf-8"?>
<p:tagLst xmlns:a="http://schemas.openxmlformats.org/drawingml/2006/main" xmlns:r="http://schemas.openxmlformats.org/officeDocument/2006/relationships" xmlns:p="http://schemas.openxmlformats.org/presentationml/2006/main">
  <p:tag name="SLIDELOOKUP" val="2025082912111365027034"/>
</p:tagLst>
</file>

<file path=ppt/tags/tag10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6.xml><?xml version="1.0" encoding="utf-8"?>
<p:tagLst xmlns:a="http://schemas.openxmlformats.org/drawingml/2006/main" xmlns:r="http://schemas.openxmlformats.org/officeDocument/2006/relationships" xmlns:p="http://schemas.openxmlformats.org/presentationml/2006/main">
  <p:tag name="THINKCELLSHAPEDONOTDELETE" val="tG4pXqkuKQeVKgqLlQ47aWg"/>
</p:tagLst>
</file>

<file path=ppt/tags/tag10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8.xml><?xml version="1.0" encoding="utf-8"?>
<p:tagLst xmlns:a="http://schemas.openxmlformats.org/drawingml/2006/main" xmlns:r="http://schemas.openxmlformats.org/officeDocument/2006/relationships" xmlns:p="http://schemas.openxmlformats.org/presentationml/2006/main">
  <p:tag name="SHAPENAME" val="5. Source"/>
</p:tagLst>
</file>

<file path=ppt/tags/tag1039.xml><?xml version="1.0" encoding="utf-8"?>
<p:tagLst xmlns:a="http://schemas.openxmlformats.org/drawingml/2006/main" xmlns:r="http://schemas.openxmlformats.org/officeDocument/2006/relationships" xmlns:p="http://schemas.openxmlformats.org/presentationml/2006/main">
  <p:tag name="SLIDELOOKUP" val="2025082912111365027034"/>
</p:tagLst>
</file>

<file path=ppt/tags/tag10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1.xml><?xml version="1.0" encoding="utf-8"?>
<p:tagLst xmlns:a="http://schemas.openxmlformats.org/drawingml/2006/main" xmlns:r="http://schemas.openxmlformats.org/officeDocument/2006/relationships" xmlns:p="http://schemas.openxmlformats.org/presentationml/2006/main">
  <p:tag name="THINKCELLSHAPEDONOTDELETE" val="tG4pXqkuKQeVKgqLlQ47aWg"/>
</p:tagLst>
</file>

<file path=ppt/tags/tag10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3.xml><?xml version="1.0" encoding="utf-8"?>
<p:tagLst xmlns:a="http://schemas.openxmlformats.org/drawingml/2006/main" xmlns:r="http://schemas.openxmlformats.org/officeDocument/2006/relationships" xmlns:p="http://schemas.openxmlformats.org/presentationml/2006/main">
  <p:tag name="SHAPENAME" val="5. Source"/>
</p:tagLst>
</file>

<file path=ppt/tags/tag1044.xml><?xml version="1.0" encoding="utf-8"?>
<p:tagLst xmlns:a="http://schemas.openxmlformats.org/drawingml/2006/main" xmlns:r="http://schemas.openxmlformats.org/officeDocument/2006/relationships" xmlns:p="http://schemas.openxmlformats.org/presentationml/2006/main">
  <p:tag name="SLIDELOOKUP" val="2025082912111365027034"/>
</p:tagLst>
</file>

<file path=ppt/tags/tag10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6.xml><?xml version="1.0" encoding="utf-8"?>
<p:tagLst xmlns:a="http://schemas.openxmlformats.org/drawingml/2006/main" xmlns:r="http://schemas.openxmlformats.org/officeDocument/2006/relationships" xmlns:p="http://schemas.openxmlformats.org/presentationml/2006/main">
  <p:tag name="THINKCELLSHAPEDONOTDELETE" val="tG4pXqkuKQeVKgqLlQ47aWg"/>
</p:tagLst>
</file>

<file path=ppt/tags/tag10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8.xml><?xml version="1.0" encoding="utf-8"?>
<p:tagLst xmlns:a="http://schemas.openxmlformats.org/drawingml/2006/main" xmlns:r="http://schemas.openxmlformats.org/officeDocument/2006/relationships" xmlns:p="http://schemas.openxmlformats.org/presentationml/2006/main">
  <p:tag name="SHAPENAME" val="5. Source"/>
</p:tagLst>
</file>

<file path=ppt/tags/tag1049.xml><?xml version="1.0" encoding="utf-8"?>
<p:tagLst xmlns:a="http://schemas.openxmlformats.org/drawingml/2006/main" xmlns:r="http://schemas.openxmlformats.org/officeDocument/2006/relationships" xmlns:p="http://schemas.openxmlformats.org/presentationml/2006/main">
  <p:tag name="SLIDELOOKUP" val="2025082912111365027034"/>
</p:tagLst>
</file>

<file path=ppt/tags/tag10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1.xml><?xml version="1.0" encoding="utf-8"?>
<p:tagLst xmlns:a="http://schemas.openxmlformats.org/drawingml/2006/main" xmlns:r="http://schemas.openxmlformats.org/officeDocument/2006/relationships" xmlns:p="http://schemas.openxmlformats.org/presentationml/2006/main">
  <p:tag name="THINKCELLSHAPEDONOTDELETE" val="tG4pXqkuKQeVKgqLlQ47aWg"/>
</p:tagLst>
</file>

<file path=ppt/tags/tag10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53.xml><?xml version="1.0" encoding="utf-8"?>
<p:tagLst xmlns:a="http://schemas.openxmlformats.org/drawingml/2006/main" xmlns:r="http://schemas.openxmlformats.org/officeDocument/2006/relationships" xmlns:p="http://schemas.openxmlformats.org/presentationml/2006/main">
  <p:tag name="SHAPENAME" val="5. Source"/>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700">
      <a:srgbClr val="B82525"/>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1D105B9C-BDF9-45B9-90FA-113B7713DD03}" vid="{2E85953B-6F95-475D-964A-596E5264B845}"/>
    </a:ext>
  </a:extLst>
</a:theme>
</file>

<file path=ppt/theme/theme2.xml><?xml version="1.0" encoding="utf-8"?>
<a:theme xmlns:a="http://schemas.openxmlformats.org/drawingml/2006/main" name="1_Contrast">
  <a:themeElements>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fontScheme name="Custom">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QuantumBlack PPT template.potx" id="{8D8FA909-D81A-4AC6-84B7-1377BCFDF85E}" vid="{13F22B3E-8487-486E-A60B-BFD5690E6B00}"/>
    </a:ext>
  </a:extLst>
</a:theme>
</file>

<file path=ppt/theme/theme3.xml><?xml version="1.0" encoding="utf-8"?>
<a:theme xmlns:a="http://schemas.openxmlformats.org/drawingml/2006/main" name="2_Contrast">
  <a:themeElements>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fontScheme name="Custom">
      <a:majorFont>
        <a:latin typeface="Georgia"/>
        <a:ea typeface="Georgia"/>
        <a:cs typeface="Arial"/>
      </a:majorFont>
      <a:minorFont>
        <a:latin typeface="Arial"/>
        <a:ea typeface="Arial"/>
        <a:cs typeface="Arial"/>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031119"/>
        </a:lt1>
        <a:dk2>
          <a:srgbClr val="000000"/>
        </a:dk2>
        <a:lt2>
          <a:srgbClr val="000000"/>
        </a:lt2>
        <a:accent1>
          <a:srgbClr val="FFFFFF"/>
        </a:accent1>
        <a:accent2>
          <a:srgbClr val="00A9F4"/>
        </a:accent2>
        <a:accent3>
          <a:srgbClr val="042A76"/>
        </a:accent3>
        <a:accent4>
          <a:srgbClr val="AAE6F0"/>
        </a:accent4>
        <a:accent5>
          <a:srgbClr val="04043B"/>
        </a:accent5>
        <a:accent6>
          <a:srgbClr val="3C96B4"/>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QuantumBlack PPT template.potx" id="{8D8FA909-D81A-4AC6-84B7-1377BCFDF85E}" vid="{13F22B3E-8487-486E-A60B-BFD5690E6B00}"/>
    </a:ext>
  </a:extLst>
</a:theme>
</file>

<file path=ppt/theme/theme4.xml><?xml version="1.0" encoding="utf-8"?>
<a:theme xmlns:a="http://schemas.openxmlformats.org/drawingml/2006/main" name="3_White">
  <a:themeElements>
    <a:clrScheme name="Custom 1">
      <a:dk1>
        <a:srgbClr val="111918"/>
      </a:dk1>
      <a:lt1>
        <a:srgbClr val="FFFFFF"/>
      </a:lt1>
      <a:dk2>
        <a:srgbClr val="111918"/>
      </a:dk2>
      <a:lt2>
        <a:srgbClr val="FFFFFF"/>
      </a:lt2>
      <a:accent1>
        <a:srgbClr val="111918"/>
      </a:accent1>
      <a:accent2>
        <a:srgbClr val="1C863F"/>
      </a:accent2>
      <a:accent3>
        <a:srgbClr val="E9F7EE"/>
      </a:accent3>
      <a:accent4>
        <a:srgbClr val="0A5637"/>
      </a:accent4>
      <a:accent5>
        <a:srgbClr val="E4EAEA"/>
      </a:accent5>
      <a:accent6>
        <a:srgbClr val="F7D147"/>
      </a:accent6>
      <a:hlink>
        <a:srgbClr val="309DE3"/>
      </a:hlink>
      <a:folHlink>
        <a:srgbClr val="B4B4B4"/>
      </a:folHlink>
    </a:clrScheme>
    <a:fontScheme name="Custom 4">
      <a:majorFont>
        <a:latin typeface="Georgia"/>
        <a:ea typeface=""/>
        <a:cs typeface=""/>
      </a:majorFont>
      <a:minorFont>
        <a:latin typeface="Tahoma"/>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Pasha Bank">
        <a:dk1>
          <a:srgbClr val="000000"/>
        </a:dk1>
        <a:lt1>
          <a:srgbClr val="FFFFFF"/>
        </a:lt1>
        <a:dk2>
          <a:srgbClr val="191C1E"/>
        </a:dk2>
        <a:lt2>
          <a:srgbClr val="FFFFFF"/>
        </a:lt2>
        <a:accent1>
          <a:srgbClr val="191C1E"/>
        </a:accent1>
        <a:accent2>
          <a:srgbClr val="CAB597"/>
        </a:accent2>
        <a:accent3>
          <a:srgbClr val="E0D4C2"/>
        </a:accent3>
        <a:accent4>
          <a:srgbClr val="4E3227"/>
        </a:accent4>
        <a:accent5>
          <a:srgbClr val="F3EFD7"/>
        </a:accent5>
        <a:accent6>
          <a:srgbClr val="808080"/>
        </a:accent6>
        <a:hlink>
          <a:srgbClr val="4B8FD2"/>
        </a:hlink>
        <a:folHlink>
          <a:srgbClr val="B6869E"/>
        </a:folHlink>
      </a:clrScheme>
    </a:extraClrScheme>
  </a:extraClrSchemeLst>
  <a:custClrLst>
    <a:custClr name="Custom 1">
      <a:srgbClr val="405F5B"/>
    </a:custClr>
    <a:custClr name="Custom 2">
      <a:srgbClr val="74A09B"/>
    </a:custClr>
    <a:custClr name="Custom 3">
      <a:srgbClr val="B9D0CD"/>
    </a:custClr>
  </a:custClrLst>
  <a:extLst>
    <a:ext uri="{05A4C25C-085E-4340-85A3-A5531E510DB2}">
      <thm15:themeFamily xmlns:thm15="http://schemas.microsoft.com/office/thememl/2012/main" name="Паша Банк Премиум_Pasha Bank Premium_NVI_16x9_(2020)_eng.potx" id="{580EA364-9433-4864-8FB8-AF233E5953FF}" vid="{ACA3B730-9EDB-4893-820D-8578A98D4CFA}"/>
    </a:ext>
  </a:extLst>
</a:theme>
</file>

<file path=ppt/theme/theme5.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055E330-976C-714F-902C-72EED09FFF8A}">
  <we:reference id="186f9e69-8c0a-4e87-b19c-647c4ba34c10" version="16.26.2.13"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56528AD-000F-684C-8D75-45BA7B6D0622}">
  <we:reference id="e74ca2a7-5e50-4ebf-bfa5-bb75c7950374" version="4.0.0.0" store="EXCatalog" storeType="EXCatalog"/>
  <we:alternateReferences/>
  <we:properties>
    <we:property name="srChargeCodeData" value="{&quot;selectedSupportOption&quot;:&quot;SLIDEREQUESTPLUS&quot;,&quot;language&quot;:&quot;English&quot;,&quot;chargeCode&quot;:{&quot;activityCode&quot;:&quot;CE&quot;,&quot;allocation_date&quot;:&quot;2026-04-27T00:30:00.000Z&quot;,&quot;announcements&quot;:null,&quot;chargeCode&quot;:&quot;valid&quot;,&quot;chargeCodeRegistered&quot;:true,&quot;critical&quot;:0,&quot;csProjectId&quot;:1212260532,&quot;eligibleForPlus&quot;:false,&quot;featureFlag&quot;:{&quot;overnightDeliveryEnabled&quot;:false,&quot;searchOfferingEnabled&quot;:false},&quot;forecast_value&quot;:&quot;Usual&quot;,&quot;formType&quot;:&quot;unregistered&quot;,&quot;inScope&quot;:true,&quot;is_mandate&quot;:1,&quot;isBoxDisabled&quot;:false,&quot;isCTEEnabled&quot;:false,&quot;lane&quot;:&quot;Global&quot;,&quot;mandate_date&quot;:&quot;2026-03-16&quot;,&quot;maxStartTime&quot;:480,&quot;message&quot;:&quot;&quot;,&quot;outSourced&quot;:true,&quot;platform&quot;:&quot;GW&quot;,&quot;projectType&quot;:&quot;Client&quot;,&quot;showInternal&quot;:false,&quot;study_end_date&quot;:&quot;2026-09-24&quot;,&quot;subLane&quot;:&quot;&quot;,&quot;teamMembers&quot;:[{&quot;end_date&quot;:&quot;2026-06-05&quot;,&quot;fmno&quot;:344518,&quot;start_date&quot;:&quot;2026-04-13&quot;},{&quot;end_date&quot;:&quot;2026-06-05&quot;,&quot;fmno&quot;:301316,&quot;start_date&quot;:&quot;2026-04-13&quot;},{&quot;end_date&quot;:&quot;2026-07-03&quot;,&quot;fmno&quot;:145759,&quot;start_date&quot;:&quot;2026-04-13&quot;},{&quot;end_date&quot;:&quot;2026-06-05&quot;,&quot;fmno&quot;:325781,&quot;start_date&quot;:&quot;2026-05-05&quot;},{&quot;end_date&quot;:&quot;2026-06-30&quot;,&quot;fmno&quot;:189650,&quot;start_date&quot;:&quot;2026-05-13&quot;}],&quot;token_admin&quot;:&quot;Sinan Dundar&quot;,&quot;tokenInfo&quot;:{&quot;allocated&quot;:68,&quot;autoNegotiation&quot;:0,&quot;autoNegotiationAvailCount&quot;:0,&quot;available&quot;:5,&quot;buffer&quot;:80,&quot;eligibleForNegotiation&quot;:true,&quot;escalationCount&quot;:0,&quot;forecast_value&quot;:&quot;Usual&quot;,&quot;manualNegotiation&quot;:0,&quot;manualNegotiationAvailCount&quot;:0,&quot;minimumTokenValue&quot;:30,&quot;negotiated&quot;:0,&quot;spent&quot;:63,&quot;study_end_date&quot;:&quot;2026-09-24&quot;,&quot;teamMembers&quot;:[],&quot;token_admin&quot;:null},&quot;userRegistered&quot;:true,&quot;code&quot;:&quot;8778KH01&quot;,&quot;updatedAt&quot;:&quot;2026-06-04T13:19:10.592Z&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be14fa9-6cae-4a6e-8f64-c89653d71d1a">
      <Value>2</Value>
      <Value>1</Value>
    </TaxCatchAll>
    <_dlc_DocId xmlns="0be14fa9-6cae-4a6e-8f64-c89653d71d1a">DREYFNV3VPE6-1370595577-2676</_dlc_DocId>
    <_dlc_DocIdUrl xmlns="0be14fa9-6cae-4a6e-8f64-c89653d71d1a">
      <Url>https://mckinsey.sharepoint.com/sites/spe-int-hp2fb3s8gbn/_layouts/15/DocIdRedir.aspx?ID=DREYFNV3VPE6-1370595577-2676</Url>
      <Description>DREYFNV3VPE6-1370595577-2676</Description>
    </_dlc_DocIdUrl>
    <lcf76f155ced4ddcb4097134ff3c332f xmlns="04527f1d-420b-4ae9-8cfd-f1f820dd9ec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BA20A6254070E24794FE1579C5A6C6D3" ma:contentTypeVersion="13" ma:contentTypeDescription="Create a new document." ma:contentTypeScope="" ma:versionID="856520005649c6e1a5be1125adfad44c">
  <xsd:schema xmlns:xsd="http://www.w3.org/2001/XMLSchema" xmlns:xs="http://www.w3.org/2001/XMLSchema" xmlns:p="http://schemas.microsoft.com/office/2006/metadata/properties" xmlns:ns2="0be14fa9-6cae-4a6e-8f64-c89653d71d1a" xmlns:ns3="04527f1d-420b-4ae9-8cfd-f1f820dd9ec6" targetNamespace="http://schemas.microsoft.com/office/2006/metadata/properties" ma:root="true" ma:fieldsID="542299730c12770953427dc040bddabb" ns2:_="" ns3:_="">
    <xsd:import namespace="0be14fa9-6cae-4a6e-8f64-c89653d71d1a"/>
    <xsd:import namespace="04527f1d-420b-4ae9-8cfd-f1f820dd9ec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e14fa9-6cae-4a6e-8f64-c89653d71d1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0" nillable="true" ma:displayName="Taxonomy Catch All Column" ma:hidden="true" ma:list="{c5f9a80a-5724-4ce0-89cc-e8e2fb0f3bae}" ma:internalName="TaxCatchAll" ma:showField="CatchAllData" ma:web="0be14fa9-6cae-4a6e-8f64-c89653d71d1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4527f1d-420b-4ae9-8cfd-f1f820dd9ec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displayName="Image Tags_0" ma:hidden="true" ma:internalName="lcf76f155ced4ddcb4097134ff3c332f">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FC5F0C-40FC-4941-9AE6-DA4A00CDF9B6}">
  <ds:schemaRefs>
    <ds:schemaRef ds:uri="http://www.w3.org/XML/1998/namespace"/>
    <ds:schemaRef ds:uri="http://purl.org/dc/dcmitype/"/>
    <ds:schemaRef ds:uri="http://schemas.microsoft.com/office/infopath/2007/PartnerControls"/>
    <ds:schemaRef ds:uri="http://purl.org/dc/terms/"/>
    <ds:schemaRef ds:uri="http://schemas.microsoft.com/office/2006/documentManagement/types"/>
    <ds:schemaRef ds:uri="http://schemas.microsoft.com/sharepoint/v3"/>
    <ds:schemaRef ds:uri="http://schemas.microsoft.com/office/2006/metadata/properties"/>
    <ds:schemaRef ds:uri="e32de50c-bbb4-43b0-85da-6ab31bebc755"/>
    <ds:schemaRef ds:uri="http://schemas.openxmlformats.org/package/2006/metadata/core-properties"/>
    <ds:schemaRef ds:uri="4bb9f7b0-978c-48bd-8ca7-5d9e4ee75092"/>
    <ds:schemaRef ds:uri="http://purl.org/dc/elements/1.1/"/>
  </ds:schemaRefs>
</ds:datastoreItem>
</file>

<file path=customXml/itemProps2.xml><?xml version="1.0" encoding="utf-8"?>
<ds:datastoreItem xmlns:ds="http://schemas.openxmlformats.org/officeDocument/2006/customXml" ds:itemID="{2DCCCA69-14AE-41D5-AF79-26E1BEC8A49D}">
  <ds:schemaRefs>
    <ds:schemaRef ds:uri="http://schemas.microsoft.com/sharepoint/v3/contenttype/forms"/>
  </ds:schemaRefs>
</ds:datastoreItem>
</file>

<file path=customXml/itemProps3.xml><?xml version="1.0" encoding="utf-8"?>
<ds:datastoreItem xmlns:ds="http://schemas.openxmlformats.org/officeDocument/2006/customXml" ds:itemID="{2D5A83D3-117B-4C15-9FD1-A5CB5E70CF4F}">
  <ds:schemaRefs>
    <ds:schemaRef ds:uri="http://schemas.microsoft.com/sharepoint/events"/>
  </ds:schemaRefs>
</ds:datastoreItem>
</file>

<file path=customXml/itemProps4.xml><?xml version="1.0" encoding="utf-8"?>
<ds:datastoreItem xmlns:ds="http://schemas.openxmlformats.org/officeDocument/2006/customXml" ds:itemID="{8133BF16-1C97-436E-B918-E497424F4801}"/>
</file>

<file path=docProps/app.xml><?xml version="1.0" encoding="utf-8"?>
<Properties xmlns="http://schemas.openxmlformats.org/officeDocument/2006/extended-properties" xmlns:vt="http://schemas.openxmlformats.org/officeDocument/2006/docPropsVTypes">
  <Template>blank</Template>
  <TotalTime>493</TotalTime>
  <Words>7928</Words>
  <Application>Microsoft Office PowerPoint</Application>
  <PresentationFormat>Widescreen</PresentationFormat>
  <Paragraphs>1036</Paragraphs>
  <Slides>35</Slides>
  <Notes>32</Notes>
  <HiddenSlides>0</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1</vt:i4>
      </vt:variant>
      <vt:variant>
        <vt:lpstr>Slide Titles</vt:lpstr>
      </vt:variant>
      <vt:variant>
        <vt:i4>35</vt:i4>
      </vt:variant>
    </vt:vector>
  </HeadingPairs>
  <TitlesOfParts>
    <vt:vector size="48" baseType="lpstr">
      <vt:lpstr>Aptos</vt:lpstr>
      <vt:lpstr>Arial</vt:lpstr>
      <vt:lpstr>Century Gothic</vt:lpstr>
      <vt:lpstr>Georgia</vt:lpstr>
      <vt:lpstr>Helvetica</vt:lpstr>
      <vt:lpstr>Segoe UI</vt:lpstr>
      <vt:lpstr>Tahoma</vt:lpstr>
      <vt:lpstr>Wingdings</vt:lpstr>
      <vt:lpstr>White</vt:lpstr>
      <vt:lpstr>1_Contrast</vt:lpstr>
      <vt:lpstr>2_Contrast</vt:lpstr>
      <vt:lpstr>3_White</vt:lpstr>
      <vt:lpstr>think-cell Slide</vt:lpstr>
      <vt:lpstr>PASHA Bank Tech &amp; AI Quotient Assessment</vt:lpstr>
      <vt:lpstr>Executive Summary (1/2)</vt:lpstr>
      <vt:lpstr>PowerPoint Presentation</vt:lpstr>
      <vt:lpstr>Contents</vt:lpstr>
      <vt:lpstr>PASHA Bank’s AIQ assessment is grounded in McKinsey’s Rewired approach to scaling Tech &amp; AI value</vt:lpstr>
      <vt:lpstr>1. AIQ online assessment was launched in June 2026 to measure PASHA Bank Tech &amp; AI maturity across six dimensions</vt:lpstr>
      <vt:lpstr>2.The assessment  was supplemented with interviews with senior leaders to assess priorities, challenges, and  Tech &amp; AI ambition</vt:lpstr>
      <vt:lpstr>Contents</vt:lpstr>
      <vt:lpstr>We have tailored a peer group of 200+ banks to compare PASHA Bank’s AIQ results</vt:lpstr>
      <vt:lpstr>PASHA Bank’s Tech &amp; AI maturity is perceived to be at an early stage, trailing both banking peer average and leaders</vt:lpstr>
      <vt:lpstr>PASHA Bank’s Tech &amp; AI score places it in the Tech &amp; AI Emerger archetype, with a clear opportunity to scale impact</vt:lpstr>
      <vt:lpstr>Across dimensions, Data is relatively strong, while Operating Model and Adoption &amp; Scaling are the primary gaps</vt:lpstr>
      <vt:lpstr>PASHA Bank can accelerate business value capture from Tech &amp; AI by prioritizing a small set of high-impact power practices</vt:lpstr>
      <vt:lpstr>Compared to peer average, pockets of strength observed across data with clear opportunity areas across bold, long-term vision, linkage to business strategy, talent management, structure &amp; roles, and Adoption &amp; Scaling</vt:lpstr>
      <vt:lpstr>Uneven performance across management practices indicates that targeted improvements, not broad-based change, will drive maturity gains</vt:lpstr>
      <vt:lpstr>Differences in maturity across functions indicate uneven progress in Tech &amp; AI adoption</vt:lpstr>
      <vt:lpstr>Strategy deep dive</vt:lpstr>
      <vt:lpstr>Talent deep dive</vt:lpstr>
      <vt:lpstr>Operating model deep dive</vt:lpstr>
      <vt:lpstr>Technology deep dive</vt:lpstr>
      <vt:lpstr>Data deep dive</vt:lpstr>
      <vt:lpstr>Adoption and scaling deep dive</vt:lpstr>
      <vt:lpstr>Contents</vt:lpstr>
      <vt:lpstr>The priority for PASHA Bank is to move from isolated Tech &amp; AI wins to repeatable, enterprise-scale impact</vt:lpstr>
      <vt:lpstr>PASHA Bank should focus on five priority actions to scale Tech &amp; AI and unlock value</vt:lpstr>
      <vt:lpstr>Contents</vt:lpstr>
      <vt:lpstr>AI adoption at PASHA Bank is strongest in risk, operations, and customer-facing use cases, suggesting the next challenge is scaling beyond isolated domains into a broader enterprise transformation</vt:lpstr>
      <vt:lpstr>Future AI opportunities at PASHA Bank are concentrated in enterprise IT, risk, compliance, security, and customer service operations, with the next challenge being to convert this momentum into scaled enterprise value</vt:lpstr>
      <vt:lpstr>Contents</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THD AIQ Report</dc:title>
  <dc:subject/>
  <dc:creator>Velmurugan V</dc:creator>
  <cp:keywords/>
  <dc:description/>
  <cp:lastModifiedBy>Jamil Guliyev</cp:lastModifiedBy>
  <cp:revision>10</cp:revision>
  <cp:lastPrinted>2018-10-30T20:37:12Z</cp:lastPrinted>
  <dcterms:created xsi:type="dcterms:W3CDTF">2023-09-25T08:34:16Z</dcterms:created>
  <dcterms:modified xsi:type="dcterms:W3CDTF">2026-06-29T11:20:10Z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2023-06-27 02:36 PM</vt:lpwstr>
  </property>
  <property fmtid="{D5CDD505-2E9C-101B-9397-08002B2CF9AE}" pid="8" name="TemplateCreated">
    <vt:lpwstr>2019-02-27 01:18 PM</vt:lpwstr>
  </property>
  <property fmtid="{D5CDD505-2E9C-101B-9397-08002B2CF9AE}" pid="9" name="ContentTypeId">
    <vt:lpwstr>0x010100BA20A6254070E24794FE1579C5A6C6D3</vt:lpwstr>
  </property>
  <property fmtid="{D5CDD505-2E9C-101B-9397-08002B2CF9AE}" pid="10" name="DataSource">
    <vt:lpwstr>2;#Internal|0b10eabc-00d3-4553-8252-f6efa1cda259</vt:lpwstr>
  </property>
  <property fmtid="{D5CDD505-2E9C-101B-9397-08002B2CF9AE}" pid="11" name="_dlc_DocIdItemGuid">
    <vt:lpwstr>6da87596-c9b1-411d-a58d-0786c7df4260</vt:lpwstr>
  </property>
  <property fmtid="{D5CDD505-2E9C-101B-9397-08002B2CF9AE}" pid="12" name="SourceSystem">
    <vt:lpwstr>1;#SPT|2fb50d21-ef84-426b-a8ca-497326c66aa9</vt:lpwstr>
  </property>
  <property fmtid="{D5CDD505-2E9C-101B-9397-08002B2CF9AE}" pid="13" name="MediaServiceImageTags">
    <vt:lpwstr/>
  </property>
  <property fmtid="{D5CDD505-2E9C-101B-9397-08002B2CF9AE}" pid="14" name="MSIP_Label_fec09dec-a9ce-4322-b578-b49052c992d8_Enabled">
    <vt:lpwstr>true</vt:lpwstr>
  </property>
  <property fmtid="{D5CDD505-2E9C-101B-9397-08002B2CF9AE}" pid="15" name="MSIP_Label_fec09dec-a9ce-4322-b578-b49052c992d8_SetDate">
    <vt:lpwstr>2026-06-08T06:06:36Z</vt:lpwstr>
  </property>
  <property fmtid="{D5CDD505-2E9C-101B-9397-08002B2CF9AE}" pid="16" name="MSIP_Label_fec09dec-a9ce-4322-b578-b49052c992d8_Method">
    <vt:lpwstr>Privileged</vt:lpwstr>
  </property>
  <property fmtid="{D5CDD505-2E9C-101B-9397-08002B2CF9AE}" pid="17" name="MSIP_Label_fec09dec-a9ce-4322-b578-b49052c992d8_Name">
    <vt:lpwstr>Firm Confidential Information-SLV1</vt:lpwstr>
  </property>
  <property fmtid="{D5CDD505-2E9C-101B-9397-08002B2CF9AE}" pid="18" name="MSIP_Label_fec09dec-a9ce-4322-b578-b49052c992d8_SiteId">
    <vt:lpwstr>cc8936bc-9382-4fff-87cb-6f55999549e7</vt:lpwstr>
  </property>
  <property fmtid="{D5CDD505-2E9C-101B-9397-08002B2CF9AE}" pid="19" name="MSIP_Label_fec09dec-a9ce-4322-b578-b49052c992d8_ActionId">
    <vt:lpwstr>deb0ff30-7c5f-4c36-8cac-6da647373dbc</vt:lpwstr>
  </property>
  <property fmtid="{D5CDD505-2E9C-101B-9397-08002B2CF9AE}" pid="20" name="MSIP_Label_fec09dec-a9ce-4322-b578-b49052c992d8_ContentBits">
    <vt:lpwstr>0</vt:lpwstr>
  </property>
  <property fmtid="{D5CDD505-2E9C-101B-9397-08002B2CF9AE}" pid="21" name="MSIP_Label_fec09dec-a9ce-4322-b578-b49052c992d8_Tag">
    <vt:lpwstr>50, 0, 1, 1</vt:lpwstr>
  </property>
</Properties>
</file>